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8.xml"/>
  <Override ContentType="application/vnd.openxmlformats-officedocument.presentationml.tags+xml" PartName="/ppt/tags/tag19.xml"/>
  <Override ContentType="application/vnd.openxmlformats-officedocument.presentationml.tags+xml" PartName="/ppt/tags/tag323.xml"/>
  <Override ContentType="application/vnd.openxmlformats-officedocument.presentationml.tags+xml" PartName="/ppt/tags/tag1024.xml"/>
  <Override ContentType="application/vnd.openxmlformats-officedocument.presentationml.tags+xml" PartName="/ppt/tags/tag1422.xml"/>
  <Override ContentType="application/vnd.openxmlformats-officedocument.presentationml.tags+xml" PartName="/ppt/tags/tag2527.xml"/>
  <Override ContentType="application/vnd.openxmlformats-officedocument.presentationml.tags+xml" PartName="/ppt/tags/tag3025.xml"/>
  <Override ContentType="application/vnd.openxmlformats-officedocument.presentationml.tags+xml" PartName="/ppt/tags/tag302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fe2924f50f434d8c"/>
    <p:sldId id="257" r:id="Rf3324621a3204162"/>
    <p:sldId id="258" r:id="R511e7d4a4baa471d"/>
    <p:sldId id="259" r:id="Rff2c523c71364efd"/>
    <p:sldId id="260" r:id="R0192a6e7d5cc43d5"/>
    <p:sldId id="261" r:id="R5b95aa014ebe45d3"/>
    <p:sldId id="262" r:id="R2894b9c14502404f"/>
    <p:sldId id="263" r:id="Re1fe550b99404e73"/>
    <p:sldId id="264" r:id="R99b55da889b542bb"/>
    <p:sldId id="265" r:id="R652263778a2b4d1d"/>
    <p:sldId id="266" r:id="Ra603c091178e458f"/>
    <p:sldId id="267" r:id="Rfb21239384764701"/>
    <p:sldId id="268" r:id="R5c3875b6b37e466f"/>
    <p:sldId id="269" r:id="R0a1dde5e97d44b23"/>
    <p:sldId id="270" r:id="R65403ff2244b4c04"/>
    <p:sldId id="271" r:id="R41cef13309b6469d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96" y="67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0192a6e7d5cc43d5" Target="slides/slide10.xml" Type="http://schemas.openxmlformats.org/officeDocument/2006/relationships/slide"/><Relationship Id="R0a1dde5e97d44b23" Target="slides/slide19.xml" Type="http://schemas.openxmlformats.org/officeDocument/2006/relationships/slide"/><Relationship Id="R2894b9c14502404f" Target="slides/slide12.xml" Type="http://schemas.openxmlformats.org/officeDocument/2006/relationships/slide"/><Relationship Id="R41cef13309b6469d" Target="slides/slide21.xml" Type="http://schemas.openxmlformats.org/officeDocument/2006/relationships/slide"/><Relationship Id="R511e7d4a4baa471d" Target="slides/slide8.xml" Type="http://schemas.openxmlformats.org/officeDocument/2006/relationships/slide"/><Relationship Id="R5b95aa014ebe45d3" Target="slides/slide11.xml" Type="http://schemas.openxmlformats.org/officeDocument/2006/relationships/slide"/><Relationship Id="R5c3875b6b37e466f" Target="slides/slide18.xml" Type="http://schemas.openxmlformats.org/officeDocument/2006/relationships/slide"/><Relationship Id="R652263778a2b4d1d" Target="slides/slide15.xml" Type="http://schemas.openxmlformats.org/officeDocument/2006/relationships/slide"/><Relationship Id="R65403ff2244b4c04" Target="slides/slide20.xml" Type="http://schemas.openxmlformats.org/officeDocument/2006/relationships/slide"/><Relationship Id="R99b55da889b542bb" Target="slides/slide14.xml" Type="http://schemas.openxmlformats.org/officeDocument/2006/relationships/slide"/><Relationship Id="Ra603c091178e458f" Target="slides/slide16.xml" Type="http://schemas.openxmlformats.org/officeDocument/2006/relationships/slide"/><Relationship Id="Re1fe550b99404e73" Target="slides/slide13.xml" Type="http://schemas.openxmlformats.org/officeDocument/2006/relationships/slide"/><Relationship Id="Rf3324621a3204162" Target="slides/slide7.xml" Type="http://schemas.openxmlformats.org/officeDocument/2006/relationships/slide"/><Relationship Id="Rfb21239384764701" Target="slides/slide17.xml" Type="http://schemas.openxmlformats.org/officeDocument/2006/relationships/slide"/><Relationship Id="Rfe2924f50f434d8c" Target="slides/slide6.xml" Type="http://schemas.openxmlformats.org/officeDocument/2006/relationships/slide"/><Relationship Id="Rff2c523c71364efd" Target="slides/slide9.xml" Type="http://schemas.openxmlformats.org/officeDocument/2006/relationships/slide"/><Relationship Id="rId1" Target="slideMasters/slideMaster1.xml" Type="http://schemas.openxmlformats.org/officeDocument/2006/relationships/slideMaster"/><Relationship Id="rId15" Target="tags/tag1.xml" Type="http://schemas.openxmlformats.org/officeDocument/2006/relationships/tags"/><Relationship Id="rId16" Target="presProps.xml" Type="http://schemas.openxmlformats.org/officeDocument/2006/relationships/presProps"/><Relationship Id="rId17" Target="viewProps.xml" Type="http://schemas.openxmlformats.org/officeDocument/2006/relationships/viewProps"/><Relationship Id="rId18" Target="theme/theme1.xml" Type="http://schemas.openxmlformats.org/officeDocument/2006/relationships/theme"/><Relationship Id="rId19" Target="tableStyles.xml" Type="http://schemas.openxmlformats.org/officeDocument/2006/relationships/tableStyles"/><Relationship Id="rId2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9733A-183D-46E0-810C-84621E5435BF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95AE1-70C9-43EE-8DE1-50348C0E9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187408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椭圆 5" descr="86187c87-ff61-42fe-a699-bbe48086fe5a"/>
          <p:cNvSpPr/>
          <p:nvPr/>
        </p:nvSpPr>
        <p:spPr>
          <a:xfrm>
            <a:off x="4211637" y="283792"/>
            <a:ext cx="3805238" cy="3805238"/>
          </a:xfrm>
          <a:prstGeom prst="ellipse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 descr="db738a5b-bf56-4eec-b269-c54ac64af615"/>
          <p:cNvGrpSpPr/>
          <p:nvPr/>
        </p:nvGrpSpPr>
        <p:grpSpPr>
          <a:xfrm>
            <a:off x="4142581" y="771947"/>
            <a:ext cx="3821113" cy="2555877"/>
            <a:chOff x="4182268" y="1357312"/>
            <a:chExt cx="3821113" cy="2555877"/>
          </a:xfrm>
        </p:grpSpPr>
        <p:sp>
          <p:nvSpPr>
            <p:cNvPr id="8" name="椭圆 7" descr="71fe2c54-d996-4f30-885d-7b6cf7193cdc"/>
            <p:cNvSpPr>
              <a:spLocks noChangeArrowheads="1"/>
            </p:cNvSpPr>
            <p:nvPr/>
          </p:nvSpPr>
          <p:spPr bwMode="auto">
            <a:xfrm>
              <a:off x="4509293" y="3679826"/>
              <a:ext cx="3232150" cy="23336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任意多边形: 形状 8" descr="6bc68a86-a74a-4b0d-b672-7d25e6fd000c"/>
            <p:cNvSpPr/>
            <p:nvPr/>
          </p:nvSpPr>
          <p:spPr bwMode="auto">
            <a:xfrm>
              <a:off x="6661943" y="3721101"/>
              <a:ext cx="122238" cy="42863"/>
            </a:xfrm>
            <a:custGeom>
              <a:gdLst>
                <a:gd name="T0" fmla="*/ 16 w 45"/>
                <a:gd name="T1" fmla="*/ 0 h 16"/>
                <a:gd name="T2" fmla="*/ 44 w 45"/>
                <a:gd name="T3" fmla="*/ 11 h 16"/>
                <a:gd name="T4" fmla="*/ 44 w 45"/>
                <a:gd name="T5" fmla="*/ 16 h 16"/>
                <a:gd name="T6" fmla="*/ 0 w 45"/>
                <a:gd name="T7" fmla="*/ 16 h 16"/>
                <a:gd name="T8" fmla="*/ 0 w 45"/>
                <a:gd name="T9" fmla="*/ 0 h 16"/>
                <a:gd name="T10" fmla="*/ 16 w 45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16">
                  <a:moveTo>
                    <a:pt x="16" y="0"/>
                  </a:moveTo>
                  <a:cubicBezTo>
                    <a:pt x="16" y="0"/>
                    <a:pt x="43" y="10"/>
                    <a:pt x="44" y="11"/>
                  </a:cubicBezTo>
                  <a:cubicBezTo>
                    <a:pt x="45" y="12"/>
                    <a:pt x="44" y="16"/>
                    <a:pt x="4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任意多边形: 形状 9" descr="340ea065-62af-4da6-a728-4f09417a84d8"/>
            <p:cNvSpPr/>
            <p:nvPr/>
          </p:nvSpPr>
          <p:spPr bwMode="auto">
            <a:xfrm>
              <a:off x="6542881" y="3721101"/>
              <a:ext cx="119063" cy="42863"/>
            </a:xfrm>
            <a:custGeom>
              <a:gdLst>
                <a:gd name="T0" fmla="*/ 29 w 44"/>
                <a:gd name="T1" fmla="*/ 0 h 16"/>
                <a:gd name="T2" fmla="*/ 1 w 44"/>
                <a:gd name="T3" fmla="*/ 11 h 16"/>
                <a:gd name="T4" fmla="*/ 1 w 44"/>
                <a:gd name="T5" fmla="*/ 16 h 16"/>
                <a:gd name="T6" fmla="*/ 44 w 44"/>
                <a:gd name="T7" fmla="*/ 16 h 16"/>
                <a:gd name="T8" fmla="*/ 44 w 44"/>
                <a:gd name="T9" fmla="*/ 0 h 16"/>
                <a:gd name="T10" fmla="*/ 29 w 44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16">
                  <a:moveTo>
                    <a:pt x="29" y="0"/>
                  </a:moveTo>
                  <a:cubicBezTo>
                    <a:pt x="29" y="0"/>
                    <a:pt x="2" y="10"/>
                    <a:pt x="1" y="11"/>
                  </a:cubicBezTo>
                  <a:cubicBezTo>
                    <a:pt x="0" y="12"/>
                    <a:pt x="1" y="16"/>
                    <a:pt x="1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任意多边形: 形状 10" descr="65cddefb-2f39-47ff-bbb9-ca0aca86a7fa"/>
            <p:cNvSpPr/>
            <p:nvPr/>
          </p:nvSpPr>
          <p:spPr bwMode="auto">
            <a:xfrm>
              <a:off x="6566693" y="3078163"/>
              <a:ext cx="196850" cy="642938"/>
            </a:xfrm>
            <a:custGeom>
              <a:gdLst>
                <a:gd name="T0" fmla="*/ 7 w 124"/>
                <a:gd name="T1" fmla="*/ 84 h 405"/>
                <a:gd name="T2" fmla="*/ 35 w 124"/>
                <a:gd name="T3" fmla="*/ 405 h 405"/>
                <a:gd name="T4" fmla="*/ 60 w 124"/>
                <a:gd name="T5" fmla="*/ 405 h 405"/>
                <a:gd name="T6" fmla="*/ 88 w 124"/>
                <a:gd name="T7" fmla="*/ 405 h 405"/>
                <a:gd name="T8" fmla="*/ 117 w 124"/>
                <a:gd name="T9" fmla="*/ 86 h 405"/>
                <a:gd name="T10" fmla="*/ 124 w 124"/>
                <a:gd name="T11" fmla="*/ 0 h 405"/>
                <a:gd name="T12" fmla="*/ 0 w 124"/>
                <a:gd name="T13" fmla="*/ 0 h 405"/>
                <a:gd name="T14" fmla="*/ 7 w 124"/>
                <a:gd name="T15" fmla="*/ 84 h 4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4" h="405">
                  <a:moveTo>
                    <a:pt x="7" y="84"/>
                  </a:moveTo>
                  <a:lnTo>
                    <a:pt x="35" y="405"/>
                  </a:lnTo>
                  <a:lnTo>
                    <a:pt x="60" y="405"/>
                  </a:lnTo>
                  <a:lnTo>
                    <a:pt x="88" y="405"/>
                  </a:lnTo>
                  <a:lnTo>
                    <a:pt x="117" y="86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7" y="84"/>
                  </a:ln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任意多边形: 形状 11" descr="3fd28d89-2a39-4566-ab0e-f9d3178f8719"/>
            <p:cNvSpPr/>
            <p:nvPr/>
          </p:nvSpPr>
          <p:spPr bwMode="auto">
            <a:xfrm>
              <a:off x="6509543" y="3078163"/>
              <a:ext cx="320675" cy="414338"/>
            </a:xfrm>
            <a:custGeom>
              <a:gdLst>
                <a:gd name="T0" fmla="*/ 12 w 202"/>
                <a:gd name="T1" fmla="*/ 74 h 261"/>
                <a:gd name="T2" fmla="*/ 0 w 202"/>
                <a:gd name="T3" fmla="*/ 261 h 261"/>
                <a:gd name="T4" fmla="*/ 202 w 202"/>
                <a:gd name="T5" fmla="*/ 261 h 261"/>
                <a:gd name="T6" fmla="*/ 185 w 202"/>
                <a:gd name="T7" fmla="*/ 72 h 261"/>
                <a:gd name="T8" fmla="*/ 160 w 202"/>
                <a:gd name="T9" fmla="*/ 0 h 261"/>
                <a:gd name="T10" fmla="*/ 36 w 202"/>
                <a:gd name="T11" fmla="*/ 0 h 261"/>
                <a:gd name="T12" fmla="*/ 12 w 202"/>
                <a:gd name="T13" fmla="*/ 74 h 2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261">
                  <a:moveTo>
                    <a:pt x="12" y="74"/>
                  </a:moveTo>
                  <a:lnTo>
                    <a:pt x="0" y="261"/>
                  </a:lnTo>
                  <a:lnTo>
                    <a:pt x="202" y="261"/>
                  </a:lnTo>
                  <a:lnTo>
                    <a:pt x="185" y="72"/>
                  </a:lnTo>
                  <a:lnTo>
                    <a:pt x="160" y="0"/>
                  </a:lnTo>
                  <a:lnTo>
                    <a:pt x="36" y="0"/>
                  </a:lnTo>
                  <a:lnTo>
                    <a:pt x="12" y="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矩形 12" descr="ed59667b-739c-48fa-be03-f2759b5b8bf8"/>
            <p:cNvSpPr>
              <a:spLocks noChangeArrowheads="1"/>
            </p:cNvSpPr>
            <p:nvPr/>
          </p:nvSpPr>
          <p:spPr bwMode="auto">
            <a:xfrm>
              <a:off x="6634956" y="2689226"/>
              <a:ext cx="57150" cy="82550"/>
            </a:xfrm>
            <a:prstGeom prst="rect">
              <a:avLst/>
            </a:pr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任意多边形: 形状 13" descr="ee239fa1-6bfe-40d7-a4ce-4585f25d66bf"/>
            <p:cNvSpPr/>
            <p:nvPr/>
          </p:nvSpPr>
          <p:spPr bwMode="auto">
            <a:xfrm>
              <a:off x="6474618" y="2935288"/>
              <a:ext cx="79375" cy="293688"/>
            </a:xfrm>
            <a:custGeom>
              <a:gdLst>
                <a:gd name="T0" fmla="*/ 18 w 29"/>
                <a:gd name="T1" fmla="*/ 93 h 108"/>
                <a:gd name="T2" fmla="*/ 20 w 29"/>
                <a:gd name="T3" fmla="*/ 90 h 108"/>
                <a:gd name="T4" fmla="*/ 16 w 29"/>
                <a:gd name="T5" fmla="*/ 83 h 108"/>
                <a:gd name="T6" fmla="*/ 20 w 29"/>
                <a:gd name="T7" fmla="*/ 24 h 108"/>
                <a:gd name="T8" fmla="*/ 29 w 29"/>
                <a:gd name="T9" fmla="*/ 0 h 108"/>
                <a:gd name="T10" fmla="*/ 8 w 29"/>
                <a:gd name="T11" fmla="*/ 1 h 108"/>
                <a:gd name="T12" fmla="*/ 5 w 29"/>
                <a:gd name="T13" fmla="*/ 25 h 108"/>
                <a:gd name="T14" fmla="*/ 5 w 29"/>
                <a:gd name="T15" fmla="*/ 83 h 108"/>
                <a:gd name="T16" fmla="*/ 1 w 29"/>
                <a:gd name="T17" fmla="*/ 98 h 108"/>
                <a:gd name="T18" fmla="*/ 11 w 29"/>
                <a:gd name="T19" fmla="*/ 108 h 108"/>
                <a:gd name="T20" fmla="*/ 21 w 29"/>
                <a:gd name="T21" fmla="*/ 99 h 108"/>
                <a:gd name="T22" fmla="*/ 18 w 29"/>
                <a:gd name="T23" fmla="*/ 93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108">
                  <a:moveTo>
                    <a:pt x="18" y="93"/>
                  </a:moveTo>
                  <a:cubicBezTo>
                    <a:pt x="18" y="93"/>
                    <a:pt x="19" y="92"/>
                    <a:pt x="20" y="90"/>
                  </a:cubicBezTo>
                  <a:cubicBezTo>
                    <a:pt x="20" y="87"/>
                    <a:pt x="16" y="83"/>
                    <a:pt x="16" y="83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4" y="89"/>
                    <a:pt x="0" y="95"/>
                    <a:pt x="1" y="98"/>
                  </a:cubicBezTo>
                  <a:cubicBezTo>
                    <a:pt x="3" y="101"/>
                    <a:pt x="8" y="108"/>
                    <a:pt x="11" y="108"/>
                  </a:cubicBezTo>
                  <a:cubicBezTo>
                    <a:pt x="15" y="106"/>
                    <a:pt x="20" y="104"/>
                    <a:pt x="21" y="99"/>
                  </a:cubicBezTo>
                  <a:cubicBezTo>
                    <a:pt x="21" y="96"/>
                    <a:pt x="18" y="93"/>
                    <a:pt x="18" y="93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任意多边形: 形状 14" descr="e4024a2a-25db-47b6-949f-25cedce0c195"/>
            <p:cNvSpPr/>
            <p:nvPr/>
          </p:nvSpPr>
          <p:spPr bwMode="auto">
            <a:xfrm>
              <a:off x="6496843" y="2935288"/>
              <a:ext cx="57150" cy="26988"/>
            </a:xfrm>
            <a:custGeom>
              <a:gdLst>
                <a:gd name="T0" fmla="*/ 29 w 36"/>
                <a:gd name="T1" fmla="*/ 17 h 17"/>
                <a:gd name="T2" fmla="*/ 36 w 36"/>
                <a:gd name="T3" fmla="*/ 0 h 17"/>
                <a:gd name="T4" fmla="*/ 0 w 36"/>
                <a:gd name="T5" fmla="*/ 1 h 17"/>
                <a:gd name="T6" fmla="*/ 0 w 36"/>
                <a:gd name="T7" fmla="*/ 7 h 17"/>
                <a:gd name="T8" fmla="*/ 29 w 36"/>
                <a:gd name="T9" fmla="*/ 17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7">
                  <a:moveTo>
                    <a:pt x="29" y="17"/>
                  </a:moveTo>
                  <a:lnTo>
                    <a:pt x="36" y="0"/>
                  </a:lnTo>
                  <a:lnTo>
                    <a:pt x="0" y="1"/>
                  </a:lnTo>
                  <a:lnTo>
                    <a:pt x="0" y="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任意多边形: 形状 15" descr="4904f6be-8d6d-40de-9d3a-f2123140074c"/>
            <p:cNvSpPr/>
            <p:nvPr/>
          </p:nvSpPr>
          <p:spPr bwMode="auto">
            <a:xfrm>
              <a:off x="6493668" y="2757488"/>
              <a:ext cx="90488" cy="196850"/>
            </a:xfrm>
            <a:custGeom>
              <a:gdLst>
                <a:gd name="T0" fmla="*/ 23 w 33"/>
                <a:gd name="T1" fmla="*/ 0 h 72"/>
                <a:gd name="T2" fmla="*/ 0 w 33"/>
                <a:gd name="T3" fmla="*/ 67 h 72"/>
                <a:gd name="T4" fmla="*/ 21 w 33"/>
                <a:gd name="T5" fmla="*/ 72 h 72"/>
                <a:gd name="T6" fmla="*/ 33 w 33"/>
                <a:gd name="T7" fmla="*/ 34 h 72"/>
                <a:gd name="T8" fmla="*/ 23 w 33"/>
                <a:gd name="T9" fmla="*/ 0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2">
                  <a:moveTo>
                    <a:pt x="23" y="0"/>
                  </a:moveTo>
                  <a:cubicBezTo>
                    <a:pt x="14" y="0"/>
                    <a:pt x="0" y="67"/>
                    <a:pt x="0" y="67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4"/>
                    <a:pt x="30" y="0"/>
                    <a:pt x="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任意多边形: 形状 16" descr="16e39dbb-2d91-4990-a0ac-fea1500a90c0"/>
            <p:cNvSpPr/>
            <p:nvPr/>
          </p:nvSpPr>
          <p:spPr bwMode="auto">
            <a:xfrm>
              <a:off x="6779418" y="2935288"/>
              <a:ext cx="73025" cy="293688"/>
            </a:xfrm>
            <a:custGeom>
              <a:gdLst>
                <a:gd name="T0" fmla="*/ 9 w 27"/>
                <a:gd name="T1" fmla="*/ 93 h 108"/>
                <a:gd name="T2" fmla="*/ 7 w 27"/>
                <a:gd name="T3" fmla="*/ 90 h 108"/>
                <a:gd name="T4" fmla="*/ 11 w 27"/>
                <a:gd name="T5" fmla="*/ 83 h 108"/>
                <a:gd name="T6" fmla="*/ 12 w 27"/>
                <a:gd name="T7" fmla="*/ 83 h 108"/>
                <a:gd name="T8" fmla="*/ 6 w 27"/>
                <a:gd name="T9" fmla="*/ 22 h 108"/>
                <a:gd name="T10" fmla="*/ 0 w 27"/>
                <a:gd name="T11" fmla="*/ 3 h 108"/>
                <a:gd name="T12" fmla="*/ 18 w 27"/>
                <a:gd name="T13" fmla="*/ 0 h 108"/>
                <a:gd name="T14" fmla="*/ 22 w 27"/>
                <a:gd name="T15" fmla="*/ 21 h 108"/>
                <a:gd name="T16" fmla="*/ 22 w 27"/>
                <a:gd name="T17" fmla="*/ 83 h 108"/>
                <a:gd name="T18" fmla="*/ 26 w 27"/>
                <a:gd name="T19" fmla="*/ 98 h 108"/>
                <a:gd name="T20" fmla="*/ 16 w 27"/>
                <a:gd name="T21" fmla="*/ 108 h 108"/>
                <a:gd name="T22" fmla="*/ 5 w 27"/>
                <a:gd name="T23" fmla="*/ 99 h 108"/>
                <a:gd name="T24" fmla="*/ 9 w 27"/>
                <a:gd name="T25" fmla="*/ 93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108">
                  <a:moveTo>
                    <a:pt x="9" y="93"/>
                  </a:moveTo>
                  <a:cubicBezTo>
                    <a:pt x="9" y="93"/>
                    <a:pt x="7" y="92"/>
                    <a:pt x="7" y="90"/>
                  </a:cubicBezTo>
                  <a:cubicBezTo>
                    <a:pt x="6" y="87"/>
                    <a:pt x="11" y="83"/>
                    <a:pt x="11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9"/>
                    <a:pt x="27" y="95"/>
                    <a:pt x="26" y="98"/>
                  </a:cubicBezTo>
                  <a:cubicBezTo>
                    <a:pt x="23" y="101"/>
                    <a:pt x="19" y="108"/>
                    <a:pt x="16" y="108"/>
                  </a:cubicBezTo>
                  <a:cubicBezTo>
                    <a:pt x="12" y="106"/>
                    <a:pt x="7" y="104"/>
                    <a:pt x="5" y="99"/>
                  </a:cubicBezTo>
                  <a:cubicBezTo>
                    <a:pt x="6" y="96"/>
                    <a:pt x="9" y="93"/>
                    <a:pt x="9" y="93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任意多边形: 形状 17" descr="cc2528bf-5a65-44e0-819d-954c49cda216"/>
            <p:cNvSpPr/>
            <p:nvPr/>
          </p:nvSpPr>
          <p:spPr bwMode="auto">
            <a:xfrm>
              <a:off x="6779418" y="2935288"/>
              <a:ext cx="50800" cy="19050"/>
            </a:xfrm>
            <a:custGeom>
              <a:gdLst>
                <a:gd name="T0" fmla="*/ 2 w 32"/>
                <a:gd name="T1" fmla="*/ 12 h 12"/>
                <a:gd name="T2" fmla="*/ 0 w 32"/>
                <a:gd name="T3" fmla="*/ 5 h 12"/>
                <a:gd name="T4" fmla="*/ 31 w 32"/>
                <a:gd name="T5" fmla="*/ 0 h 12"/>
                <a:gd name="T6" fmla="*/ 32 w 32"/>
                <a:gd name="T7" fmla="*/ 7 h 12"/>
                <a:gd name="T8" fmla="*/ 2 w 32"/>
                <a:gd name="T9" fmla="*/ 12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2">
                  <a:moveTo>
                    <a:pt x="2" y="12"/>
                  </a:moveTo>
                  <a:lnTo>
                    <a:pt x="0" y="5"/>
                  </a:lnTo>
                  <a:lnTo>
                    <a:pt x="31" y="0"/>
                  </a:lnTo>
                  <a:lnTo>
                    <a:pt x="32" y="7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任意多边形: 形状 18" descr="8e7e1117-cea8-4920-a8fa-250ef720151f"/>
            <p:cNvSpPr/>
            <p:nvPr/>
          </p:nvSpPr>
          <p:spPr bwMode="auto">
            <a:xfrm>
              <a:off x="6744493" y="2757488"/>
              <a:ext cx="85725" cy="188913"/>
            </a:xfrm>
            <a:custGeom>
              <a:gdLst>
                <a:gd name="T0" fmla="*/ 9 w 32"/>
                <a:gd name="T1" fmla="*/ 0 h 69"/>
                <a:gd name="T2" fmla="*/ 32 w 32"/>
                <a:gd name="T3" fmla="*/ 65 h 69"/>
                <a:gd name="T4" fmla="*/ 11 w 32"/>
                <a:gd name="T5" fmla="*/ 69 h 69"/>
                <a:gd name="T6" fmla="*/ 0 w 32"/>
                <a:gd name="T7" fmla="*/ 34 h 69"/>
                <a:gd name="T8" fmla="*/ 9 w 32"/>
                <a:gd name="T9" fmla="*/ 0 h 6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9">
                  <a:moveTo>
                    <a:pt x="9" y="0"/>
                  </a:moveTo>
                  <a:cubicBezTo>
                    <a:pt x="19" y="0"/>
                    <a:pt x="32" y="65"/>
                    <a:pt x="32" y="65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3" y="0"/>
                    <a:pt x="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任意多边形: 形状 19" descr="87f2cdac-e71b-4f69-896b-01ca45d9185f"/>
            <p:cNvSpPr/>
            <p:nvPr/>
          </p:nvSpPr>
          <p:spPr bwMode="auto">
            <a:xfrm>
              <a:off x="6580981" y="2616201"/>
              <a:ext cx="31750" cy="44450"/>
            </a:xfrm>
            <a:custGeom>
              <a:gdLst>
                <a:gd name="T0" fmla="*/ 8 w 12"/>
                <a:gd name="T1" fmla="*/ 15 h 16"/>
                <a:gd name="T2" fmla="*/ 1 w 12"/>
                <a:gd name="T3" fmla="*/ 9 h 16"/>
                <a:gd name="T4" fmla="*/ 5 w 12"/>
                <a:gd name="T5" fmla="*/ 1 h 16"/>
                <a:gd name="T6" fmla="*/ 8 w 12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8" y="15"/>
                  </a:moveTo>
                  <a:cubicBezTo>
                    <a:pt x="5" y="16"/>
                    <a:pt x="1" y="13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14"/>
                    <a:pt x="8" y="1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任意多边形: 形状 20" descr="60239200-b5bc-472c-8a23-ba95096ab535"/>
            <p:cNvSpPr/>
            <p:nvPr/>
          </p:nvSpPr>
          <p:spPr bwMode="auto">
            <a:xfrm>
              <a:off x="6714331" y="2616201"/>
              <a:ext cx="31750" cy="44450"/>
            </a:xfrm>
            <a:custGeom>
              <a:gdLst>
                <a:gd name="T0" fmla="*/ 4 w 12"/>
                <a:gd name="T1" fmla="*/ 15 h 16"/>
                <a:gd name="T2" fmla="*/ 11 w 12"/>
                <a:gd name="T3" fmla="*/ 9 h 16"/>
                <a:gd name="T4" fmla="*/ 6 w 12"/>
                <a:gd name="T5" fmla="*/ 1 h 16"/>
                <a:gd name="T6" fmla="*/ 4 w 12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4" y="15"/>
                  </a:moveTo>
                  <a:cubicBezTo>
                    <a:pt x="7" y="16"/>
                    <a:pt x="10" y="13"/>
                    <a:pt x="11" y="9"/>
                  </a:cubicBezTo>
                  <a:cubicBezTo>
                    <a:pt x="12" y="6"/>
                    <a:pt x="10" y="2"/>
                    <a:pt x="6" y="1"/>
                  </a:cubicBezTo>
                  <a:cubicBezTo>
                    <a:pt x="3" y="0"/>
                    <a:pt x="0" y="14"/>
                    <a:pt x="4" y="1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任意多边形: 形状 21" descr="0772c27a-732e-47bf-855a-bc16b091e002"/>
            <p:cNvSpPr/>
            <p:nvPr/>
          </p:nvSpPr>
          <p:spPr bwMode="auto">
            <a:xfrm>
              <a:off x="6574631" y="2551113"/>
              <a:ext cx="182563" cy="176213"/>
            </a:xfrm>
            <a:custGeom>
              <a:gdLst>
                <a:gd name="T0" fmla="*/ 33 w 67"/>
                <a:gd name="T1" fmla="*/ 65 h 65"/>
                <a:gd name="T2" fmla="*/ 57 w 67"/>
                <a:gd name="T3" fmla="*/ 16 h 65"/>
                <a:gd name="T4" fmla="*/ 33 w 67"/>
                <a:gd name="T5" fmla="*/ 0 h 65"/>
                <a:gd name="T6" fmla="*/ 9 w 67"/>
                <a:gd name="T7" fmla="*/ 16 h 65"/>
                <a:gd name="T8" fmla="*/ 33 w 67"/>
                <a:gd name="T9" fmla="*/ 65 h 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5">
                  <a:moveTo>
                    <a:pt x="33" y="65"/>
                  </a:moveTo>
                  <a:cubicBezTo>
                    <a:pt x="67" y="51"/>
                    <a:pt x="57" y="16"/>
                    <a:pt x="57" y="16"/>
                  </a:cubicBezTo>
                  <a:cubicBezTo>
                    <a:pt x="57" y="16"/>
                    <a:pt x="55" y="0"/>
                    <a:pt x="33" y="0"/>
                  </a:cubicBezTo>
                  <a:cubicBezTo>
                    <a:pt x="14" y="0"/>
                    <a:pt x="9" y="16"/>
                    <a:pt x="9" y="16"/>
                  </a:cubicBezTo>
                  <a:cubicBezTo>
                    <a:pt x="9" y="16"/>
                    <a:pt x="0" y="52"/>
                    <a:pt x="33" y="6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任意多边形: 形状 22" descr="2e70e150-e6c3-4d0e-8eab-11b9305fde19"/>
            <p:cNvSpPr/>
            <p:nvPr/>
          </p:nvSpPr>
          <p:spPr bwMode="auto">
            <a:xfrm>
              <a:off x="6573043" y="2528888"/>
              <a:ext cx="184150" cy="106363"/>
            </a:xfrm>
            <a:custGeom>
              <a:gdLst>
                <a:gd name="T0" fmla="*/ 7 w 68"/>
                <a:gd name="T1" fmla="*/ 34 h 39"/>
                <a:gd name="T2" fmla="*/ 12 w 68"/>
                <a:gd name="T3" fmla="*/ 37 h 39"/>
                <a:gd name="T4" fmla="*/ 13 w 68"/>
                <a:gd name="T5" fmla="*/ 21 h 39"/>
                <a:gd name="T6" fmla="*/ 51 w 68"/>
                <a:gd name="T7" fmla="*/ 33 h 39"/>
                <a:gd name="T8" fmla="*/ 54 w 68"/>
                <a:gd name="T9" fmla="*/ 20 h 39"/>
                <a:gd name="T10" fmla="*/ 56 w 68"/>
                <a:gd name="T11" fmla="*/ 38 h 39"/>
                <a:gd name="T12" fmla="*/ 61 w 68"/>
                <a:gd name="T13" fmla="*/ 34 h 39"/>
                <a:gd name="T14" fmla="*/ 34 w 68"/>
                <a:gd name="T15" fmla="*/ 0 h 39"/>
                <a:gd name="T16" fmla="*/ 7 w 68"/>
                <a:gd name="T17" fmla="*/ 34 h 3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39">
                  <a:moveTo>
                    <a:pt x="7" y="34"/>
                  </a:moveTo>
                  <a:cubicBezTo>
                    <a:pt x="9" y="33"/>
                    <a:pt x="12" y="37"/>
                    <a:pt x="12" y="37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1"/>
                    <a:pt x="25" y="37"/>
                    <a:pt x="51" y="33"/>
                  </a:cubicBezTo>
                  <a:cubicBezTo>
                    <a:pt x="46" y="22"/>
                    <a:pt x="54" y="20"/>
                    <a:pt x="54" y="20"/>
                  </a:cubicBezTo>
                  <a:cubicBezTo>
                    <a:pt x="54" y="20"/>
                    <a:pt x="56" y="39"/>
                    <a:pt x="56" y="38"/>
                  </a:cubicBezTo>
                  <a:cubicBezTo>
                    <a:pt x="57" y="34"/>
                    <a:pt x="61" y="34"/>
                    <a:pt x="61" y="34"/>
                  </a:cubicBezTo>
                  <a:cubicBezTo>
                    <a:pt x="61" y="34"/>
                    <a:pt x="68" y="0"/>
                    <a:pt x="34" y="0"/>
                  </a:cubicBezTo>
                  <a:cubicBezTo>
                    <a:pt x="0" y="0"/>
                    <a:pt x="7" y="33"/>
                    <a:pt x="7" y="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任意多边形: 形状 23" descr="f5382b1f-e079-4de8-ac47-0f5838a24a68"/>
            <p:cNvSpPr/>
            <p:nvPr/>
          </p:nvSpPr>
          <p:spPr bwMode="auto">
            <a:xfrm>
              <a:off x="6646068" y="2684463"/>
              <a:ext cx="34925" cy="15875"/>
            </a:xfrm>
            <a:custGeom>
              <a:gdLst>
                <a:gd name="T0" fmla="*/ 6 w 13"/>
                <a:gd name="T1" fmla="*/ 6 h 6"/>
                <a:gd name="T2" fmla="*/ 13 w 13"/>
                <a:gd name="T3" fmla="*/ 3 h 6"/>
                <a:gd name="T4" fmla="*/ 8 w 13"/>
                <a:gd name="T5" fmla="*/ 0 h 6"/>
                <a:gd name="T6" fmla="*/ 6 w 13"/>
                <a:gd name="T7" fmla="*/ 1 h 6"/>
                <a:gd name="T8" fmla="*/ 4 w 13"/>
                <a:gd name="T9" fmla="*/ 0 h 6"/>
                <a:gd name="T10" fmla="*/ 0 w 13"/>
                <a:gd name="T11" fmla="*/ 3 h 6"/>
                <a:gd name="T12" fmla="*/ 6 w 13"/>
                <a:gd name="T13" fmla="*/ 6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6">
                  <a:moveTo>
                    <a:pt x="6" y="6"/>
                  </a:moveTo>
                  <a:cubicBezTo>
                    <a:pt x="10" y="6"/>
                    <a:pt x="13" y="3"/>
                    <a:pt x="13" y="3"/>
                  </a:cubicBezTo>
                  <a:cubicBezTo>
                    <a:pt x="13" y="2"/>
                    <a:pt x="9" y="0"/>
                    <a:pt x="8" y="0"/>
                  </a:cubicBezTo>
                  <a:cubicBezTo>
                    <a:pt x="8" y="0"/>
                    <a:pt x="7" y="1"/>
                    <a:pt x="6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0" y="2"/>
                    <a:pt x="0" y="3"/>
                  </a:cubicBezTo>
                  <a:cubicBezTo>
                    <a:pt x="0" y="3"/>
                    <a:pt x="3" y="6"/>
                    <a:pt x="6" y="6"/>
                  </a:cubicBezTo>
                  <a:close/>
                </a:path>
              </a:pathLst>
            </a:custGeom>
            <a:solidFill>
              <a:srgbClr val="C2676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任意多边形: 形状 24" descr="0203b714-0a29-411b-b540-d90fe81b48e3"/>
            <p:cNvSpPr/>
            <p:nvPr/>
          </p:nvSpPr>
          <p:spPr bwMode="auto">
            <a:xfrm>
              <a:off x="6546056" y="2736851"/>
              <a:ext cx="238125" cy="382588"/>
            </a:xfrm>
            <a:custGeom>
              <a:gdLst>
                <a:gd name="T0" fmla="*/ 7 w 88"/>
                <a:gd name="T1" fmla="*/ 118 h 141"/>
                <a:gd name="T2" fmla="*/ 0 w 88"/>
                <a:gd name="T3" fmla="*/ 141 h 141"/>
                <a:gd name="T4" fmla="*/ 88 w 88"/>
                <a:gd name="T5" fmla="*/ 141 h 141"/>
                <a:gd name="T6" fmla="*/ 80 w 88"/>
                <a:gd name="T7" fmla="*/ 115 h 141"/>
                <a:gd name="T8" fmla="*/ 76 w 88"/>
                <a:gd name="T9" fmla="*/ 54 h 141"/>
                <a:gd name="T10" fmla="*/ 81 w 88"/>
                <a:gd name="T11" fmla="*/ 40 h 141"/>
                <a:gd name="T12" fmla="*/ 77 w 88"/>
                <a:gd name="T13" fmla="*/ 29 h 141"/>
                <a:gd name="T14" fmla="*/ 83 w 88"/>
                <a:gd name="T15" fmla="*/ 8 h 141"/>
                <a:gd name="T16" fmla="*/ 57 w 88"/>
                <a:gd name="T17" fmla="*/ 0 h 141"/>
                <a:gd name="T18" fmla="*/ 57 w 88"/>
                <a:gd name="T19" fmla="*/ 0 h 141"/>
                <a:gd name="T20" fmla="*/ 55 w 88"/>
                <a:gd name="T21" fmla="*/ 0 h 141"/>
                <a:gd name="T22" fmla="*/ 45 w 88"/>
                <a:gd name="T23" fmla="*/ 12 h 141"/>
                <a:gd name="T24" fmla="*/ 44 w 88"/>
                <a:gd name="T25" fmla="*/ 13 h 141"/>
                <a:gd name="T26" fmla="*/ 42 w 88"/>
                <a:gd name="T27" fmla="*/ 12 h 141"/>
                <a:gd name="T28" fmla="*/ 32 w 88"/>
                <a:gd name="T29" fmla="*/ 0 h 141"/>
                <a:gd name="T30" fmla="*/ 30 w 88"/>
                <a:gd name="T31" fmla="*/ 0 h 141"/>
                <a:gd name="T32" fmla="*/ 30 w 88"/>
                <a:gd name="T33" fmla="*/ 0 h 141"/>
                <a:gd name="T34" fmla="*/ 4 w 88"/>
                <a:gd name="T35" fmla="*/ 8 h 141"/>
                <a:gd name="T36" fmla="*/ 9 w 88"/>
                <a:gd name="T37" fmla="*/ 30 h 141"/>
                <a:gd name="T38" fmla="*/ 6 w 88"/>
                <a:gd name="T39" fmla="*/ 40 h 141"/>
                <a:gd name="T40" fmla="*/ 11 w 88"/>
                <a:gd name="T41" fmla="*/ 54 h 141"/>
                <a:gd name="T42" fmla="*/ 7 w 88"/>
                <a:gd name="T43" fmla="*/ 118 h 1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8" h="141">
                  <a:moveTo>
                    <a:pt x="7" y="118"/>
                  </a:moveTo>
                  <a:cubicBezTo>
                    <a:pt x="0" y="141"/>
                    <a:pt x="0" y="141"/>
                    <a:pt x="0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75" y="85"/>
                    <a:pt x="76" y="54"/>
                  </a:cubicBezTo>
                  <a:cubicBezTo>
                    <a:pt x="79" y="50"/>
                    <a:pt x="81" y="45"/>
                    <a:pt x="81" y="40"/>
                  </a:cubicBezTo>
                  <a:cubicBezTo>
                    <a:pt x="81" y="36"/>
                    <a:pt x="80" y="33"/>
                    <a:pt x="77" y="29"/>
                  </a:cubicBezTo>
                  <a:cubicBezTo>
                    <a:pt x="79" y="21"/>
                    <a:pt x="80" y="14"/>
                    <a:pt x="83" y="8"/>
                  </a:cubicBezTo>
                  <a:cubicBezTo>
                    <a:pt x="81" y="6"/>
                    <a:pt x="58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6" y="0"/>
                    <a:pt x="56" y="0"/>
                    <a:pt x="55" y="0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5" y="13"/>
                    <a:pt x="44" y="13"/>
                    <a:pt x="44" y="13"/>
                  </a:cubicBezTo>
                  <a:cubicBezTo>
                    <a:pt x="43" y="13"/>
                    <a:pt x="43" y="13"/>
                    <a:pt x="42" y="1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0"/>
                    <a:pt x="6" y="6"/>
                    <a:pt x="4" y="8"/>
                  </a:cubicBezTo>
                  <a:cubicBezTo>
                    <a:pt x="7" y="15"/>
                    <a:pt x="8" y="22"/>
                    <a:pt x="9" y="30"/>
                  </a:cubicBezTo>
                  <a:cubicBezTo>
                    <a:pt x="7" y="33"/>
                    <a:pt x="6" y="37"/>
                    <a:pt x="6" y="40"/>
                  </a:cubicBezTo>
                  <a:cubicBezTo>
                    <a:pt x="6" y="45"/>
                    <a:pt x="8" y="50"/>
                    <a:pt x="11" y="54"/>
                  </a:cubicBezTo>
                  <a:cubicBezTo>
                    <a:pt x="13" y="88"/>
                    <a:pt x="7" y="118"/>
                    <a:pt x="7" y="11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椭圆 25" descr="35037fc5-2926-4f78-b79f-dad275ad82d7"/>
            <p:cNvSpPr>
              <a:spLocks noChangeArrowheads="1"/>
            </p:cNvSpPr>
            <p:nvPr/>
          </p:nvSpPr>
          <p:spPr bwMode="auto">
            <a:xfrm>
              <a:off x="6660356" y="2779713"/>
              <a:ext cx="9525" cy="14288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椭圆 26" descr="2e6f38c3-1ad1-4de7-8896-e7430a949997"/>
            <p:cNvSpPr>
              <a:spLocks noChangeArrowheads="1"/>
            </p:cNvSpPr>
            <p:nvPr/>
          </p:nvSpPr>
          <p:spPr bwMode="auto">
            <a:xfrm>
              <a:off x="6680993" y="2776538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椭圆 27" descr="e61a5f3f-31f2-4a23-aa7c-f0fc167d505d"/>
            <p:cNvSpPr>
              <a:spLocks noChangeArrowheads="1"/>
            </p:cNvSpPr>
            <p:nvPr/>
          </p:nvSpPr>
          <p:spPr bwMode="auto">
            <a:xfrm>
              <a:off x="6698456" y="2760663"/>
              <a:ext cx="9525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椭圆 28" descr="e90baecd-8878-49f2-afd6-c2b1980ba651"/>
            <p:cNvSpPr>
              <a:spLocks noChangeArrowheads="1"/>
            </p:cNvSpPr>
            <p:nvPr/>
          </p:nvSpPr>
          <p:spPr bwMode="auto">
            <a:xfrm>
              <a:off x="6703218" y="2741613"/>
              <a:ext cx="12700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椭圆 29" descr="7b63079b-4489-4946-8cde-af2c59461380"/>
            <p:cNvSpPr>
              <a:spLocks noChangeArrowheads="1"/>
            </p:cNvSpPr>
            <p:nvPr/>
          </p:nvSpPr>
          <p:spPr bwMode="auto">
            <a:xfrm>
              <a:off x="6634956" y="2776538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椭圆 30" descr="cbe81466-ff4f-4235-9899-caf4be7d48f4"/>
            <p:cNvSpPr>
              <a:spLocks noChangeArrowheads="1"/>
            </p:cNvSpPr>
            <p:nvPr/>
          </p:nvSpPr>
          <p:spPr bwMode="auto">
            <a:xfrm>
              <a:off x="6622256" y="2760663"/>
              <a:ext cx="9525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椭圆 31" descr="604e57b8-815c-488d-9756-3ca4ec8fc911"/>
            <p:cNvSpPr>
              <a:spLocks noChangeArrowheads="1"/>
            </p:cNvSpPr>
            <p:nvPr/>
          </p:nvSpPr>
          <p:spPr bwMode="auto">
            <a:xfrm>
              <a:off x="6612731" y="2741613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任意多边形: 形状 32" descr="9d473023-5bd7-4fc8-90f2-f091b0bec37b"/>
            <p:cNvSpPr/>
            <p:nvPr/>
          </p:nvSpPr>
          <p:spPr bwMode="auto">
            <a:xfrm>
              <a:off x="6615906" y="2738438"/>
              <a:ext cx="98425" cy="49213"/>
            </a:xfrm>
            <a:custGeom>
              <a:gdLst>
                <a:gd name="T0" fmla="*/ 18 w 36"/>
                <a:gd name="T1" fmla="*/ 18 h 18"/>
                <a:gd name="T2" fmla="*/ 0 w 36"/>
                <a:gd name="T3" fmla="*/ 0 h 18"/>
                <a:gd name="T4" fmla="*/ 0 w 36"/>
                <a:gd name="T5" fmla="*/ 0 h 18"/>
                <a:gd name="T6" fmla="*/ 1 w 36"/>
                <a:gd name="T7" fmla="*/ 0 h 18"/>
                <a:gd name="T8" fmla="*/ 18 w 36"/>
                <a:gd name="T9" fmla="*/ 17 h 18"/>
                <a:gd name="T10" fmla="*/ 35 w 36"/>
                <a:gd name="T11" fmla="*/ 0 h 18"/>
                <a:gd name="T12" fmla="*/ 35 w 36"/>
                <a:gd name="T13" fmla="*/ 0 h 18"/>
                <a:gd name="T14" fmla="*/ 36 w 36"/>
                <a:gd name="T15" fmla="*/ 0 h 18"/>
                <a:gd name="T16" fmla="*/ 18 w 36"/>
                <a:gd name="T17" fmla="*/ 1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8">
                  <a:moveTo>
                    <a:pt x="18" y="18"/>
                  </a:moveTo>
                  <a:cubicBezTo>
                    <a:pt x="2" y="18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3" y="17"/>
                    <a:pt x="18" y="17"/>
                  </a:cubicBezTo>
                  <a:cubicBezTo>
                    <a:pt x="33" y="17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4" y="18"/>
                    <a:pt x="18" y="18"/>
                  </a:cubicBez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任意多边形: 形状 33" descr="363c8084-975e-42e5-b828-21348e727ad9"/>
            <p:cNvSpPr/>
            <p:nvPr/>
          </p:nvSpPr>
          <p:spPr bwMode="auto">
            <a:xfrm>
              <a:off x="5636418" y="3713163"/>
              <a:ext cx="174625" cy="58738"/>
            </a:xfrm>
            <a:custGeom>
              <a:gdLst>
                <a:gd name="T0" fmla="*/ 32 w 64"/>
                <a:gd name="T1" fmla="*/ 0 h 22"/>
                <a:gd name="T2" fmla="*/ 62 w 64"/>
                <a:gd name="T3" fmla="*/ 15 h 22"/>
                <a:gd name="T4" fmla="*/ 62 w 64"/>
                <a:gd name="T5" fmla="*/ 22 h 22"/>
                <a:gd name="T6" fmla="*/ 0 w 64"/>
                <a:gd name="T7" fmla="*/ 22 h 22"/>
                <a:gd name="T8" fmla="*/ 0 w 64"/>
                <a:gd name="T9" fmla="*/ 0 h 22"/>
                <a:gd name="T10" fmla="*/ 32 w 64"/>
                <a:gd name="T11" fmla="*/ 0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2">
                  <a:moveTo>
                    <a:pt x="32" y="0"/>
                  </a:moveTo>
                  <a:cubicBezTo>
                    <a:pt x="32" y="0"/>
                    <a:pt x="61" y="13"/>
                    <a:pt x="62" y="15"/>
                  </a:cubicBezTo>
                  <a:cubicBezTo>
                    <a:pt x="64" y="16"/>
                    <a:pt x="62" y="22"/>
                    <a:pt x="6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任意多边形: 形状 34" descr="7ebea779-229c-4fdc-97ee-e51daaa02de8"/>
            <p:cNvSpPr/>
            <p:nvPr/>
          </p:nvSpPr>
          <p:spPr bwMode="auto">
            <a:xfrm>
              <a:off x="5463381" y="3713163"/>
              <a:ext cx="173038" cy="58738"/>
            </a:xfrm>
            <a:custGeom>
              <a:gdLst>
                <a:gd name="T0" fmla="*/ 31 w 64"/>
                <a:gd name="T1" fmla="*/ 0 h 22"/>
                <a:gd name="T2" fmla="*/ 1 w 64"/>
                <a:gd name="T3" fmla="*/ 15 h 22"/>
                <a:gd name="T4" fmla="*/ 1 w 64"/>
                <a:gd name="T5" fmla="*/ 22 h 22"/>
                <a:gd name="T6" fmla="*/ 64 w 64"/>
                <a:gd name="T7" fmla="*/ 22 h 22"/>
                <a:gd name="T8" fmla="*/ 64 w 64"/>
                <a:gd name="T9" fmla="*/ 0 h 22"/>
                <a:gd name="T10" fmla="*/ 31 w 64"/>
                <a:gd name="T11" fmla="*/ 0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2">
                  <a:moveTo>
                    <a:pt x="31" y="0"/>
                  </a:moveTo>
                  <a:cubicBezTo>
                    <a:pt x="31" y="0"/>
                    <a:pt x="3" y="13"/>
                    <a:pt x="1" y="15"/>
                  </a:cubicBezTo>
                  <a:cubicBezTo>
                    <a:pt x="0" y="16"/>
                    <a:pt x="1" y="22"/>
                    <a:pt x="1" y="22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0"/>
                    <a:pt x="64" y="0"/>
                    <a:pt x="64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任意多边形: 形状 35" descr="4cee9ba2-41df-4427-9951-7dfb4fcbf4e2"/>
            <p:cNvSpPr/>
            <p:nvPr/>
          </p:nvSpPr>
          <p:spPr bwMode="auto">
            <a:xfrm>
              <a:off x="5506243" y="3024188"/>
              <a:ext cx="261938" cy="688975"/>
            </a:xfrm>
            <a:custGeom>
              <a:gdLst>
                <a:gd name="T0" fmla="*/ 0 w 165"/>
                <a:gd name="T1" fmla="*/ 79 h 434"/>
                <a:gd name="T2" fmla="*/ 24 w 165"/>
                <a:gd name="T3" fmla="*/ 434 h 434"/>
                <a:gd name="T4" fmla="*/ 82 w 165"/>
                <a:gd name="T5" fmla="*/ 434 h 434"/>
                <a:gd name="T6" fmla="*/ 137 w 165"/>
                <a:gd name="T7" fmla="*/ 434 h 434"/>
                <a:gd name="T8" fmla="*/ 165 w 165"/>
                <a:gd name="T9" fmla="*/ 79 h 434"/>
                <a:gd name="T10" fmla="*/ 149 w 165"/>
                <a:gd name="T11" fmla="*/ 0 h 434"/>
                <a:gd name="T12" fmla="*/ 16 w 165"/>
                <a:gd name="T13" fmla="*/ 0 h 434"/>
                <a:gd name="T14" fmla="*/ 0 w 165"/>
                <a:gd name="T15" fmla="*/ 79 h 4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433">
                  <a:moveTo>
                    <a:pt x="0" y="79"/>
                  </a:moveTo>
                  <a:lnTo>
                    <a:pt x="24" y="434"/>
                  </a:lnTo>
                  <a:lnTo>
                    <a:pt x="82" y="434"/>
                  </a:lnTo>
                  <a:lnTo>
                    <a:pt x="137" y="434"/>
                  </a:lnTo>
                  <a:lnTo>
                    <a:pt x="165" y="79"/>
                  </a:lnTo>
                  <a:lnTo>
                    <a:pt x="149" y="0"/>
                  </a:lnTo>
                  <a:lnTo>
                    <a:pt x="16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矩形 36" descr="7961e71f-d5dc-4adf-83b5-438e5ea8a39d"/>
            <p:cNvSpPr>
              <a:spLocks noChangeArrowheads="1"/>
            </p:cNvSpPr>
            <p:nvPr/>
          </p:nvSpPr>
          <p:spPr bwMode="auto">
            <a:xfrm>
              <a:off x="5607843" y="2627313"/>
              <a:ext cx="61913" cy="109538"/>
            </a:xfrm>
            <a:prstGeom prst="rect">
              <a:avLst/>
            </a:prstGeom>
            <a:solidFill>
              <a:srgbClr val="B3807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任意多边形: 形状 37" descr="01a914bc-84ab-4cf3-86e5-33efaf067c93"/>
            <p:cNvSpPr/>
            <p:nvPr/>
          </p:nvSpPr>
          <p:spPr bwMode="auto">
            <a:xfrm>
              <a:off x="5437981" y="2859088"/>
              <a:ext cx="68263" cy="371475"/>
            </a:xfrm>
            <a:custGeom>
              <a:gdLst>
                <a:gd name="T0" fmla="*/ 20 w 25"/>
                <a:gd name="T1" fmla="*/ 119 h 137"/>
                <a:gd name="T2" fmla="*/ 23 w 25"/>
                <a:gd name="T3" fmla="*/ 115 h 137"/>
                <a:gd name="T4" fmla="*/ 18 w 25"/>
                <a:gd name="T5" fmla="*/ 108 h 137"/>
                <a:gd name="T6" fmla="*/ 17 w 25"/>
                <a:gd name="T7" fmla="*/ 108 h 137"/>
                <a:gd name="T8" fmla="*/ 18 w 25"/>
                <a:gd name="T9" fmla="*/ 108 h 137"/>
                <a:gd name="T10" fmla="*/ 19 w 25"/>
                <a:gd name="T11" fmla="*/ 47 h 137"/>
                <a:gd name="T12" fmla="*/ 19 w 25"/>
                <a:gd name="T13" fmla="*/ 34 h 137"/>
                <a:gd name="T14" fmla="*/ 24 w 25"/>
                <a:gd name="T15" fmla="*/ 5 h 137"/>
                <a:gd name="T16" fmla="*/ 4 w 25"/>
                <a:gd name="T17" fmla="*/ 0 h 137"/>
                <a:gd name="T18" fmla="*/ 0 w 25"/>
                <a:gd name="T19" fmla="*/ 36 h 137"/>
                <a:gd name="T20" fmla="*/ 5 w 25"/>
                <a:gd name="T21" fmla="*/ 107 h 137"/>
                <a:gd name="T22" fmla="*/ 0 w 25"/>
                <a:gd name="T23" fmla="*/ 125 h 137"/>
                <a:gd name="T24" fmla="*/ 13 w 25"/>
                <a:gd name="T25" fmla="*/ 137 h 137"/>
                <a:gd name="T26" fmla="*/ 25 w 25"/>
                <a:gd name="T27" fmla="*/ 126 h 137"/>
                <a:gd name="T28" fmla="*/ 20 w 25"/>
                <a:gd name="T29" fmla="*/ 119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137">
                  <a:moveTo>
                    <a:pt x="20" y="119"/>
                  </a:moveTo>
                  <a:cubicBezTo>
                    <a:pt x="20" y="119"/>
                    <a:pt x="22" y="118"/>
                    <a:pt x="23" y="115"/>
                  </a:cubicBezTo>
                  <a:cubicBezTo>
                    <a:pt x="23" y="112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5" y="114"/>
                    <a:pt x="0" y="121"/>
                    <a:pt x="0" y="125"/>
                  </a:cubicBezTo>
                  <a:cubicBezTo>
                    <a:pt x="3" y="129"/>
                    <a:pt x="8" y="137"/>
                    <a:pt x="13" y="137"/>
                  </a:cubicBezTo>
                  <a:cubicBezTo>
                    <a:pt x="17" y="135"/>
                    <a:pt x="23" y="132"/>
                    <a:pt x="25" y="126"/>
                  </a:cubicBezTo>
                  <a:cubicBezTo>
                    <a:pt x="24" y="122"/>
                    <a:pt x="20" y="119"/>
                    <a:pt x="20" y="119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任意多边形: 形状 38" descr="0d63419c-05ee-4721-8db7-595883ac1480"/>
            <p:cNvSpPr/>
            <p:nvPr/>
          </p:nvSpPr>
          <p:spPr bwMode="auto">
            <a:xfrm>
              <a:off x="5441156" y="2859088"/>
              <a:ext cx="61913" cy="77788"/>
            </a:xfrm>
            <a:custGeom>
              <a:gdLst>
                <a:gd name="T0" fmla="*/ 39 w 39"/>
                <a:gd name="T1" fmla="*/ 8 h 49"/>
                <a:gd name="T2" fmla="*/ 33 w 39"/>
                <a:gd name="T3" fmla="*/ 49 h 49"/>
                <a:gd name="T4" fmla="*/ 0 w 39"/>
                <a:gd name="T5" fmla="*/ 43 h 49"/>
                <a:gd name="T6" fmla="*/ 5 w 39"/>
                <a:gd name="T7" fmla="*/ 0 h 49"/>
                <a:gd name="T8" fmla="*/ 39 w 39"/>
                <a:gd name="T9" fmla="*/ 8 h 4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9">
                  <a:moveTo>
                    <a:pt x="39" y="8"/>
                  </a:moveTo>
                  <a:lnTo>
                    <a:pt x="33" y="49"/>
                  </a:lnTo>
                  <a:lnTo>
                    <a:pt x="0" y="43"/>
                  </a:lnTo>
                  <a:lnTo>
                    <a:pt x="5" y="0"/>
                  </a:lnTo>
                  <a:lnTo>
                    <a:pt x="39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任意多边形: 形状 39" descr="2e20f171-f0b9-464f-b4d1-9d36941a3000"/>
            <p:cNvSpPr/>
            <p:nvPr/>
          </p:nvSpPr>
          <p:spPr bwMode="auto">
            <a:xfrm>
              <a:off x="5769768" y="2867026"/>
              <a:ext cx="68263" cy="369888"/>
            </a:xfrm>
            <a:custGeom>
              <a:gdLst>
                <a:gd name="T0" fmla="*/ 5 w 25"/>
                <a:gd name="T1" fmla="*/ 118 h 136"/>
                <a:gd name="T2" fmla="*/ 2 w 25"/>
                <a:gd name="T3" fmla="*/ 114 h 136"/>
                <a:gd name="T4" fmla="*/ 7 w 25"/>
                <a:gd name="T5" fmla="*/ 107 h 136"/>
                <a:gd name="T6" fmla="*/ 8 w 25"/>
                <a:gd name="T7" fmla="*/ 107 h 136"/>
                <a:gd name="T8" fmla="*/ 7 w 25"/>
                <a:gd name="T9" fmla="*/ 107 h 136"/>
                <a:gd name="T10" fmla="*/ 6 w 25"/>
                <a:gd name="T11" fmla="*/ 46 h 136"/>
                <a:gd name="T12" fmla="*/ 6 w 25"/>
                <a:gd name="T13" fmla="*/ 33 h 136"/>
                <a:gd name="T14" fmla="*/ 1 w 25"/>
                <a:gd name="T15" fmla="*/ 4 h 136"/>
                <a:gd name="T16" fmla="*/ 20 w 25"/>
                <a:gd name="T17" fmla="*/ 0 h 136"/>
                <a:gd name="T18" fmla="*/ 25 w 25"/>
                <a:gd name="T19" fmla="*/ 36 h 136"/>
                <a:gd name="T20" fmla="*/ 20 w 25"/>
                <a:gd name="T21" fmla="*/ 107 h 136"/>
                <a:gd name="T22" fmla="*/ 24 w 25"/>
                <a:gd name="T23" fmla="*/ 124 h 136"/>
                <a:gd name="T24" fmla="*/ 12 w 25"/>
                <a:gd name="T25" fmla="*/ 136 h 136"/>
                <a:gd name="T26" fmla="*/ 0 w 25"/>
                <a:gd name="T27" fmla="*/ 125 h 136"/>
                <a:gd name="T28" fmla="*/ 5 w 25"/>
                <a:gd name="T29" fmla="*/ 118 h 1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136">
                  <a:moveTo>
                    <a:pt x="5" y="118"/>
                  </a:moveTo>
                  <a:cubicBezTo>
                    <a:pt x="5" y="118"/>
                    <a:pt x="3" y="117"/>
                    <a:pt x="2" y="114"/>
                  </a:cubicBezTo>
                  <a:cubicBezTo>
                    <a:pt x="2" y="112"/>
                    <a:pt x="7" y="107"/>
                    <a:pt x="7" y="107"/>
                  </a:cubicBezTo>
                  <a:cubicBezTo>
                    <a:pt x="7" y="107"/>
                    <a:pt x="7" y="107"/>
                    <a:pt x="8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14"/>
                    <a:pt x="25" y="120"/>
                    <a:pt x="24" y="124"/>
                  </a:cubicBezTo>
                  <a:cubicBezTo>
                    <a:pt x="21" y="128"/>
                    <a:pt x="16" y="136"/>
                    <a:pt x="12" y="136"/>
                  </a:cubicBezTo>
                  <a:cubicBezTo>
                    <a:pt x="8" y="134"/>
                    <a:pt x="2" y="131"/>
                    <a:pt x="0" y="125"/>
                  </a:cubicBezTo>
                  <a:cubicBezTo>
                    <a:pt x="1" y="122"/>
                    <a:pt x="5" y="118"/>
                    <a:pt x="5" y="118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任意多边形: 形状 40" descr="fa681b3b-f704-462f-9129-c5d94c43bd63"/>
            <p:cNvSpPr/>
            <p:nvPr/>
          </p:nvSpPr>
          <p:spPr bwMode="auto">
            <a:xfrm>
              <a:off x="5772943" y="2867026"/>
              <a:ext cx="61913" cy="76200"/>
            </a:xfrm>
            <a:custGeom>
              <a:gdLst>
                <a:gd name="T0" fmla="*/ 0 w 39"/>
                <a:gd name="T1" fmla="*/ 7 h 48"/>
                <a:gd name="T2" fmla="*/ 7 w 39"/>
                <a:gd name="T3" fmla="*/ 48 h 48"/>
                <a:gd name="T4" fmla="*/ 39 w 39"/>
                <a:gd name="T5" fmla="*/ 41 h 48"/>
                <a:gd name="T6" fmla="*/ 33 w 39"/>
                <a:gd name="T7" fmla="*/ 0 h 48"/>
                <a:gd name="T8" fmla="*/ 0 w 39"/>
                <a:gd name="T9" fmla="*/ 7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8">
                  <a:moveTo>
                    <a:pt x="0" y="7"/>
                  </a:moveTo>
                  <a:lnTo>
                    <a:pt x="7" y="48"/>
                  </a:lnTo>
                  <a:lnTo>
                    <a:pt x="39" y="41"/>
                  </a:lnTo>
                  <a:lnTo>
                    <a:pt x="33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任意多边形: 形状 41" descr="790a673a-0e10-41de-b406-f52a24865d4d"/>
            <p:cNvSpPr/>
            <p:nvPr/>
          </p:nvSpPr>
          <p:spPr bwMode="auto">
            <a:xfrm>
              <a:off x="5437981" y="2687638"/>
              <a:ext cx="396875" cy="442913"/>
            </a:xfrm>
            <a:custGeom>
              <a:gdLst>
                <a:gd name="T0" fmla="*/ 142 w 146"/>
                <a:gd name="T1" fmla="*/ 53 h 163"/>
                <a:gd name="T2" fmla="*/ 132 w 146"/>
                <a:gd name="T3" fmla="*/ 16 h 163"/>
                <a:gd name="T4" fmla="*/ 85 w 146"/>
                <a:gd name="T5" fmla="*/ 1 h 163"/>
                <a:gd name="T6" fmla="*/ 73 w 146"/>
                <a:gd name="T7" fmla="*/ 16 h 163"/>
                <a:gd name="T8" fmla="*/ 62 w 146"/>
                <a:gd name="T9" fmla="*/ 1 h 163"/>
                <a:gd name="T10" fmla="*/ 14 w 146"/>
                <a:gd name="T11" fmla="*/ 16 h 163"/>
                <a:gd name="T12" fmla="*/ 5 w 146"/>
                <a:gd name="T13" fmla="*/ 53 h 163"/>
                <a:gd name="T14" fmla="*/ 5 w 146"/>
                <a:gd name="T15" fmla="*/ 53 h 163"/>
                <a:gd name="T16" fmla="*/ 5 w 146"/>
                <a:gd name="T17" fmla="*/ 53 h 163"/>
                <a:gd name="T18" fmla="*/ 5 w 146"/>
                <a:gd name="T19" fmla="*/ 53 h 163"/>
                <a:gd name="T20" fmla="*/ 0 w 146"/>
                <a:gd name="T21" fmla="*/ 83 h 163"/>
                <a:gd name="T22" fmla="*/ 25 w 146"/>
                <a:gd name="T23" fmla="*/ 89 h 163"/>
                <a:gd name="T24" fmla="*/ 28 w 146"/>
                <a:gd name="T25" fmla="*/ 53 h 163"/>
                <a:gd name="T26" fmla="*/ 28 w 146"/>
                <a:gd name="T27" fmla="*/ 53 h 163"/>
                <a:gd name="T28" fmla="*/ 28 w 146"/>
                <a:gd name="T29" fmla="*/ 159 h 163"/>
                <a:gd name="T30" fmla="*/ 119 w 146"/>
                <a:gd name="T31" fmla="*/ 163 h 163"/>
                <a:gd name="T32" fmla="*/ 118 w 146"/>
                <a:gd name="T33" fmla="*/ 53 h 163"/>
                <a:gd name="T34" fmla="*/ 118 w 146"/>
                <a:gd name="T35" fmla="*/ 53 h 163"/>
                <a:gd name="T36" fmla="*/ 124 w 146"/>
                <a:gd name="T37" fmla="*/ 92 h 163"/>
                <a:gd name="T38" fmla="*/ 146 w 146"/>
                <a:gd name="T39" fmla="*/ 88 h 163"/>
                <a:gd name="T40" fmla="*/ 142 w 146"/>
                <a:gd name="T41" fmla="*/ 53 h 16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6" h="163">
                  <a:moveTo>
                    <a:pt x="142" y="53"/>
                  </a:moveTo>
                  <a:cubicBezTo>
                    <a:pt x="141" y="28"/>
                    <a:pt x="132" y="16"/>
                    <a:pt x="132" y="16"/>
                  </a:cubicBezTo>
                  <a:cubicBezTo>
                    <a:pt x="131" y="8"/>
                    <a:pt x="85" y="0"/>
                    <a:pt x="85" y="1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0"/>
                    <a:pt x="15" y="8"/>
                    <a:pt x="14" y="16"/>
                  </a:cubicBezTo>
                  <a:cubicBezTo>
                    <a:pt x="14" y="16"/>
                    <a:pt x="9" y="27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25" y="89"/>
                    <a:pt x="25" y="89"/>
                    <a:pt x="25" y="8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119" y="163"/>
                    <a:pt x="119" y="163"/>
                    <a:pt x="119" y="16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4" y="92"/>
                    <a:pt x="124" y="92"/>
                    <a:pt x="124" y="92"/>
                  </a:cubicBezTo>
                  <a:cubicBezTo>
                    <a:pt x="146" y="88"/>
                    <a:pt x="146" y="88"/>
                    <a:pt x="146" y="88"/>
                  </a:cubicBezTo>
                  <a:lnTo>
                    <a:pt x="142" y="53"/>
                  </a:lnTo>
                  <a:close/>
                </a:path>
              </a:pathLst>
            </a:custGeom>
            <a:solidFill>
              <a:srgbClr val="8DD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任意多边形: 形状 42" descr="5f9c78e9-7055-4622-80d1-cd71d1701d94"/>
            <p:cNvSpPr/>
            <p:nvPr/>
          </p:nvSpPr>
          <p:spPr bwMode="auto">
            <a:xfrm>
              <a:off x="5476081" y="2687638"/>
              <a:ext cx="320675" cy="446088"/>
            </a:xfrm>
            <a:custGeom>
              <a:gdLst>
                <a:gd name="T0" fmla="*/ 118 w 118"/>
                <a:gd name="T1" fmla="*/ 16 h 164"/>
                <a:gd name="T2" fmla="*/ 71 w 118"/>
                <a:gd name="T3" fmla="*/ 1 h 164"/>
                <a:gd name="T4" fmla="*/ 59 w 118"/>
                <a:gd name="T5" fmla="*/ 19 h 164"/>
                <a:gd name="T6" fmla="*/ 48 w 118"/>
                <a:gd name="T7" fmla="*/ 1 h 164"/>
                <a:gd name="T8" fmla="*/ 0 w 118"/>
                <a:gd name="T9" fmla="*/ 16 h 164"/>
                <a:gd name="T10" fmla="*/ 14 w 118"/>
                <a:gd name="T11" fmla="*/ 53 h 164"/>
                <a:gd name="T12" fmla="*/ 14 w 118"/>
                <a:gd name="T13" fmla="*/ 53 h 164"/>
                <a:gd name="T14" fmla="*/ 12 w 118"/>
                <a:gd name="T15" fmla="*/ 162 h 164"/>
                <a:gd name="T16" fmla="*/ 106 w 118"/>
                <a:gd name="T17" fmla="*/ 164 h 164"/>
                <a:gd name="T18" fmla="*/ 104 w 118"/>
                <a:gd name="T19" fmla="*/ 53 h 164"/>
                <a:gd name="T20" fmla="*/ 104 w 118"/>
                <a:gd name="T21" fmla="*/ 53 h 164"/>
                <a:gd name="T22" fmla="*/ 118 w 118"/>
                <a:gd name="T23" fmla="*/ 16 h 16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8" h="164">
                  <a:moveTo>
                    <a:pt x="118" y="16"/>
                  </a:moveTo>
                  <a:cubicBezTo>
                    <a:pt x="117" y="6"/>
                    <a:pt x="71" y="0"/>
                    <a:pt x="71" y="1"/>
                  </a:cubicBezTo>
                  <a:cubicBezTo>
                    <a:pt x="71" y="1"/>
                    <a:pt x="79" y="19"/>
                    <a:pt x="59" y="19"/>
                  </a:cubicBezTo>
                  <a:cubicBezTo>
                    <a:pt x="40" y="19"/>
                    <a:pt x="48" y="1"/>
                    <a:pt x="48" y="1"/>
                  </a:cubicBezTo>
                  <a:cubicBezTo>
                    <a:pt x="47" y="0"/>
                    <a:pt x="1" y="6"/>
                    <a:pt x="0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06" y="164"/>
                    <a:pt x="106" y="164"/>
                    <a:pt x="106" y="164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104" y="53"/>
                    <a:pt x="104" y="53"/>
                    <a:pt x="104" y="53"/>
                  </a:cubicBezTo>
                  <a:lnTo>
                    <a:pt x="118" y="16"/>
                  </a:lnTo>
                  <a:close/>
                </a:path>
              </a:pathLst>
            </a:custGeom>
            <a:solidFill>
              <a:srgbClr val="583C3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任意多边形: 形状 43" descr="743aa453-1dc9-4548-9c99-865b263e01d3"/>
            <p:cNvSpPr/>
            <p:nvPr/>
          </p:nvSpPr>
          <p:spPr bwMode="auto">
            <a:xfrm>
              <a:off x="5547518" y="2520951"/>
              <a:ext cx="184150" cy="131763"/>
            </a:xfrm>
            <a:custGeom>
              <a:gdLst>
                <a:gd name="T0" fmla="*/ 5 w 68"/>
                <a:gd name="T1" fmla="*/ 11 h 48"/>
                <a:gd name="T2" fmla="*/ 17 w 68"/>
                <a:gd name="T3" fmla="*/ 48 h 48"/>
                <a:gd name="T4" fmla="*/ 49 w 68"/>
                <a:gd name="T5" fmla="*/ 48 h 48"/>
                <a:gd name="T6" fmla="*/ 62 w 68"/>
                <a:gd name="T7" fmla="*/ 11 h 48"/>
                <a:gd name="T8" fmla="*/ 36 w 68"/>
                <a:gd name="T9" fmla="*/ 0 h 48"/>
                <a:gd name="T10" fmla="*/ 5 w 68"/>
                <a:gd name="T11" fmla="*/ 11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48">
                  <a:moveTo>
                    <a:pt x="5" y="11"/>
                  </a:moveTo>
                  <a:cubicBezTo>
                    <a:pt x="0" y="19"/>
                    <a:pt x="10" y="48"/>
                    <a:pt x="17" y="48"/>
                  </a:cubicBezTo>
                  <a:cubicBezTo>
                    <a:pt x="24" y="48"/>
                    <a:pt x="43" y="48"/>
                    <a:pt x="49" y="48"/>
                  </a:cubicBezTo>
                  <a:cubicBezTo>
                    <a:pt x="56" y="48"/>
                    <a:pt x="68" y="17"/>
                    <a:pt x="62" y="11"/>
                  </a:cubicBezTo>
                  <a:cubicBezTo>
                    <a:pt x="54" y="6"/>
                    <a:pt x="36" y="0"/>
                    <a:pt x="36" y="0"/>
                  </a:cubicBezTo>
                  <a:cubicBezTo>
                    <a:pt x="36" y="0"/>
                    <a:pt x="10" y="6"/>
                    <a:pt x="5" y="1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任意多边形: 形状 44" descr="893f97ba-86a7-41bf-841e-42a1799b39c1"/>
            <p:cNvSpPr/>
            <p:nvPr/>
          </p:nvSpPr>
          <p:spPr bwMode="auto">
            <a:xfrm>
              <a:off x="5544343" y="2551113"/>
              <a:ext cx="34925" cy="49213"/>
            </a:xfrm>
            <a:custGeom>
              <a:gdLst>
                <a:gd name="T0" fmla="*/ 9 w 13"/>
                <a:gd name="T1" fmla="*/ 17 h 18"/>
                <a:gd name="T2" fmla="*/ 1 w 13"/>
                <a:gd name="T3" fmla="*/ 10 h 18"/>
                <a:gd name="T4" fmla="*/ 6 w 13"/>
                <a:gd name="T5" fmla="*/ 1 h 18"/>
                <a:gd name="T6" fmla="*/ 9 w 13"/>
                <a:gd name="T7" fmla="*/ 17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8">
                  <a:moveTo>
                    <a:pt x="9" y="17"/>
                  </a:moveTo>
                  <a:cubicBezTo>
                    <a:pt x="5" y="18"/>
                    <a:pt x="2" y="15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3" y="16"/>
                    <a:pt x="9" y="17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任意多边形: 形状 45" descr="92202ae8-e979-47a2-a65e-6bd9f8ac67d9"/>
            <p:cNvSpPr/>
            <p:nvPr/>
          </p:nvSpPr>
          <p:spPr bwMode="auto">
            <a:xfrm>
              <a:off x="5693568" y="2551113"/>
              <a:ext cx="36513" cy="49213"/>
            </a:xfrm>
            <a:custGeom>
              <a:gdLst>
                <a:gd name="T0" fmla="*/ 4 w 13"/>
                <a:gd name="T1" fmla="*/ 17 h 18"/>
                <a:gd name="T2" fmla="*/ 12 w 13"/>
                <a:gd name="T3" fmla="*/ 10 h 18"/>
                <a:gd name="T4" fmla="*/ 7 w 13"/>
                <a:gd name="T5" fmla="*/ 1 h 18"/>
                <a:gd name="T6" fmla="*/ 4 w 13"/>
                <a:gd name="T7" fmla="*/ 17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8">
                  <a:moveTo>
                    <a:pt x="4" y="17"/>
                  </a:moveTo>
                  <a:cubicBezTo>
                    <a:pt x="7" y="18"/>
                    <a:pt x="11" y="15"/>
                    <a:pt x="12" y="10"/>
                  </a:cubicBezTo>
                  <a:cubicBezTo>
                    <a:pt x="13" y="6"/>
                    <a:pt x="11" y="2"/>
                    <a:pt x="7" y="1"/>
                  </a:cubicBezTo>
                  <a:cubicBezTo>
                    <a:pt x="3" y="0"/>
                    <a:pt x="0" y="16"/>
                    <a:pt x="4" y="17"/>
                  </a:cubicBezTo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任意多边形: 形状 46" descr="b9e8353a-2049-4bac-afc4-298f5b9558ee"/>
            <p:cNvSpPr/>
            <p:nvPr/>
          </p:nvSpPr>
          <p:spPr bwMode="auto">
            <a:xfrm>
              <a:off x="5558631" y="2478088"/>
              <a:ext cx="160338" cy="195263"/>
            </a:xfrm>
            <a:custGeom>
              <a:gdLst>
                <a:gd name="T0" fmla="*/ 29 w 59"/>
                <a:gd name="T1" fmla="*/ 72 h 72"/>
                <a:gd name="T2" fmla="*/ 56 w 59"/>
                <a:gd name="T3" fmla="*/ 18 h 72"/>
                <a:gd name="T4" fmla="*/ 30 w 59"/>
                <a:gd name="T5" fmla="*/ 0 h 72"/>
                <a:gd name="T6" fmla="*/ 3 w 59"/>
                <a:gd name="T7" fmla="*/ 18 h 72"/>
                <a:gd name="T8" fmla="*/ 29 w 59"/>
                <a:gd name="T9" fmla="*/ 72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72">
                  <a:moveTo>
                    <a:pt x="29" y="72"/>
                  </a:moveTo>
                  <a:cubicBezTo>
                    <a:pt x="59" y="72"/>
                    <a:pt x="56" y="18"/>
                    <a:pt x="56" y="18"/>
                  </a:cubicBezTo>
                  <a:cubicBezTo>
                    <a:pt x="56" y="18"/>
                    <a:pt x="54" y="0"/>
                    <a:pt x="30" y="0"/>
                  </a:cubicBezTo>
                  <a:cubicBezTo>
                    <a:pt x="8" y="0"/>
                    <a:pt x="3" y="18"/>
                    <a:pt x="3" y="18"/>
                  </a:cubicBezTo>
                  <a:cubicBezTo>
                    <a:pt x="3" y="18"/>
                    <a:pt x="0" y="72"/>
                    <a:pt x="29" y="72"/>
                  </a:cubicBezTo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任意多边形: 形状 47" descr="eb17e0f7-9911-45ce-80c9-3305264ce652"/>
            <p:cNvSpPr/>
            <p:nvPr/>
          </p:nvSpPr>
          <p:spPr bwMode="auto">
            <a:xfrm>
              <a:off x="5533231" y="2452688"/>
              <a:ext cx="207963" cy="120650"/>
            </a:xfrm>
            <a:custGeom>
              <a:gdLst>
                <a:gd name="T0" fmla="*/ 9 w 76"/>
                <a:gd name="T1" fmla="*/ 38 h 44"/>
                <a:gd name="T2" fmla="*/ 14 w 76"/>
                <a:gd name="T3" fmla="*/ 42 h 44"/>
                <a:gd name="T4" fmla="*/ 15 w 76"/>
                <a:gd name="T5" fmla="*/ 23 h 44"/>
                <a:gd name="T6" fmla="*/ 51 w 76"/>
                <a:gd name="T7" fmla="*/ 17 h 44"/>
                <a:gd name="T8" fmla="*/ 61 w 76"/>
                <a:gd name="T9" fmla="*/ 23 h 44"/>
                <a:gd name="T10" fmla="*/ 63 w 76"/>
                <a:gd name="T11" fmla="*/ 43 h 44"/>
                <a:gd name="T12" fmla="*/ 68 w 76"/>
                <a:gd name="T13" fmla="*/ 38 h 44"/>
                <a:gd name="T14" fmla="*/ 38 w 76"/>
                <a:gd name="T15" fmla="*/ 0 h 44"/>
                <a:gd name="T16" fmla="*/ 9 w 76"/>
                <a:gd name="T17" fmla="*/ 38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44">
                  <a:moveTo>
                    <a:pt x="9" y="38"/>
                  </a:moveTo>
                  <a:cubicBezTo>
                    <a:pt x="11" y="37"/>
                    <a:pt x="14" y="42"/>
                    <a:pt x="14" y="42"/>
                  </a:cubicBezTo>
                  <a:cubicBezTo>
                    <a:pt x="14" y="42"/>
                    <a:pt x="14" y="25"/>
                    <a:pt x="15" y="23"/>
                  </a:cubicBezTo>
                  <a:cubicBezTo>
                    <a:pt x="23" y="7"/>
                    <a:pt x="33" y="35"/>
                    <a:pt x="51" y="17"/>
                  </a:cubicBezTo>
                  <a:cubicBezTo>
                    <a:pt x="59" y="14"/>
                    <a:pt x="61" y="23"/>
                    <a:pt x="61" y="23"/>
                  </a:cubicBezTo>
                  <a:cubicBezTo>
                    <a:pt x="61" y="23"/>
                    <a:pt x="63" y="44"/>
                    <a:pt x="63" y="43"/>
                  </a:cubicBezTo>
                  <a:cubicBezTo>
                    <a:pt x="64" y="38"/>
                    <a:pt x="68" y="38"/>
                    <a:pt x="68" y="38"/>
                  </a:cubicBezTo>
                  <a:cubicBezTo>
                    <a:pt x="68" y="38"/>
                    <a:pt x="76" y="0"/>
                    <a:pt x="38" y="0"/>
                  </a:cubicBezTo>
                  <a:cubicBezTo>
                    <a:pt x="0" y="0"/>
                    <a:pt x="9" y="37"/>
                    <a:pt x="9" y="3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任意多边形: 形状 48" descr="aabc27a1-f38d-4884-991d-c92a439f24f6"/>
            <p:cNvSpPr/>
            <p:nvPr/>
          </p:nvSpPr>
          <p:spPr bwMode="auto">
            <a:xfrm>
              <a:off x="5604668" y="2608263"/>
              <a:ext cx="31750" cy="19050"/>
            </a:xfrm>
            <a:custGeom>
              <a:gdLst>
                <a:gd name="T0" fmla="*/ 12 w 12"/>
                <a:gd name="T1" fmla="*/ 5 h 7"/>
                <a:gd name="T2" fmla="*/ 0 w 12"/>
                <a:gd name="T3" fmla="*/ 7 h 7"/>
                <a:gd name="T4" fmla="*/ 0 w 12"/>
                <a:gd name="T5" fmla="*/ 6 h 7"/>
                <a:gd name="T6" fmla="*/ 7 w 12"/>
                <a:gd name="T7" fmla="*/ 1 h 7"/>
                <a:gd name="T8" fmla="*/ 12 w 12"/>
                <a:gd name="T9" fmla="*/ 0 h 7"/>
                <a:gd name="T10" fmla="*/ 12 w 12"/>
                <a:gd name="T11" fmla="*/ 5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7">
                  <a:moveTo>
                    <a:pt x="12" y="5"/>
                  </a:moveTo>
                  <a:cubicBezTo>
                    <a:pt x="11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3"/>
                    <a:pt x="4" y="1"/>
                    <a:pt x="7" y="1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任意多边形: 形状 49" descr="c9194522-53c3-4cf1-a398-5cad49f4763c"/>
            <p:cNvSpPr/>
            <p:nvPr/>
          </p:nvSpPr>
          <p:spPr bwMode="auto">
            <a:xfrm>
              <a:off x="5636418" y="2608263"/>
              <a:ext cx="36513" cy="19050"/>
            </a:xfrm>
            <a:custGeom>
              <a:gdLst>
                <a:gd name="T0" fmla="*/ 0 w 13"/>
                <a:gd name="T1" fmla="*/ 5 h 7"/>
                <a:gd name="T2" fmla="*/ 13 w 13"/>
                <a:gd name="T3" fmla="*/ 7 h 7"/>
                <a:gd name="T4" fmla="*/ 13 w 13"/>
                <a:gd name="T5" fmla="*/ 5 h 7"/>
                <a:gd name="T6" fmla="*/ 6 w 13"/>
                <a:gd name="T7" fmla="*/ 0 h 7"/>
                <a:gd name="T8" fmla="*/ 0 w 13"/>
                <a:gd name="T9" fmla="*/ 0 h 7"/>
                <a:gd name="T10" fmla="*/ 0 w 13"/>
                <a:gd name="T11" fmla="*/ 5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7">
                  <a:moveTo>
                    <a:pt x="0" y="5"/>
                  </a:moveTo>
                  <a:cubicBezTo>
                    <a:pt x="2" y="7"/>
                    <a:pt x="13" y="7"/>
                    <a:pt x="13" y="7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任意多边形: 形状 50" descr="4891a303-b993-48dd-b50b-ea40a798d805"/>
            <p:cNvSpPr/>
            <p:nvPr/>
          </p:nvSpPr>
          <p:spPr bwMode="auto">
            <a:xfrm>
              <a:off x="5571331" y="2543176"/>
              <a:ext cx="65088" cy="30163"/>
            </a:xfrm>
            <a:custGeom>
              <a:gdLst>
                <a:gd name="T0" fmla="*/ 22 w 24"/>
                <a:gd name="T1" fmla="*/ 2 h 11"/>
                <a:gd name="T2" fmla="*/ 1 w 24"/>
                <a:gd name="T3" fmla="*/ 4 h 11"/>
                <a:gd name="T4" fmla="*/ 1 w 24"/>
                <a:gd name="T5" fmla="*/ 11 h 11"/>
                <a:gd name="T6" fmla="*/ 1 w 24"/>
                <a:gd name="T7" fmla="*/ 11 h 11"/>
                <a:gd name="T8" fmla="*/ 2 w 24"/>
                <a:gd name="T9" fmla="*/ 6 h 11"/>
                <a:gd name="T10" fmla="*/ 21 w 24"/>
                <a:gd name="T11" fmla="*/ 4 h 11"/>
                <a:gd name="T12" fmla="*/ 22 w 24"/>
                <a:gd name="T13" fmla="*/ 10 h 11"/>
                <a:gd name="T14" fmla="*/ 22 w 24"/>
                <a:gd name="T15" fmla="*/ 10 h 11"/>
                <a:gd name="T16" fmla="*/ 22 w 24"/>
                <a:gd name="T17" fmla="*/ 2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11">
                  <a:moveTo>
                    <a:pt x="22" y="2"/>
                  </a:moveTo>
                  <a:cubicBezTo>
                    <a:pt x="21" y="0"/>
                    <a:pt x="2" y="2"/>
                    <a:pt x="1" y="4"/>
                  </a:cubicBezTo>
                  <a:cubicBezTo>
                    <a:pt x="0" y="6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3" y="3"/>
                    <a:pt x="19" y="2"/>
                    <a:pt x="21" y="4"/>
                  </a:cubicBezTo>
                  <a:cubicBezTo>
                    <a:pt x="22" y="5"/>
                    <a:pt x="22" y="7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4" y="6"/>
                    <a:pt x="22" y="2"/>
                  </a:cubicBezTo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任意多边形: 形状 51" descr="27aa7044-35d8-4238-b622-122de6cdf5a0"/>
            <p:cNvSpPr/>
            <p:nvPr/>
          </p:nvSpPr>
          <p:spPr bwMode="auto">
            <a:xfrm>
              <a:off x="5574506" y="2551113"/>
              <a:ext cx="57150" cy="49213"/>
            </a:xfrm>
            <a:custGeom>
              <a:gdLst>
                <a:gd name="T0" fmla="*/ 15 w 21"/>
                <a:gd name="T1" fmla="*/ 0 h 18"/>
                <a:gd name="T2" fmla="*/ 15 w 21"/>
                <a:gd name="T3" fmla="*/ 0 h 18"/>
                <a:gd name="T4" fmla="*/ 1 w 21"/>
                <a:gd name="T5" fmla="*/ 3 h 18"/>
                <a:gd name="T6" fmla="*/ 1 w 21"/>
                <a:gd name="T7" fmla="*/ 3 h 18"/>
                <a:gd name="T8" fmla="*/ 1 w 21"/>
                <a:gd name="T9" fmla="*/ 3 h 18"/>
                <a:gd name="T10" fmla="*/ 0 w 21"/>
                <a:gd name="T11" fmla="*/ 6 h 18"/>
                <a:gd name="T12" fmla="*/ 0 w 21"/>
                <a:gd name="T13" fmla="*/ 8 h 18"/>
                <a:gd name="T14" fmla="*/ 6 w 21"/>
                <a:gd name="T15" fmla="*/ 17 h 18"/>
                <a:gd name="T16" fmla="*/ 9 w 21"/>
                <a:gd name="T17" fmla="*/ 18 h 18"/>
                <a:gd name="T18" fmla="*/ 21 w 21"/>
                <a:gd name="T19" fmla="*/ 7 h 18"/>
                <a:gd name="T20" fmla="*/ 21 w 21"/>
                <a:gd name="T21" fmla="*/ 4 h 18"/>
                <a:gd name="T22" fmla="*/ 20 w 21"/>
                <a:gd name="T23" fmla="*/ 1 h 18"/>
                <a:gd name="T24" fmla="*/ 20 w 21"/>
                <a:gd name="T25" fmla="*/ 1 h 18"/>
                <a:gd name="T26" fmla="*/ 15 w 21"/>
                <a:gd name="T27" fmla="*/ 0 h 18"/>
                <a:gd name="T28" fmla="*/ 15 w 21"/>
                <a:gd name="T29" fmla="*/ 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8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9" y="0"/>
                    <a:pt x="2" y="1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1" y="11"/>
                    <a:pt x="2" y="16"/>
                    <a:pt x="6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16" y="18"/>
                    <a:pt x="20" y="12"/>
                    <a:pt x="21" y="7"/>
                  </a:cubicBezTo>
                  <a:cubicBezTo>
                    <a:pt x="21" y="6"/>
                    <a:pt x="21" y="5"/>
                    <a:pt x="21" y="4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18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ECCEC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任意多边形: 形状 52" descr="85a03f14-0902-4fe6-af92-3f29671c34fe"/>
            <p:cNvSpPr>
              <a:spLocks noEditPoints="1"/>
            </p:cNvSpPr>
            <p:nvPr/>
          </p:nvSpPr>
          <p:spPr bwMode="auto">
            <a:xfrm>
              <a:off x="5574506" y="2551113"/>
              <a:ext cx="57150" cy="15875"/>
            </a:xfrm>
            <a:custGeom>
              <a:gdLst>
                <a:gd name="T0" fmla="*/ 1 w 21"/>
                <a:gd name="T1" fmla="*/ 3 h 6"/>
                <a:gd name="T2" fmla="*/ 1 w 21"/>
                <a:gd name="T3" fmla="*/ 3 h 6"/>
                <a:gd name="T4" fmla="*/ 0 w 21"/>
                <a:gd name="T5" fmla="*/ 6 h 6"/>
                <a:gd name="T6" fmla="*/ 1 w 21"/>
                <a:gd name="T7" fmla="*/ 3 h 6"/>
                <a:gd name="T8" fmla="*/ 1 w 21"/>
                <a:gd name="T9" fmla="*/ 3 h 6"/>
                <a:gd name="T10" fmla="*/ 20 w 21"/>
                <a:gd name="T11" fmla="*/ 1 h 6"/>
                <a:gd name="T12" fmla="*/ 20 w 21"/>
                <a:gd name="T13" fmla="*/ 1 h 6"/>
                <a:gd name="T14" fmla="*/ 21 w 21"/>
                <a:gd name="T15" fmla="*/ 4 h 6"/>
                <a:gd name="T16" fmla="*/ 20 w 21"/>
                <a:gd name="T17" fmla="*/ 1 h 6"/>
                <a:gd name="T18" fmla="*/ 20 w 21"/>
                <a:gd name="T19" fmla="*/ 1 h 6"/>
                <a:gd name="T20" fmla="*/ 15 w 21"/>
                <a:gd name="T21" fmla="*/ 0 h 6"/>
                <a:gd name="T22" fmla="*/ 1 w 21"/>
                <a:gd name="T23" fmla="*/ 3 h 6"/>
                <a:gd name="T24" fmla="*/ 15 w 21"/>
                <a:gd name="T25" fmla="*/ 0 h 6"/>
                <a:gd name="T26" fmla="*/ 15 w 21"/>
                <a:gd name="T27" fmla="*/ 0 h 6"/>
                <a:gd name="T28" fmla="*/ 15 w 21"/>
                <a:gd name="T29" fmla="*/ 0 h 6"/>
                <a:gd name="T30" fmla="*/ 15 w 21"/>
                <a:gd name="T31" fmla="*/ 0 h 6"/>
                <a:gd name="T32" fmla="*/ 15 w 21"/>
                <a:gd name="T33" fmla="*/ 0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6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20" y="1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1" y="2"/>
                    <a:pt x="21" y="4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moveTo>
                    <a:pt x="15" y="0"/>
                  </a:moveTo>
                  <a:cubicBezTo>
                    <a:pt x="9" y="0"/>
                    <a:pt x="2" y="1"/>
                    <a:pt x="1" y="3"/>
                  </a:cubicBezTo>
                  <a:cubicBezTo>
                    <a:pt x="2" y="1"/>
                    <a:pt x="9" y="0"/>
                    <a:pt x="15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任意多边形: 形状 53" descr="5a170b96-89fe-4b00-96cf-debbfa25c5fb"/>
            <p:cNvSpPr/>
            <p:nvPr/>
          </p:nvSpPr>
          <p:spPr bwMode="auto">
            <a:xfrm>
              <a:off x="5628481" y="2570163"/>
              <a:ext cx="6350" cy="7938"/>
            </a:xfrm>
            <a:custGeom>
              <a:gdLst>
                <a:gd name="T0" fmla="*/ 2 w 2"/>
                <a:gd name="T1" fmla="*/ 2 h 3"/>
                <a:gd name="T2" fmla="*/ 1 w 2"/>
                <a:gd name="T3" fmla="*/ 3 h 3"/>
                <a:gd name="T4" fmla="*/ 0 w 2"/>
                <a:gd name="T5" fmla="*/ 1 h 3"/>
                <a:gd name="T6" fmla="*/ 1 w 2"/>
                <a:gd name="T7" fmla="*/ 0 h 3"/>
                <a:gd name="T8" fmla="*/ 2 w 2"/>
                <a:gd name="T9" fmla="*/ 2 h 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任意多边形: 形状 54" descr="3782ef87-8a21-4e05-b852-60a7370cd78a"/>
            <p:cNvSpPr/>
            <p:nvPr/>
          </p:nvSpPr>
          <p:spPr bwMode="auto">
            <a:xfrm>
              <a:off x="5569743" y="2557463"/>
              <a:ext cx="4763" cy="7938"/>
            </a:xfrm>
            <a:custGeom>
              <a:gdLst>
                <a:gd name="T0" fmla="*/ 3 w 3"/>
                <a:gd name="T1" fmla="*/ 5 h 5"/>
                <a:gd name="T2" fmla="*/ 0 w 3"/>
                <a:gd name="T3" fmla="*/ 5 h 5"/>
                <a:gd name="T4" fmla="*/ 0 w 3"/>
                <a:gd name="T5" fmla="*/ 1 h 5"/>
                <a:gd name="T6" fmla="*/ 3 w 3"/>
                <a:gd name="T7" fmla="*/ 0 h 5"/>
                <a:gd name="T8" fmla="*/ 3 w 3"/>
                <a:gd name="T9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lnTo>
                    <a:pt x="0" y="5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5"/>
                  </a:lnTo>
                  <a:close/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任意多边形: 形状 55" descr="04c337a4-c2a7-4493-b595-64c8680e14cc"/>
            <p:cNvSpPr/>
            <p:nvPr/>
          </p:nvSpPr>
          <p:spPr bwMode="auto">
            <a:xfrm>
              <a:off x="5636418" y="2543176"/>
              <a:ext cx="68263" cy="30163"/>
            </a:xfrm>
            <a:custGeom>
              <a:gdLst>
                <a:gd name="T0" fmla="*/ 24 w 25"/>
                <a:gd name="T1" fmla="*/ 4 h 11"/>
                <a:gd name="T2" fmla="*/ 3 w 25"/>
                <a:gd name="T3" fmla="*/ 2 h 11"/>
                <a:gd name="T4" fmla="*/ 3 w 25"/>
                <a:gd name="T5" fmla="*/ 10 h 11"/>
                <a:gd name="T6" fmla="*/ 3 w 25"/>
                <a:gd name="T7" fmla="*/ 10 h 11"/>
                <a:gd name="T8" fmla="*/ 3 w 25"/>
                <a:gd name="T9" fmla="*/ 4 h 11"/>
                <a:gd name="T10" fmla="*/ 23 w 25"/>
                <a:gd name="T11" fmla="*/ 6 h 11"/>
                <a:gd name="T12" fmla="*/ 23 w 25"/>
                <a:gd name="T13" fmla="*/ 11 h 11"/>
                <a:gd name="T14" fmla="*/ 23 w 25"/>
                <a:gd name="T15" fmla="*/ 11 h 11"/>
                <a:gd name="T16" fmla="*/ 24 w 25"/>
                <a:gd name="T17" fmla="*/ 4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1">
                  <a:moveTo>
                    <a:pt x="24" y="4"/>
                  </a:moveTo>
                  <a:cubicBezTo>
                    <a:pt x="23" y="2"/>
                    <a:pt x="4" y="0"/>
                    <a:pt x="3" y="2"/>
                  </a:cubicBezTo>
                  <a:cubicBezTo>
                    <a:pt x="0" y="6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7"/>
                    <a:pt x="3" y="5"/>
                    <a:pt x="3" y="4"/>
                  </a:cubicBezTo>
                  <a:cubicBezTo>
                    <a:pt x="6" y="2"/>
                    <a:pt x="22" y="4"/>
                    <a:pt x="23" y="6"/>
                  </a:cubicBezTo>
                  <a:cubicBezTo>
                    <a:pt x="23" y="7"/>
                    <a:pt x="23" y="9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5" y="6"/>
                    <a:pt x="24" y="4"/>
                  </a:cubicBezTo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任意多边形: 形状 56" descr="807c4655-031d-47b8-9dcd-cd7cad4b290f"/>
            <p:cNvSpPr/>
            <p:nvPr/>
          </p:nvSpPr>
          <p:spPr bwMode="auto">
            <a:xfrm>
              <a:off x="5645943" y="2551113"/>
              <a:ext cx="53975" cy="49213"/>
            </a:xfrm>
            <a:custGeom>
              <a:gdLst>
                <a:gd name="T0" fmla="*/ 6 w 20"/>
                <a:gd name="T1" fmla="*/ 0 h 18"/>
                <a:gd name="T2" fmla="*/ 6 w 20"/>
                <a:gd name="T3" fmla="*/ 0 h 18"/>
                <a:gd name="T4" fmla="*/ 1 w 20"/>
                <a:gd name="T5" fmla="*/ 1 h 18"/>
                <a:gd name="T6" fmla="*/ 0 w 20"/>
                <a:gd name="T7" fmla="*/ 1 h 18"/>
                <a:gd name="T8" fmla="*/ 0 w 20"/>
                <a:gd name="T9" fmla="*/ 1 h 18"/>
                <a:gd name="T10" fmla="*/ 0 w 20"/>
                <a:gd name="T11" fmla="*/ 4 h 18"/>
                <a:gd name="T12" fmla="*/ 0 w 20"/>
                <a:gd name="T13" fmla="*/ 7 h 18"/>
                <a:gd name="T14" fmla="*/ 12 w 20"/>
                <a:gd name="T15" fmla="*/ 18 h 18"/>
                <a:gd name="T16" fmla="*/ 14 w 20"/>
                <a:gd name="T17" fmla="*/ 18 h 18"/>
                <a:gd name="T18" fmla="*/ 20 w 20"/>
                <a:gd name="T19" fmla="*/ 8 h 18"/>
                <a:gd name="T20" fmla="*/ 20 w 20"/>
                <a:gd name="T21" fmla="*/ 6 h 18"/>
                <a:gd name="T22" fmla="*/ 20 w 20"/>
                <a:gd name="T23" fmla="*/ 3 h 18"/>
                <a:gd name="T24" fmla="*/ 20 w 20"/>
                <a:gd name="T25" fmla="*/ 3 h 18"/>
                <a:gd name="T26" fmla="*/ 20 w 20"/>
                <a:gd name="T27" fmla="*/ 3 h 18"/>
                <a:gd name="T28" fmla="*/ 20 w 20"/>
                <a:gd name="T29" fmla="*/ 3 h 18"/>
                <a:gd name="T30" fmla="*/ 20 w 20"/>
                <a:gd name="T31" fmla="*/ 3 h 18"/>
                <a:gd name="T32" fmla="*/ 20 w 20"/>
                <a:gd name="T33" fmla="*/ 3 h 18"/>
                <a:gd name="T34" fmla="*/ 6 w 20"/>
                <a:gd name="T35" fmla="*/ 0 h 18"/>
                <a:gd name="T36" fmla="*/ 6 w 20"/>
                <a:gd name="T37" fmla="*/ 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18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1" y="12"/>
                    <a:pt x="5" y="18"/>
                    <a:pt x="12" y="18"/>
                  </a:cubicBezTo>
                  <a:cubicBezTo>
                    <a:pt x="13" y="18"/>
                    <a:pt x="14" y="18"/>
                    <a:pt x="14" y="18"/>
                  </a:cubicBezTo>
                  <a:cubicBezTo>
                    <a:pt x="19" y="16"/>
                    <a:pt x="20" y="11"/>
                    <a:pt x="20" y="8"/>
                  </a:cubicBezTo>
                  <a:cubicBezTo>
                    <a:pt x="20" y="7"/>
                    <a:pt x="20" y="7"/>
                    <a:pt x="20" y="6"/>
                  </a:cubicBezTo>
                  <a:cubicBezTo>
                    <a:pt x="20" y="5"/>
                    <a:pt x="20" y="4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1"/>
                    <a:pt x="11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ECCEC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任意多边形: 形状 57" descr="539dbdfe-66f5-4a2d-a812-b522056c4312"/>
            <p:cNvSpPr>
              <a:spLocks noEditPoints="1"/>
            </p:cNvSpPr>
            <p:nvPr/>
          </p:nvSpPr>
          <p:spPr bwMode="auto">
            <a:xfrm>
              <a:off x="5645943" y="2551113"/>
              <a:ext cx="53975" cy="15875"/>
            </a:xfrm>
            <a:custGeom>
              <a:gdLst>
                <a:gd name="T0" fmla="*/ 20 w 20"/>
                <a:gd name="T1" fmla="*/ 3 h 6"/>
                <a:gd name="T2" fmla="*/ 20 w 20"/>
                <a:gd name="T3" fmla="*/ 3 h 6"/>
                <a:gd name="T4" fmla="*/ 20 w 20"/>
                <a:gd name="T5" fmla="*/ 6 h 6"/>
                <a:gd name="T6" fmla="*/ 20 w 20"/>
                <a:gd name="T7" fmla="*/ 3 h 6"/>
                <a:gd name="T8" fmla="*/ 20 w 20"/>
                <a:gd name="T9" fmla="*/ 3 h 6"/>
                <a:gd name="T10" fmla="*/ 20 w 20"/>
                <a:gd name="T11" fmla="*/ 3 h 6"/>
                <a:gd name="T12" fmla="*/ 20 w 20"/>
                <a:gd name="T13" fmla="*/ 3 h 6"/>
                <a:gd name="T14" fmla="*/ 20 w 20"/>
                <a:gd name="T15" fmla="*/ 3 h 6"/>
                <a:gd name="T16" fmla="*/ 20 w 20"/>
                <a:gd name="T17" fmla="*/ 3 h 6"/>
                <a:gd name="T18" fmla="*/ 20 w 20"/>
                <a:gd name="T19" fmla="*/ 3 h 6"/>
                <a:gd name="T20" fmla="*/ 20 w 20"/>
                <a:gd name="T21" fmla="*/ 3 h 6"/>
                <a:gd name="T22" fmla="*/ 0 w 20"/>
                <a:gd name="T23" fmla="*/ 1 h 6"/>
                <a:gd name="T24" fmla="*/ 0 w 20"/>
                <a:gd name="T25" fmla="*/ 1 h 6"/>
                <a:gd name="T26" fmla="*/ 0 w 20"/>
                <a:gd name="T27" fmla="*/ 4 h 6"/>
                <a:gd name="T28" fmla="*/ 0 w 20"/>
                <a:gd name="T29" fmla="*/ 1 h 6"/>
                <a:gd name="T30" fmla="*/ 0 w 20"/>
                <a:gd name="T31" fmla="*/ 1 h 6"/>
                <a:gd name="T32" fmla="*/ 6 w 20"/>
                <a:gd name="T33" fmla="*/ 0 h 6"/>
                <a:gd name="T34" fmla="*/ 1 w 20"/>
                <a:gd name="T35" fmla="*/ 1 h 6"/>
                <a:gd name="T36" fmla="*/ 6 w 20"/>
                <a:gd name="T37" fmla="*/ 0 h 6"/>
                <a:gd name="T38" fmla="*/ 6 w 20"/>
                <a:gd name="T39" fmla="*/ 0 h 6"/>
                <a:gd name="T40" fmla="*/ 6 w 20"/>
                <a:gd name="T41" fmla="*/ 0 h 6"/>
                <a:gd name="T42" fmla="*/ 6 w 20"/>
                <a:gd name="T43" fmla="*/ 0 h 6"/>
                <a:gd name="T44" fmla="*/ 6 w 20"/>
                <a:gd name="T45" fmla="*/ 0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6"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4"/>
                    <a:pt x="20" y="5"/>
                    <a:pt x="20" y="6"/>
                  </a:cubicBezTo>
                  <a:cubicBezTo>
                    <a:pt x="20" y="5"/>
                    <a:pt x="20" y="4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4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6" y="0"/>
                  </a:moveTo>
                  <a:cubicBezTo>
                    <a:pt x="3" y="0"/>
                    <a:pt x="1" y="0"/>
                    <a:pt x="1" y="1"/>
                  </a:cubicBezTo>
                  <a:cubicBezTo>
                    <a:pt x="1" y="0"/>
                    <a:pt x="3" y="0"/>
                    <a:pt x="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任意多边形: 形状 58" descr="e64d3181-75b7-4dc1-bb32-a0d3377b2b59"/>
            <p:cNvSpPr/>
            <p:nvPr/>
          </p:nvSpPr>
          <p:spPr bwMode="auto">
            <a:xfrm>
              <a:off x="5639593" y="2566988"/>
              <a:ext cx="7938" cy="11113"/>
            </a:xfrm>
            <a:custGeom>
              <a:gdLst>
                <a:gd name="T0" fmla="*/ 1 w 3"/>
                <a:gd name="T1" fmla="*/ 3 h 4"/>
                <a:gd name="T2" fmla="*/ 2 w 3"/>
                <a:gd name="T3" fmla="*/ 4 h 4"/>
                <a:gd name="T4" fmla="*/ 3 w 3"/>
                <a:gd name="T5" fmla="*/ 2 h 4"/>
                <a:gd name="T6" fmla="*/ 1 w 3"/>
                <a:gd name="T7" fmla="*/ 1 h 4"/>
                <a:gd name="T8" fmla="*/ 1 w 3"/>
                <a:gd name="T9" fmla="*/ 3 h 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1" y="3"/>
                  </a:moveTo>
                  <a:cubicBezTo>
                    <a:pt x="1" y="4"/>
                    <a:pt x="2" y="4"/>
                    <a:pt x="2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2" y="1"/>
                    <a:pt x="2" y="0"/>
                    <a:pt x="1" y="1"/>
                  </a:cubicBezTo>
                  <a:cubicBezTo>
                    <a:pt x="1" y="1"/>
                    <a:pt x="0" y="2"/>
                    <a:pt x="1" y="3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任意多边形: 形状 59" descr="664324c0-3350-491b-89bb-5a956164d4fd"/>
            <p:cNvSpPr/>
            <p:nvPr/>
          </p:nvSpPr>
          <p:spPr bwMode="auto">
            <a:xfrm>
              <a:off x="5703093" y="2557463"/>
              <a:ext cx="4763" cy="7938"/>
            </a:xfrm>
            <a:custGeom>
              <a:gdLst>
                <a:gd name="T0" fmla="*/ 0 w 3"/>
                <a:gd name="T1" fmla="*/ 5 h 5"/>
                <a:gd name="T2" fmla="*/ 3 w 3"/>
                <a:gd name="T3" fmla="*/ 5 h 5"/>
                <a:gd name="T4" fmla="*/ 3 w 3"/>
                <a:gd name="T5" fmla="*/ 1 h 5"/>
                <a:gd name="T6" fmla="*/ 0 w 3"/>
                <a:gd name="T7" fmla="*/ 0 h 5"/>
                <a:gd name="T8" fmla="*/ 0 w 3"/>
                <a:gd name="T9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5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矩形 60" descr="f4337609-9ffb-4850-a6cb-7520cc1625c9"/>
            <p:cNvSpPr>
              <a:spLocks noChangeArrowheads="1"/>
            </p:cNvSpPr>
            <p:nvPr/>
          </p:nvSpPr>
          <p:spPr bwMode="auto">
            <a:xfrm>
              <a:off x="5631656" y="2562226"/>
              <a:ext cx="14288" cy="4763"/>
            </a:xfrm>
            <a:prstGeom prst="rect">
              <a:avLst/>
            </a:pr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矩形 61" descr="9b2ccbe3-278a-4469-a268-387ea0a6569c"/>
            <p:cNvSpPr>
              <a:spLocks noChangeArrowheads="1"/>
            </p:cNvSpPr>
            <p:nvPr/>
          </p:nvSpPr>
          <p:spPr bwMode="auto">
            <a:xfrm>
              <a:off x="5631656" y="2554288"/>
              <a:ext cx="14288" cy="7938"/>
            </a:xfrm>
            <a:prstGeom prst="rect">
              <a:avLst/>
            </a:pr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任意多边形: 形状 62" descr="b6e42589-7593-454d-8542-ecf88baadba7"/>
            <p:cNvSpPr/>
            <p:nvPr/>
          </p:nvSpPr>
          <p:spPr bwMode="auto">
            <a:xfrm>
              <a:off x="5914231" y="3702051"/>
              <a:ext cx="187325" cy="61913"/>
            </a:xfrm>
            <a:custGeom>
              <a:gdLst>
                <a:gd name="T0" fmla="*/ 35 w 69"/>
                <a:gd name="T1" fmla="*/ 0 h 23"/>
                <a:gd name="T2" fmla="*/ 68 w 69"/>
                <a:gd name="T3" fmla="*/ 16 h 23"/>
                <a:gd name="T4" fmla="*/ 68 w 69"/>
                <a:gd name="T5" fmla="*/ 23 h 23"/>
                <a:gd name="T6" fmla="*/ 0 w 69"/>
                <a:gd name="T7" fmla="*/ 23 h 23"/>
                <a:gd name="T8" fmla="*/ 0 w 69"/>
                <a:gd name="T9" fmla="*/ 0 h 23"/>
                <a:gd name="T10" fmla="*/ 35 w 69"/>
                <a:gd name="T11" fmla="*/ 0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23">
                  <a:moveTo>
                    <a:pt x="35" y="0"/>
                  </a:moveTo>
                  <a:cubicBezTo>
                    <a:pt x="35" y="0"/>
                    <a:pt x="66" y="14"/>
                    <a:pt x="68" y="16"/>
                  </a:cubicBezTo>
                  <a:cubicBezTo>
                    <a:pt x="69" y="18"/>
                    <a:pt x="68" y="23"/>
                    <a:pt x="68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任意多边形: 形状 63" descr="f03ab483-c962-4ee9-82ce-8dcde69a1244"/>
            <p:cNvSpPr/>
            <p:nvPr/>
          </p:nvSpPr>
          <p:spPr bwMode="auto">
            <a:xfrm>
              <a:off x="5726906" y="3702051"/>
              <a:ext cx="187325" cy="61913"/>
            </a:xfrm>
            <a:custGeom>
              <a:gdLst>
                <a:gd name="T0" fmla="*/ 34 w 69"/>
                <a:gd name="T1" fmla="*/ 0 h 23"/>
                <a:gd name="T2" fmla="*/ 1 w 69"/>
                <a:gd name="T3" fmla="*/ 16 h 23"/>
                <a:gd name="T4" fmla="*/ 1 w 69"/>
                <a:gd name="T5" fmla="*/ 23 h 23"/>
                <a:gd name="T6" fmla="*/ 69 w 69"/>
                <a:gd name="T7" fmla="*/ 23 h 23"/>
                <a:gd name="T8" fmla="*/ 69 w 69"/>
                <a:gd name="T9" fmla="*/ 0 h 23"/>
                <a:gd name="T10" fmla="*/ 34 w 69"/>
                <a:gd name="T11" fmla="*/ 0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23">
                  <a:moveTo>
                    <a:pt x="34" y="0"/>
                  </a:moveTo>
                  <a:cubicBezTo>
                    <a:pt x="34" y="0"/>
                    <a:pt x="3" y="14"/>
                    <a:pt x="1" y="16"/>
                  </a:cubicBezTo>
                  <a:cubicBezTo>
                    <a:pt x="0" y="18"/>
                    <a:pt x="1" y="23"/>
                    <a:pt x="1" y="23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0"/>
                    <a:pt x="69" y="0"/>
                    <a:pt x="69" y="0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任意多边形: 形状 64" descr="18111cd2-e513-45d0-bbd3-844d9b2c620d"/>
            <p:cNvSpPr/>
            <p:nvPr/>
          </p:nvSpPr>
          <p:spPr bwMode="auto">
            <a:xfrm>
              <a:off x="5772943" y="2954338"/>
              <a:ext cx="282575" cy="747713"/>
            </a:xfrm>
            <a:custGeom>
              <a:gdLst>
                <a:gd name="T0" fmla="*/ 0 w 178"/>
                <a:gd name="T1" fmla="*/ 85 h 471"/>
                <a:gd name="T2" fmla="*/ 27 w 178"/>
                <a:gd name="T3" fmla="*/ 471 h 471"/>
                <a:gd name="T4" fmla="*/ 89 w 178"/>
                <a:gd name="T5" fmla="*/ 471 h 471"/>
                <a:gd name="T6" fmla="*/ 149 w 178"/>
                <a:gd name="T7" fmla="*/ 471 h 471"/>
                <a:gd name="T8" fmla="*/ 178 w 178"/>
                <a:gd name="T9" fmla="*/ 85 h 471"/>
                <a:gd name="T10" fmla="*/ 161 w 178"/>
                <a:gd name="T11" fmla="*/ 0 h 471"/>
                <a:gd name="T12" fmla="*/ 17 w 178"/>
                <a:gd name="T13" fmla="*/ 0 h 471"/>
                <a:gd name="T14" fmla="*/ 0 w 178"/>
                <a:gd name="T15" fmla="*/ 85 h 4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8" h="471">
                  <a:moveTo>
                    <a:pt x="0" y="85"/>
                  </a:moveTo>
                  <a:lnTo>
                    <a:pt x="27" y="471"/>
                  </a:lnTo>
                  <a:lnTo>
                    <a:pt x="89" y="471"/>
                  </a:lnTo>
                  <a:lnTo>
                    <a:pt x="149" y="471"/>
                  </a:lnTo>
                  <a:lnTo>
                    <a:pt x="178" y="85"/>
                  </a:lnTo>
                  <a:lnTo>
                    <a:pt x="161" y="0"/>
                  </a:lnTo>
                  <a:lnTo>
                    <a:pt x="17" y="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333C4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矩形 65" descr="31c94bce-3e13-4801-b60c-2ef068312336"/>
            <p:cNvSpPr>
              <a:spLocks noChangeArrowheads="1"/>
            </p:cNvSpPr>
            <p:nvPr/>
          </p:nvSpPr>
          <p:spPr bwMode="auto">
            <a:xfrm>
              <a:off x="5884068" y="2524126"/>
              <a:ext cx="60325" cy="122238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descr="647c61ba-26f7-44e0-8c67-b5a6f3f95628"/>
            <p:cNvSpPr/>
            <p:nvPr/>
          </p:nvSpPr>
          <p:spPr bwMode="auto">
            <a:xfrm>
              <a:off x="5696743" y="2774951"/>
              <a:ext cx="76200" cy="401638"/>
            </a:xfrm>
            <a:custGeom>
              <a:gdLst>
                <a:gd name="T0" fmla="*/ 23 w 28"/>
                <a:gd name="T1" fmla="*/ 129 h 148"/>
                <a:gd name="T2" fmla="*/ 26 w 28"/>
                <a:gd name="T3" fmla="*/ 125 h 148"/>
                <a:gd name="T4" fmla="*/ 20 w 28"/>
                <a:gd name="T5" fmla="*/ 117 h 148"/>
                <a:gd name="T6" fmla="*/ 20 w 28"/>
                <a:gd name="T7" fmla="*/ 117 h 148"/>
                <a:gd name="T8" fmla="*/ 20 w 28"/>
                <a:gd name="T9" fmla="*/ 117 h 148"/>
                <a:gd name="T10" fmla="*/ 22 w 28"/>
                <a:gd name="T11" fmla="*/ 50 h 148"/>
                <a:gd name="T12" fmla="*/ 22 w 28"/>
                <a:gd name="T13" fmla="*/ 37 h 148"/>
                <a:gd name="T14" fmla="*/ 27 w 28"/>
                <a:gd name="T15" fmla="*/ 5 h 148"/>
                <a:gd name="T16" fmla="*/ 6 w 28"/>
                <a:gd name="T17" fmla="*/ 0 h 148"/>
                <a:gd name="T18" fmla="*/ 0 w 28"/>
                <a:gd name="T19" fmla="*/ 39 h 148"/>
                <a:gd name="T20" fmla="*/ 6 w 28"/>
                <a:gd name="T21" fmla="*/ 116 h 148"/>
                <a:gd name="T22" fmla="*/ 1 w 28"/>
                <a:gd name="T23" fmla="*/ 135 h 148"/>
                <a:gd name="T24" fmla="*/ 15 w 28"/>
                <a:gd name="T25" fmla="*/ 148 h 148"/>
                <a:gd name="T26" fmla="*/ 28 w 28"/>
                <a:gd name="T27" fmla="*/ 136 h 148"/>
                <a:gd name="T28" fmla="*/ 23 w 28"/>
                <a:gd name="T29" fmla="*/ 129 h 1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48">
                  <a:moveTo>
                    <a:pt x="23" y="129"/>
                  </a:moveTo>
                  <a:cubicBezTo>
                    <a:pt x="23" y="129"/>
                    <a:pt x="25" y="128"/>
                    <a:pt x="26" y="125"/>
                  </a:cubicBezTo>
                  <a:cubicBezTo>
                    <a:pt x="26" y="122"/>
                    <a:pt x="20" y="117"/>
                    <a:pt x="20" y="117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24"/>
                    <a:pt x="0" y="131"/>
                    <a:pt x="1" y="135"/>
                  </a:cubicBezTo>
                  <a:cubicBezTo>
                    <a:pt x="5" y="140"/>
                    <a:pt x="10" y="148"/>
                    <a:pt x="15" y="148"/>
                  </a:cubicBezTo>
                  <a:cubicBezTo>
                    <a:pt x="19" y="146"/>
                    <a:pt x="25" y="143"/>
                    <a:pt x="28" y="136"/>
                  </a:cubicBezTo>
                  <a:cubicBezTo>
                    <a:pt x="27" y="132"/>
                    <a:pt x="23" y="129"/>
                    <a:pt x="23" y="129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descr="c57fbb1a-4831-4330-afa2-abab29132637"/>
            <p:cNvSpPr/>
            <p:nvPr/>
          </p:nvSpPr>
          <p:spPr bwMode="auto">
            <a:xfrm>
              <a:off x="5703093" y="2774951"/>
              <a:ext cx="66675" cy="84138"/>
            </a:xfrm>
            <a:custGeom>
              <a:gdLst>
                <a:gd name="T0" fmla="*/ 42 w 42"/>
                <a:gd name="T1" fmla="*/ 8 h 53"/>
                <a:gd name="T2" fmla="*/ 36 w 42"/>
                <a:gd name="T3" fmla="*/ 53 h 53"/>
                <a:gd name="T4" fmla="*/ 0 w 42"/>
                <a:gd name="T5" fmla="*/ 44 h 53"/>
                <a:gd name="T6" fmla="*/ 6 w 42"/>
                <a:gd name="T7" fmla="*/ 0 h 53"/>
                <a:gd name="T8" fmla="*/ 42 w 42"/>
                <a:gd name="T9" fmla="*/ 8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2">
                  <a:moveTo>
                    <a:pt x="42" y="8"/>
                  </a:moveTo>
                  <a:lnTo>
                    <a:pt x="36" y="53"/>
                  </a:lnTo>
                  <a:lnTo>
                    <a:pt x="0" y="44"/>
                  </a:lnTo>
                  <a:lnTo>
                    <a:pt x="6" y="0"/>
                  </a:lnTo>
                  <a:lnTo>
                    <a:pt x="42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descr="4b797b11-be25-4611-a772-9d9bb63746b9"/>
            <p:cNvSpPr/>
            <p:nvPr/>
          </p:nvSpPr>
          <p:spPr bwMode="auto">
            <a:xfrm>
              <a:off x="6058693" y="2782888"/>
              <a:ext cx="76200" cy="401638"/>
            </a:xfrm>
            <a:custGeom>
              <a:gdLst>
                <a:gd name="T0" fmla="*/ 5 w 28"/>
                <a:gd name="T1" fmla="*/ 128 h 148"/>
                <a:gd name="T2" fmla="*/ 3 w 28"/>
                <a:gd name="T3" fmla="*/ 124 h 148"/>
                <a:gd name="T4" fmla="*/ 8 w 28"/>
                <a:gd name="T5" fmla="*/ 116 h 148"/>
                <a:gd name="T6" fmla="*/ 9 w 28"/>
                <a:gd name="T7" fmla="*/ 116 h 148"/>
                <a:gd name="T8" fmla="*/ 8 w 28"/>
                <a:gd name="T9" fmla="*/ 116 h 148"/>
                <a:gd name="T10" fmla="*/ 6 w 28"/>
                <a:gd name="T11" fmla="*/ 50 h 148"/>
                <a:gd name="T12" fmla="*/ 6 w 28"/>
                <a:gd name="T13" fmla="*/ 36 h 148"/>
                <a:gd name="T14" fmla="*/ 2 w 28"/>
                <a:gd name="T15" fmla="*/ 5 h 148"/>
                <a:gd name="T16" fmla="*/ 23 w 28"/>
                <a:gd name="T17" fmla="*/ 0 h 148"/>
                <a:gd name="T18" fmla="*/ 28 w 28"/>
                <a:gd name="T19" fmla="*/ 39 h 148"/>
                <a:gd name="T20" fmla="*/ 22 w 28"/>
                <a:gd name="T21" fmla="*/ 116 h 148"/>
                <a:gd name="T22" fmla="*/ 27 w 28"/>
                <a:gd name="T23" fmla="*/ 135 h 148"/>
                <a:gd name="T24" fmla="*/ 14 w 28"/>
                <a:gd name="T25" fmla="*/ 148 h 148"/>
                <a:gd name="T26" fmla="*/ 0 w 28"/>
                <a:gd name="T27" fmla="*/ 136 h 148"/>
                <a:gd name="T28" fmla="*/ 5 w 28"/>
                <a:gd name="T29" fmla="*/ 128 h 1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48">
                  <a:moveTo>
                    <a:pt x="5" y="128"/>
                  </a:moveTo>
                  <a:cubicBezTo>
                    <a:pt x="5" y="128"/>
                    <a:pt x="3" y="127"/>
                    <a:pt x="3" y="124"/>
                  </a:cubicBezTo>
                  <a:cubicBezTo>
                    <a:pt x="2" y="121"/>
                    <a:pt x="8" y="116"/>
                    <a:pt x="8" y="116"/>
                  </a:cubicBezTo>
                  <a:cubicBezTo>
                    <a:pt x="8" y="116"/>
                    <a:pt x="8" y="116"/>
                    <a:pt x="9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2" y="123"/>
                    <a:pt x="28" y="131"/>
                    <a:pt x="27" y="135"/>
                  </a:cubicBezTo>
                  <a:cubicBezTo>
                    <a:pt x="24" y="139"/>
                    <a:pt x="18" y="148"/>
                    <a:pt x="14" y="148"/>
                  </a:cubicBezTo>
                  <a:cubicBezTo>
                    <a:pt x="9" y="146"/>
                    <a:pt x="3" y="142"/>
                    <a:pt x="0" y="136"/>
                  </a:cubicBezTo>
                  <a:cubicBezTo>
                    <a:pt x="1" y="132"/>
                    <a:pt x="5" y="128"/>
                    <a:pt x="5" y="12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descr="3c0a81ed-a2f4-4a64-987d-8f4b1ea4e186"/>
            <p:cNvSpPr/>
            <p:nvPr/>
          </p:nvSpPr>
          <p:spPr bwMode="auto">
            <a:xfrm>
              <a:off x="6063456" y="2782888"/>
              <a:ext cx="65088" cy="84138"/>
            </a:xfrm>
            <a:custGeom>
              <a:gdLst>
                <a:gd name="T0" fmla="*/ 0 w 41"/>
                <a:gd name="T1" fmla="*/ 8 h 53"/>
                <a:gd name="T2" fmla="*/ 7 w 41"/>
                <a:gd name="T3" fmla="*/ 53 h 53"/>
                <a:gd name="T4" fmla="*/ 41 w 41"/>
                <a:gd name="T5" fmla="*/ 44 h 53"/>
                <a:gd name="T6" fmla="*/ 36 w 41"/>
                <a:gd name="T7" fmla="*/ 0 h 53"/>
                <a:gd name="T8" fmla="*/ 0 w 41"/>
                <a:gd name="T9" fmla="*/ 8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2">
                  <a:moveTo>
                    <a:pt x="0" y="8"/>
                  </a:moveTo>
                  <a:lnTo>
                    <a:pt x="7" y="53"/>
                  </a:lnTo>
                  <a:lnTo>
                    <a:pt x="41" y="44"/>
                  </a:lnTo>
                  <a:lnTo>
                    <a:pt x="36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descr="72a046c3-0076-453c-ab41-225aa4f4af3c"/>
            <p:cNvSpPr/>
            <p:nvPr/>
          </p:nvSpPr>
          <p:spPr bwMode="auto">
            <a:xfrm>
              <a:off x="5696743" y="2586038"/>
              <a:ext cx="431800" cy="482600"/>
            </a:xfrm>
            <a:custGeom>
              <a:gdLst>
                <a:gd name="T0" fmla="*/ 155 w 159"/>
                <a:gd name="T1" fmla="*/ 57 h 177"/>
                <a:gd name="T2" fmla="*/ 145 w 159"/>
                <a:gd name="T3" fmla="*/ 18 h 177"/>
                <a:gd name="T4" fmla="*/ 93 w 159"/>
                <a:gd name="T5" fmla="*/ 1 h 177"/>
                <a:gd name="T6" fmla="*/ 81 w 159"/>
                <a:gd name="T7" fmla="*/ 17 h 177"/>
                <a:gd name="T8" fmla="*/ 68 w 159"/>
                <a:gd name="T9" fmla="*/ 1 h 177"/>
                <a:gd name="T10" fmla="*/ 16 w 159"/>
                <a:gd name="T11" fmla="*/ 18 h 177"/>
                <a:gd name="T12" fmla="*/ 7 w 159"/>
                <a:gd name="T13" fmla="*/ 58 h 177"/>
                <a:gd name="T14" fmla="*/ 7 w 159"/>
                <a:gd name="T15" fmla="*/ 58 h 177"/>
                <a:gd name="T16" fmla="*/ 7 w 159"/>
                <a:gd name="T17" fmla="*/ 58 h 177"/>
                <a:gd name="T18" fmla="*/ 7 w 159"/>
                <a:gd name="T19" fmla="*/ 58 h 177"/>
                <a:gd name="T20" fmla="*/ 0 w 159"/>
                <a:gd name="T21" fmla="*/ 90 h 177"/>
                <a:gd name="T22" fmla="*/ 28 w 159"/>
                <a:gd name="T23" fmla="*/ 97 h 177"/>
                <a:gd name="T24" fmla="*/ 32 w 159"/>
                <a:gd name="T25" fmla="*/ 58 h 177"/>
                <a:gd name="T26" fmla="*/ 32 w 159"/>
                <a:gd name="T27" fmla="*/ 58 h 177"/>
                <a:gd name="T28" fmla="*/ 30 w 159"/>
                <a:gd name="T29" fmla="*/ 173 h 177"/>
                <a:gd name="T30" fmla="*/ 132 w 159"/>
                <a:gd name="T31" fmla="*/ 177 h 177"/>
                <a:gd name="T32" fmla="*/ 129 w 159"/>
                <a:gd name="T33" fmla="*/ 58 h 177"/>
                <a:gd name="T34" fmla="*/ 129 w 159"/>
                <a:gd name="T35" fmla="*/ 58 h 177"/>
                <a:gd name="T36" fmla="*/ 135 w 159"/>
                <a:gd name="T37" fmla="*/ 100 h 177"/>
                <a:gd name="T38" fmla="*/ 159 w 159"/>
                <a:gd name="T39" fmla="*/ 96 h 177"/>
                <a:gd name="T40" fmla="*/ 155 w 159"/>
                <a:gd name="T41" fmla="*/ 57 h 17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9" h="177">
                  <a:moveTo>
                    <a:pt x="155" y="57"/>
                  </a:moveTo>
                  <a:cubicBezTo>
                    <a:pt x="154" y="30"/>
                    <a:pt x="145" y="18"/>
                    <a:pt x="145" y="18"/>
                  </a:cubicBezTo>
                  <a:cubicBezTo>
                    <a:pt x="144" y="9"/>
                    <a:pt x="94" y="0"/>
                    <a:pt x="93" y="1"/>
                  </a:cubicBezTo>
                  <a:cubicBezTo>
                    <a:pt x="81" y="17"/>
                    <a:pt x="81" y="17"/>
                    <a:pt x="81" y="17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0"/>
                    <a:pt x="17" y="9"/>
                    <a:pt x="16" y="18"/>
                  </a:cubicBezTo>
                  <a:cubicBezTo>
                    <a:pt x="16" y="18"/>
                    <a:pt x="11" y="29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8" y="97"/>
                    <a:pt x="28" y="97"/>
                    <a:pt x="28" y="97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132" y="177"/>
                    <a:pt x="132" y="177"/>
                    <a:pt x="132" y="177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5" y="100"/>
                    <a:pt x="135" y="100"/>
                    <a:pt x="135" y="100"/>
                  </a:cubicBezTo>
                  <a:cubicBezTo>
                    <a:pt x="159" y="96"/>
                    <a:pt x="159" y="96"/>
                    <a:pt x="159" y="96"/>
                  </a:cubicBezTo>
                  <a:lnTo>
                    <a:pt x="155" y="5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descr="c835c7eb-b412-4231-9d3b-deb5b41dae4c"/>
            <p:cNvSpPr/>
            <p:nvPr/>
          </p:nvSpPr>
          <p:spPr bwMode="auto">
            <a:xfrm>
              <a:off x="5818981" y="2397126"/>
              <a:ext cx="198438" cy="141288"/>
            </a:xfrm>
            <a:custGeom>
              <a:gdLst>
                <a:gd name="T0" fmla="*/ 4 w 73"/>
                <a:gd name="T1" fmla="*/ 12 h 52"/>
                <a:gd name="T2" fmla="*/ 18 w 73"/>
                <a:gd name="T3" fmla="*/ 52 h 52"/>
                <a:gd name="T4" fmla="*/ 53 w 73"/>
                <a:gd name="T5" fmla="*/ 52 h 52"/>
                <a:gd name="T6" fmla="*/ 66 w 73"/>
                <a:gd name="T7" fmla="*/ 12 h 52"/>
                <a:gd name="T8" fmla="*/ 38 w 73"/>
                <a:gd name="T9" fmla="*/ 0 h 52"/>
                <a:gd name="T10" fmla="*/ 4 w 73"/>
                <a:gd name="T11" fmla="*/ 12 h 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52">
                  <a:moveTo>
                    <a:pt x="4" y="12"/>
                  </a:moveTo>
                  <a:cubicBezTo>
                    <a:pt x="0" y="21"/>
                    <a:pt x="10" y="52"/>
                    <a:pt x="18" y="52"/>
                  </a:cubicBezTo>
                  <a:cubicBezTo>
                    <a:pt x="25" y="52"/>
                    <a:pt x="45" y="52"/>
                    <a:pt x="53" y="52"/>
                  </a:cubicBezTo>
                  <a:cubicBezTo>
                    <a:pt x="60" y="52"/>
                    <a:pt x="73" y="19"/>
                    <a:pt x="66" y="12"/>
                  </a:cubicBezTo>
                  <a:cubicBezTo>
                    <a:pt x="58" y="7"/>
                    <a:pt x="38" y="0"/>
                    <a:pt x="38" y="0"/>
                  </a:cubicBezTo>
                  <a:cubicBezTo>
                    <a:pt x="38" y="0"/>
                    <a:pt x="11" y="7"/>
                    <a:pt x="4" y="12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descr="cfac2b9c-70be-4772-bb86-0d02c9caa9bb"/>
            <p:cNvSpPr/>
            <p:nvPr/>
          </p:nvSpPr>
          <p:spPr bwMode="auto">
            <a:xfrm>
              <a:off x="5814218" y="2428876"/>
              <a:ext cx="38100" cy="52388"/>
            </a:xfrm>
            <a:custGeom>
              <a:gdLst>
                <a:gd name="T0" fmla="*/ 10 w 14"/>
                <a:gd name="T1" fmla="*/ 18 h 19"/>
                <a:gd name="T2" fmla="*/ 1 w 14"/>
                <a:gd name="T3" fmla="*/ 11 h 19"/>
                <a:gd name="T4" fmla="*/ 7 w 14"/>
                <a:gd name="T5" fmla="*/ 1 h 19"/>
                <a:gd name="T6" fmla="*/ 10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10" y="18"/>
                  </a:move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7" y="1"/>
                  </a:cubicBezTo>
                  <a:cubicBezTo>
                    <a:pt x="11" y="0"/>
                    <a:pt x="14" y="17"/>
                    <a:pt x="10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 descr="2a32b738-cc2c-4d9a-87c1-4588a8aa2291"/>
            <p:cNvSpPr/>
            <p:nvPr/>
          </p:nvSpPr>
          <p:spPr bwMode="auto">
            <a:xfrm>
              <a:off x="5977731" y="2428876"/>
              <a:ext cx="38100" cy="52388"/>
            </a:xfrm>
            <a:custGeom>
              <a:gdLst>
                <a:gd name="T0" fmla="*/ 4 w 14"/>
                <a:gd name="T1" fmla="*/ 18 h 19"/>
                <a:gd name="T2" fmla="*/ 13 w 14"/>
                <a:gd name="T3" fmla="*/ 11 h 19"/>
                <a:gd name="T4" fmla="*/ 7 w 14"/>
                <a:gd name="T5" fmla="*/ 1 h 19"/>
                <a:gd name="T6" fmla="*/ 4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4" y="18"/>
                  </a:moveTo>
                  <a:cubicBezTo>
                    <a:pt x="8" y="19"/>
                    <a:pt x="12" y="16"/>
                    <a:pt x="13" y="11"/>
                  </a:cubicBezTo>
                  <a:cubicBezTo>
                    <a:pt x="14" y="7"/>
                    <a:pt x="11" y="2"/>
                    <a:pt x="7" y="1"/>
                  </a:cubicBezTo>
                  <a:cubicBezTo>
                    <a:pt x="3" y="0"/>
                    <a:pt x="0" y="17"/>
                    <a:pt x="4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任意多边形: 形状 74" descr="d352584c-af68-4a83-a8ff-13077e629cd3"/>
            <p:cNvSpPr/>
            <p:nvPr/>
          </p:nvSpPr>
          <p:spPr bwMode="auto">
            <a:xfrm>
              <a:off x="5826918" y="2347913"/>
              <a:ext cx="177800" cy="214313"/>
            </a:xfrm>
            <a:custGeom>
              <a:gdLst>
                <a:gd name="T0" fmla="*/ 32 w 65"/>
                <a:gd name="T1" fmla="*/ 79 h 79"/>
                <a:gd name="T2" fmla="*/ 61 w 65"/>
                <a:gd name="T3" fmla="*/ 20 h 79"/>
                <a:gd name="T4" fmla="*/ 33 w 65"/>
                <a:gd name="T5" fmla="*/ 0 h 79"/>
                <a:gd name="T6" fmla="*/ 4 w 65"/>
                <a:gd name="T7" fmla="*/ 20 h 79"/>
                <a:gd name="T8" fmla="*/ 32 w 65"/>
                <a:gd name="T9" fmla="*/ 79 h 7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9">
                  <a:moveTo>
                    <a:pt x="32" y="79"/>
                  </a:moveTo>
                  <a:cubicBezTo>
                    <a:pt x="65" y="79"/>
                    <a:pt x="61" y="20"/>
                    <a:pt x="61" y="20"/>
                  </a:cubicBezTo>
                  <a:cubicBezTo>
                    <a:pt x="61" y="20"/>
                    <a:pt x="60" y="0"/>
                    <a:pt x="33" y="0"/>
                  </a:cubicBezTo>
                  <a:cubicBezTo>
                    <a:pt x="10" y="0"/>
                    <a:pt x="4" y="20"/>
                    <a:pt x="4" y="20"/>
                  </a:cubicBezTo>
                  <a:cubicBezTo>
                    <a:pt x="4" y="20"/>
                    <a:pt x="0" y="79"/>
                    <a:pt x="32" y="79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任意多边形: 形状 75" descr="b2ab4ca4-a74b-40c2-b791-a55354255c56"/>
            <p:cNvSpPr/>
            <p:nvPr/>
          </p:nvSpPr>
          <p:spPr bwMode="auto">
            <a:xfrm>
              <a:off x="5803106" y="2322513"/>
              <a:ext cx="225425" cy="128588"/>
            </a:xfrm>
            <a:custGeom>
              <a:gdLst>
                <a:gd name="T0" fmla="*/ 9 w 83"/>
                <a:gd name="T1" fmla="*/ 41 h 47"/>
                <a:gd name="T2" fmla="*/ 15 w 83"/>
                <a:gd name="T3" fmla="*/ 46 h 47"/>
                <a:gd name="T4" fmla="*/ 16 w 83"/>
                <a:gd name="T5" fmla="*/ 25 h 47"/>
                <a:gd name="T6" fmla="*/ 55 w 83"/>
                <a:gd name="T7" fmla="*/ 18 h 47"/>
                <a:gd name="T8" fmla="*/ 66 w 83"/>
                <a:gd name="T9" fmla="*/ 25 h 47"/>
                <a:gd name="T10" fmla="*/ 68 w 83"/>
                <a:gd name="T11" fmla="*/ 47 h 47"/>
                <a:gd name="T12" fmla="*/ 74 w 83"/>
                <a:gd name="T13" fmla="*/ 41 h 47"/>
                <a:gd name="T14" fmla="*/ 42 w 83"/>
                <a:gd name="T15" fmla="*/ 0 h 47"/>
                <a:gd name="T16" fmla="*/ 9 w 83"/>
                <a:gd name="T17" fmla="*/ 41 h 4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47">
                  <a:moveTo>
                    <a:pt x="9" y="41"/>
                  </a:moveTo>
                  <a:cubicBezTo>
                    <a:pt x="12" y="40"/>
                    <a:pt x="15" y="46"/>
                    <a:pt x="15" y="4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49" y="31"/>
                    <a:pt x="55" y="18"/>
                  </a:cubicBezTo>
                  <a:cubicBezTo>
                    <a:pt x="64" y="15"/>
                    <a:pt x="66" y="25"/>
                    <a:pt x="66" y="25"/>
                  </a:cubicBezTo>
                  <a:cubicBezTo>
                    <a:pt x="66" y="25"/>
                    <a:pt x="68" y="47"/>
                    <a:pt x="68" y="47"/>
                  </a:cubicBezTo>
                  <a:cubicBezTo>
                    <a:pt x="70" y="41"/>
                    <a:pt x="74" y="41"/>
                    <a:pt x="74" y="41"/>
                  </a:cubicBezTo>
                  <a:cubicBezTo>
                    <a:pt x="74" y="41"/>
                    <a:pt x="83" y="0"/>
                    <a:pt x="42" y="0"/>
                  </a:cubicBezTo>
                  <a:cubicBezTo>
                    <a:pt x="0" y="0"/>
                    <a:pt x="9" y="40"/>
                    <a:pt x="9" y="41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任意多边形: 形状 76" descr="8582b95f-47a3-4c1e-93c2-c86f5005d31f"/>
            <p:cNvSpPr/>
            <p:nvPr/>
          </p:nvSpPr>
          <p:spPr bwMode="auto">
            <a:xfrm>
              <a:off x="6390481" y="3717926"/>
              <a:ext cx="138113" cy="46038"/>
            </a:xfrm>
            <a:custGeom>
              <a:gdLst>
                <a:gd name="T0" fmla="*/ 26 w 51"/>
                <a:gd name="T1" fmla="*/ 0 h 17"/>
                <a:gd name="T2" fmla="*/ 50 w 51"/>
                <a:gd name="T3" fmla="*/ 12 h 17"/>
                <a:gd name="T4" fmla="*/ 50 w 51"/>
                <a:gd name="T5" fmla="*/ 17 h 17"/>
                <a:gd name="T6" fmla="*/ 0 w 51"/>
                <a:gd name="T7" fmla="*/ 17 h 17"/>
                <a:gd name="T8" fmla="*/ 0 w 51"/>
                <a:gd name="T9" fmla="*/ 0 h 17"/>
                <a:gd name="T10" fmla="*/ 26 w 51"/>
                <a:gd name="T11" fmla="*/ 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26" y="0"/>
                  </a:moveTo>
                  <a:cubicBezTo>
                    <a:pt x="26" y="0"/>
                    <a:pt x="49" y="10"/>
                    <a:pt x="50" y="12"/>
                  </a:cubicBezTo>
                  <a:cubicBezTo>
                    <a:pt x="51" y="13"/>
                    <a:pt x="50" y="17"/>
                    <a:pt x="5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任意多边形: 形状 77" descr="11917bca-ac6a-47e3-8172-360b84e522dd"/>
            <p:cNvSpPr/>
            <p:nvPr/>
          </p:nvSpPr>
          <p:spPr bwMode="auto">
            <a:xfrm>
              <a:off x="6252368" y="3717926"/>
              <a:ext cx="138113" cy="46038"/>
            </a:xfrm>
            <a:custGeom>
              <a:gdLst>
                <a:gd name="T0" fmla="*/ 25 w 51"/>
                <a:gd name="T1" fmla="*/ 0 h 17"/>
                <a:gd name="T2" fmla="*/ 1 w 51"/>
                <a:gd name="T3" fmla="*/ 12 h 17"/>
                <a:gd name="T4" fmla="*/ 1 w 51"/>
                <a:gd name="T5" fmla="*/ 17 h 17"/>
                <a:gd name="T6" fmla="*/ 51 w 51"/>
                <a:gd name="T7" fmla="*/ 17 h 17"/>
                <a:gd name="T8" fmla="*/ 51 w 51"/>
                <a:gd name="T9" fmla="*/ 0 h 17"/>
                <a:gd name="T10" fmla="*/ 25 w 51"/>
                <a:gd name="T11" fmla="*/ 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25" y="0"/>
                  </a:moveTo>
                  <a:cubicBezTo>
                    <a:pt x="25" y="0"/>
                    <a:pt x="2" y="10"/>
                    <a:pt x="1" y="12"/>
                  </a:cubicBezTo>
                  <a:cubicBezTo>
                    <a:pt x="0" y="13"/>
                    <a:pt x="1" y="17"/>
                    <a:pt x="1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任意多边形: 形状 78" descr="d6a2a716-eb57-4876-8d9f-6b7d8d2b3dac"/>
            <p:cNvSpPr/>
            <p:nvPr/>
          </p:nvSpPr>
          <p:spPr bwMode="auto">
            <a:xfrm>
              <a:off x="6246018" y="3027363"/>
              <a:ext cx="296863" cy="690563"/>
            </a:xfrm>
            <a:custGeom>
              <a:gdLst>
                <a:gd name="T0" fmla="*/ 0 w 187"/>
                <a:gd name="T1" fmla="*/ 79 h 435"/>
                <a:gd name="T2" fmla="*/ 46 w 187"/>
                <a:gd name="T3" fmla="*/ 435 h 435"/>
                <a:gd name="T4" fmla="*/ 91 w 187"/>
                <a:gd name="T5" fmla="*/ 435 h 435"/>
                <a:gd name="T6" fmla="*/ 135 w 187"/>
                <a:gd name="T7" fmla="*/ 435 h 435"/>
                <a:gd name="T8" fmla="*/ 187 w 187"/>
                <a:gd name="T9" fmla="*/ 75 h 435"/>
                <a:gd name="T10" fmla="*/ 159 w 187"/>
                <a:gd name="T11" fmla="*/ 0 h 435"/>
                <a:gd name="T12" fmla="*/ 26 w 187"/>
                <a:gd name="T13" fmla="*/ 0 h 435"/>
                <a:gd name="T14" fmla="*/ 0 w 187"/>
                <a:gd name="T15" fmla="*/ 79 h 43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7" h="435">
                  <a:moveTo>
                    <a:pt x="0" y="79"/>
                  </a:moveTo>
                  <a:lnTo>
                    <a:pt x="46" y="435"/>
                  </a:lnTo>
                  <a:lnTo>
                    <a:pt x="91" y="435"/>
                  </a:lnTo>
                  <a:lnTo>
                    <a:pt x="135" y="435"/>
                  </a:lnTo>
                  <a:lnTo>
                    <a:pt x="187" y="75"/>
                  </a:lnTo>
                  <a:lnTo>
                    <a:pt x="159" y="0"/>
                  </a:lnTo>
                  <a:lnTo>
                    <a:pt x="26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任意多边形: 形状 79" descr="e71fd940-ff37-42b5-bccb-77dffafdc92a"/>
            <p:cNvSpPr/>
            <p:nvPr/>
          </p:nvSpPr>
          <p:spPr bwMode="auto">
            <a:xfrm>
              <a:off x="6292056" y="2474913"/>
              <a:ext cx="204788" cy="204788"/>
            </a:xfrm>
            <a:custGeom>
              <a:gdLst>
                <a:gd name="T0" fmla="*/ 5 w 75"/>
                <a:gd name="T1" fmla="*/ 12 h 75"/>
                <a:gd name="T2" fmla="*/ 5 w 75"/>
                <a:gd name="T3" fmla="*/ 62 h 75"/>
                <a:gd name="T4" fmla="*/ 71 w 75"/>
                <a:gd name="T5" fmla="*/ 61 h 75"/>
                <a:gd name="T6" fmla="*/ 68 w 75"/>
                <a:gd name="T7" fmla="*/ 13 h 75"/>
                <a:gd name="T8" fmla="*/ 39 w 75"/>
                <a:gd name="T9" fmla="*/ 0 h 75"/>
                <a:gd name="T10" fmla="*/ 5 w 75"/>
                <a:gd name="T11" fmla="*/ 12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75">
                  <a:moveTo>
                    <a:pt x="5" y="12"/>
                  </a:moveTo>
                  <a:cubicBezTo>
                    <a:pt x="0" y="21"/>
                    <a:pt x="16" y="50"/>
                    <a:pt x="5" y="62"/>
                  </a:cubicBezTo>
                  <a:cubicBezTo>
                    <a:pt x="12" y="62"/>
                    <a:pt x="35" y="75"/>
                    <a:pt x="71" y="61"/>
                  </a:cubicBezTo>
                  <a:cubicBezTo>
                    <a:pt x="58" y="52"/>
                    <a:pt x="75" y="19"/>
                    <a:pt x="68" y="13"/>
                  </a:cubicBezTo>
                  <a:cubicBezTo>
                    <a:pt x="60" y="7"/>
                    <a:pt x="39" y="0"/>
                    <a:pt x="39" y="0"/>
                  </a:cubicBezTo>
                  <a:cubicBezTo>
                    <a:pt x="39" y="0"/>
                    <a:pt x="11" y="7"/>
                    <a:pt x="5" y="12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矩形 80" descr="573b2dda-63db-4664-af06-a73725b1e662"/>
            <p:cNvSpPr>
              <a:spLocks noChangeArrowheads="1"/>
            </p:cNvSpPr>
            <p:nvPr/>
          </p:nvSpPr>
          <p:spPr bwMode="auto">
            <a:xfrm>
              <a:off x="6360318" y="2605088"/>
              <a:ext cx="61913" cy="87313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任意多边形: 形状 81" descr="7b1fffa7-d3d5-4455-a60c-e766f519edfa"/>
            <p:cNvSpPr/>
            <p:nvPr/>
          </p:nvSpPr>
          <p:spPr bwMode="auto">
            <a:xfrm>
              <a:off x="6185693" y="3114676"/>
              <a:ext cx="66675" cy="73025"/>
            </a:xfrm>
            <a:custGeom>
              <a:gdLst>
                <a:gd name="T0" fmla="*/ 19 w 24"/>
                <a:gd name="T1" fmla="*/ 10 h 27"/>
                <a:gd name="T2" fmla="*/ 22 w 24"/>
                <a:gd name="T3" fmla="*/ 7 h 27"/>
                <a:gd name="T4" fmla="*/ 17 w 24"/>
                <a:gd name="T5" fmla="*/ 0 h 27"/>
                <a:gd name="T6" fmla="*/ 17 w 24"/>
                <a:gd name="T7" fmla="*/ 0 h 27"/>
                <a:gd name="T8" fmla="*/ 17 w 24"/>
                <a:gd name="T9" fmla="*/ 0 h 27"/>
                <a:gd name="T10" fmla="*/ 5 w 24"/>
                <a:gd name="T11" fmla="*/ 0 h 27"/>
                <a:gd name="T12" fmla="*/ 1 w 24"/>
                <a:gd name="T13" fmla="*/ 16 h 27"/>
                <a:gd name="T14" fmla="*/ 12 w 24"/>
                <a:gd name="T15" fmla="*/ 27 h 27"/>
                <a:gd name="T16" fmla="*/ 24 w 24"/>
                <a:gd name="T17" fmla="*/ 16 h 27"/>
                <a:gd name="T18" fmla="*/ 19 w 24"/>
                <a:gd name="T19" fmla="*/ 1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7">
                  <a:moveTo>
                    <a:pt x="19" y="10"/>
                  </a:moveTo>
                  <a:cubicBezTo>
                    <a:pt x="19" y="10"/>
                    <a:pt x="21" y="9"/>
                    <a:pt x="22" y="7"/>
                  </a:cubicBezTo>
                  <a:cubicBezTo>
                    <a:pt x="22" y="4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6"/>
                    <a:pt x="0" y="12"/>
                    <a:pt x="1" y="16"/>
                  </a:cubicBezTo>
                  <a:cubicBezTo>
                    <a:pt x="4" y="19"/>
                    <a:pt x="9" y="27"/>
                    <a:pt x="12" y="27"/>
                  </a:cubicBezTo>
                  <a:cubicBezTo>
                    <a:pt x="16" y="25"/>
                    <a:pt x="22" y="22"/>
                    <a:pt x="24" y="16"/>
                  </a:cubicBezTo>
                  <a:cubicBezTo>
                    <a:pt x="23" y="13"/>
                    <a:pt x="19" y="10"/>
                    <a:pt x="19" y="10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任意多边形: 形状 82" descr="60e25ae1-6f14-4539-a3ac-0edbcf8e94c8"/>
            <p:cNvSpPr/>
            <p:nvPr/>
          </p:nvSpPr>
          <p:spPr bwMode="auto">
            <a:xfrm>
              <a:off x="6188868" y="2676526"/>
              <a:ext cx="117475" cy="454025"/>
            </a:xfrm>
            <a:custGeom>
              <a:gdLst>
                <a:gd name="T0" fmla="*/ 32 w 43"/>
                <a:gd name="T1" fmla="*/ 1 h 167"/>
                <a:gd name="T2" fmla="*/ 3 w 43"/>
                <a:gd name="T3" fmla="*/ 101 h 167"/>
                <a:gd name="T4" fmla="*/ 0 w 43"/>
                <a:gd name="T5" fmla="*/ 166 h 167"/>
                <a:gd name="T6" fmla="*/ 21 w 43"/>
                <a:gd name="T7" fmla="*/ 167 h 167"/>
                <a:gd name="T8" fmla="*/ 21 w 43"/>
                <a:gd name="T9" fmla="*/ 105 h 167"/>
                <a:gd name="T10" fmla="*/ 43 w 43"/>
                <a:gd name="T11" fmla="*/ 37 h 167"/>
                <a:gd name="T12" fmla="*/ 32 w 43"/>
                <a:gd name="T13" fmla="*/ 1 h 16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167">
                  <a:moveTo>
                    <a:pt x="32" y="1"/>
                  </a:moveTo>
                  <a:cubicBezTo>
                    <a:pt x="22" y="1"/>
                    <a:pt x="3" y="101"/>
                    <a:pt x="3" y="101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7"/>
                    <a:pt x="39" y="0"/>
                    <a:pt x="32" y="1"/>
                  </a:cubicBezTo>
                  <a:close/>
                </a:path>
              </a:pathLst>
            </a:custGeom>
            <a:solidFill>
              <a:srgbClr val="CF6C6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任意多边形: 形状 83" descr="7d3974a5-d71d-4914-bb7e-4683c45bcbc2"/>
            <p:cNvSpPr/>
            <p:nvPr/>
          </p:nvSpPr>
          <p:spPr bwMode="auto">
            <a:xfrm>
              <a:off x="6531768" y="3114676"/>
              <a:ext cx="61913" cy="73025"/>
            </a:xfrm>
            <a:custGeom>
              <a:gdLst>
                <a:gd name="T0" fmla="*/ 4 w 23"/>
                <a:gd name="T1" fmla="*/ 10 h 27"/>
                <a:gd name="T2" fmla="*/ 2 w 23"/>
                <a:gd name="T3" fmla="*/ 7 h 27"/>
                <a:gd name="T4" fmla="*/ 6 w 23"/>
                <a:gd name="T5" fmla="*/ 0 h 27"/>
                <a:gd name="T6" fmla="*/ 7 w 23"/>
                <a:gd name="T7" fmla="*/ 0 h 27"/>
                <a:gd name="T8" fmla="*/ 6 w 23"/>
                <a:gd name="T9" fmla="*/ 0 h 27"/>
                <a:gd name="T10" fmla="*/ 18 w 23"/>
                <a:gd name="T11" fmla="*/ 0 h 27"/>
                <a:gd name="T12" fmla="*/ 22 w 23"/>
                <a:gd name="T13" fmla="*/ 16 h 27"/>
                <a:gd name="T14" fmla="*/ 11 w 23"/>
                <a:gd name="T15" fmla="*/ 27 h 27"/>
                <a:gd name="T16" fmla="*/ 0 w 23"/>
                <a:gd name="T17" fmla="*/ 16 h 27"/>
                <a:gd name="T18" fmla="*/ 4 w 23"/>
                <a:gd name="T19" fmla="*/ 1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7">
                  <a:moveTo>
                    <a:pt x="4" y="10"/>
                  </a:moveTo>
                  <a:cubicBezTo>
                    <a:pt x="4" y="10"/>
                    <a:pt x="2" y="9"/>
                    <a:pt x="2" y="7"/>
                  </a:cubicBezTo>
                  <a:cubicBezTo>
                    <a:pt x="1" y="4"/>
                    <a:pt x="6" y="0"/>
                    <a:pt x="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6"/>
                    <a:pt x="23" y="12"/>
                    <a:pt x="22" y="16"/>
                  </a:cubicBezTo>
                  <a:cubicBezTo>
                    <a:pt x="19" y="19"/>
                    <a:pt x="15" y="27"/>
                    <a:pt x="11" y="27"/>
                  </a:cubicBezTo>
                  <a:cubicBezTo>
                    <a:pt x="7" y="25"/>
                    <a:pt x="2" y="22"/>
                    <a:pt x="0" y="16"/>
                  </a:cubicBezTo>
                  <a:cubicBezTo>
                    <a:pt x="1" y="13"/>
                    <a:pt x="4" y="10"/>
                    <a:pt x="4" y="10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任意多边形: 形状 84" descr="8330d2f7-c6a0-45bb-9d39-0d847888cfbf"/>
            <p:cNvSpPr/>
            <p:nvPr/>
          </p:nvSpPr>
          <p:spPr bwMode="auto">
            <a:xfrm>
              <a:off x="6477793" y="2676526"/>
              <a:ext cx="114300" cy="454025"/>
            </a:xfrm>
            <a:custGeom>
              <a:gdLst>
                <a:gd name="T0" fmla="*/ 10 w 42"/>
                <a:gd name="T1" fmla="*/ 1 h 167"/>
                <a:gd name="T2" fmla="*/ 39 w 42"/>
                <a:gd name="T3" fmla="*/ 101 h 167"/>
                <a:gd name="T4" fmla="*/ 42 w 42"/>
                <a:gd name="T5" fmla="*/ 166 h 167"/>
                <a:gd name="T6" fmla="*/ 21 w 42"/>
                <a:gd name="T7" fmla="*/ 167 h 167"/>
                <a:gd name="T8" fmla="*/ 21 w 42"/>
                <a:gd name="T9" fmla="*/ 105 h 167"/>
                <a:gd name="T10" fmla="*/ 0 w 42"/>
                <a:gd name="T11" fmla="*/ 37 h 167"/>
                <a:gd name="T12" fmla="*/ 10 w 42"/>
                <a:gd name="T13" fmla="*/ 1 h 16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67">
                  <a:moveTo>
                    <a:pt x="10" y="1"/>
                  </a:moveTo>
                  <a:cubicBezTo>
                    <a:pt x="21" y="1"/>
                    <a:pt x="39" y="101"/>
                    <a:pt x="39" y="101"/>
                  </a:cubicBezTo>
                  <a:cubicBezTo>
                    <a:pt x="42" y="166"/>
                    <a:pt x="42" y="166"/>
                    <a:pt x="42" y="166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3" y="0"/>
                    <a:pt x="10" y="1"/>
                  </a:cubicBezTo>
                  <a:close/>
                </a:path>
              </a:pathLst>
            </a:custGeom>
            <a:solidFill>
              <a:srgbClr val="CF6C6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任意多边形: 形状 85" descr="a9ac37f3-4eca-4447-9e24-17a79b5cb3da"/>
            <p:cNvSpPr/>
            <p:nvPr/>
          </p:nvSpPr>
          <p:spPr bwMode="auto">
            <a:xfrm>
              <a:off x="6287293" y="2509838"/>
              <a:ext cx="41275" cy="52388"/>
            </a:xfrm>
            <a:custGeom>
              <a:gdLst>
                <a:gd name="T0" fmla="*/ 11 w 15"/>
                <a:gd name="T1" fmla="*/ 18 h 19"/>
                <a:gd name="T2" fmla="*/ 1 w 15"/>
                <a:gd name="T3" fmla="*/ 11 h 19"/>
                <a:gd name="T4" fmla="*/ 7 w 15"/>
                <a:gd name="T5" fmla="*/ 0 h 19"/>
                <a:gd name="T6" fmla="*/ 11 w 15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9">
                  <a:moveTo>
                    <a:pt x="11" y="18"/>
                  </a:moveTo>
                  <a:cubicBezTo>
                    <a:pt x="6" y="19"/>
                    <a:pt x="2" y="16"/>
                    <a:pt x="1" y="11"/>
                  </a:cubicBezTo>
                  <a:cubicBezTo>
                    <a:pt x="0" y="6"/>
                    <a:pt x="3" y="1"/>
                    <a:pt x="7" y="0"/>
                  </a:cubicBezTo>
                  <a:cubicBezTo>
                    <a:pt x="11" y="0"/>
                    <a:pt x="15" y="17"/>
                    <a:pt x="11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任意多边形: 形状 86" descr="6c6409cc-de0c-484a-8261-17c14b2888c7"/>
            <p:cNvSpPr/>
            <p:nvPr/>
          </p:nvSpPr>
          <p:spPr bwMode="auto">
            <a:xfrm>
              <a:off x="6455568" y="2509838"/>
              <a:ext cx="38100" cy="52388"/>
            </a:xfrm>
            <a:custGeom>
              <a:gdLst>
                <a:gd name="T0" fmla="*/ 4 w 14"/>
                <a:gd name="T1" fmla="*/ 18 h 19"/>
                <a:gd name="T2" fmla="*/ 13 w 14"/>
                <a:gd name="T3" fmla="*/ 11 h 19"/>
                <a:gd name="T4" fmla="*/ 7 w 14"/>
                <a:gd name="T5" fmla="*/ 0 h 19"/>
                <a:gd name="T6" fmla="*/ 4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4" y="18"/>
                  </a:moveTo>
                  <a:cubicBezTo>
                    <a:pt x="8" y="19"/>
                    <a:pt x="12" y="16"/>
                    <a:pt x="13" y="11"/>
                  </a:cubicBezTo>
                  <a:cubicBezTo>
                    <a:pt x="14" y="6"/>
                    <a:pt x="12" y="1"/>
                    <a:pt x="7" y="0"/>
                  </a:cubicBezTo>
                  <a:cubicBezTo>
                    <a:pt x="3" y="0"/>
                    <a:pt x="0" y="17"/>
                    <a:pt x="4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任意多边形: 形状 87" descr="4c3bbdca-4063-4945-b8f5-be6b036738cf"/>
            <p:cNvSpPr/>
            <p:nvPr/>
          </p:nvSpPr>
          <p:spPr bwMode="auto">
            <a:xfrm>
              <a:off x="6280943" y="2425701"/>
              <a:ext cx="227013" cy="220663"/>
            </a:xfrm>
            <a:custGeom>
              <a:gdLst>
                <a:gd name="T0" fmla="*/ 40 w 83"/>
                <a:gd name="T1" fmla="*/ 81 h 81"/>
                <a:gd name="T2" fmla="*/ 70 w 83"/>
                <a:gd name="T3" fmla="*/ 20 h 81"/>
                <a:gd name="T4" fmla="*/ 41 w 83"/>
                <a:gd name="T5" fmla="*/ 0 h 81"/>
                <a:gd name="T6" fmla="*/ 11 w 83"/>
                <a:gd name="T7" fmla="*/ 20 h 81"/>
                <a:gd name="T8" fmla="*/ 40 w 83"/>
                <a:gd name="T9" fmla="*/ 81 h 8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1">
                  <a:moveTo>
                    <a:pt x="40" y="81"/>
                  </a:moveTo>
                  <a:cubicBezTo>
                    <a:pt x="83" y="63"/>
                    <a:pt x="70" y="20"/>
                    <a:pt x="70" y="20"/>
                  </a:cubicBezTo>
                  <a:cubicBezTo>
                    <a:pt x="70" y="20"/>
                    <a:pt x="69" y="0"/>
                    <a:pt x="41" y="0"/>
                  </a:cubicBezTo>
                  <a:cubicBezTo>
                    <a:pt x="17" y="0"/>
                    <a:pt x="11" y="20"/>
                    <a:pt x="11" y="20"/>
                  </a:cubicBezTo>
                  <a:cubicBezTo>
                    <a:pt x="11" y="20"/>
                    <a:pt x="0" y="65"/>
                    <a:pt x="40" y="8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任意多边形: 形状 88" descr="786b5408-735d-4dcb-aa12-2f051fd46ef4"/>
            <p:cNvSpPr/>
            <p:nvPr/>
          </p:nvSpPr>
          <p:spPr bwMode="auto">
            <a:xfrm>
              <a:off x="6276181" y="2398713"/>
              <a:ext cx="231775" cy="133350"/>
            </a:xfrm>
            <a:custGeom>
              <a:gdLst>
                <a:gd name="T0" fmla="*/ 9 w 85"/>
                <a:gd name="T1" fmla="*/ 42 h 49"/>
                <a:gd name="T2" fmla="*/ 15 w 85"/>
                <a:gd name="T3" fmla="*/ 47 h 49"/>
                <a:gd name="T4" fmla="*/ 17 w 85"/>
                <a:gd name="T5" fmla="*/ 26 h 49"/>
                <a:gd name="T6" fmla="*/ 64 w 85"/>
                <a:gd name="T7" fmla="*/ 41 h 49"/>
                <a:gd name="T8" fmla="*/ 68 w 85"/>
                <a:gd name="T9" fmla="*/ 26 h 49"/>
                <a:gd name="T10" fmla="*/ 70 w 85"/>
                <a:gd name="T11" fmla="*/ 48 h 49"/>
                <a:gd name="T12" fmla="*/ 76 w 85"/>
                <a:gd name="T13" fmla="*/ 43 h 49"/>
                <a:gd name="T14" fmla="*/ 43 w 85"/>
                <a:gd name="T15" fmla="*/ 0 h 49"/>
                <a:gd name="T16" fmla="*/ 9 w 85"/>
                <a:gd name="T17" fmla="*/ 42 h 4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9">
                  <a:moveTo>
                    <a:pt x="9" y="42"/>
                  </a:moveTo>
                  <a:cubicBezTo>
                    <a:pt x="12" y="41"/>
                    <a:pt x="15" y="47"/>
                    <a:pt x="15" y="4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6"/>
                    <a:pt x="32" y="46"/>
                    <a:pt x="64" y="41"/>
                  </a:cubicBezTo>
                  <a:cubicBezTo>
                    <a:pt x="58" y="28"/>
                    <a:pt x="68" y="26"/>
                    <a:pt x="68" y="26"/>
                  </a:cubicBezTo>
                  <a:cubicBezTo>
                    <a:pt x="68" y="26"/>
                    <a:pt x="70" y="49"/>
                    <a:pt x="70" y="48"/>
                  </a:cubicBezTo>
                  <a:cubicBezTo>
                    <a:pt x="72" y="42"/>
                    <a:pt x="76" y="43"/>
                    <a:pt x="76" y="43"/>
                  </a:cubicBezTo>
                  <a:cubicBezTo>
                    <a:pt x="76" y="43"/>
                    <a:pt x="85" y="0"/>
                    <a:pt x="43" y="0"/>
                  </a:cubicBezTo>
                  <a:cubicBezTo>
                    <a:pt x="0" y="0"/>
                    <a:pt x="9" y="41"/>
                    <a:pt x="9" y="42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任意多边形: 形状 89" descr="5df32499-b21b-4847-bf02-a4e803fe0aad"/>
            <p:cNvSpPr/>
            <p:nvPr/>
          </p:nvSpPr>
          <p:spPr bwMode="auto">
            <a:xfrm>
              <a:off x="6368256" y="2592388"/>
              <a:ext cx="46038" cy="19050"/>
            </a:xfrm>
            <a:custGeom>
              <a:gdLst>
                <a:gd name="T0" fmla="*/ 8 w 17"/>
                <a:gd name="T1" fmla="*/ 7 h 7"/>
                <a:gd name="T2" fmla="*/ 17 w 17"/>
                <a:gd name="T3" fmla="*/ 3 h 7"/>
                <a:gd name="T4" fmla="*/ 11 w 17"/>
                <a:gd name="T5" fmla="*/ 0 h 7"/>
                <a:gd name="T6" fmla="*/ 8 w 17"/>
                <a:gd name="T7" fmla="*/ 2 h 7"/>
                <a:gd name="T8" fmla="*/ 6 w 17"/>
                <a:gd name="T9" fmla="*/ 0 h 7"/>
                <a:gd name="T10" fmla="*/ 0 w 17"/>
                <a:gd name="T11" fmla="*/ 3 h 7"/>
                <a:gd name="T12" fmla="*/ 8 w 17"/>
                <a:gd name="T13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7">
                  <a:moveTo>
                    <a:pt x="8" y="7"/>
                  </a:moveTo>
                  <a:cubicBezTo>
                    <a:pt x="13" y="7"/>
                    <a:pt x="17" y="4"/>
                    <a:pt x="17" y="3"/>
                  </a:cubicBezTo>
                  <a:cubicBezTo>
                    <a:pt x="17" y="3"/>
                    <a:pt x="12" y="0"/>
                    <a:pt x="11" y="0"/>
                  </a:cubicBezTo>
                  <a:cubicBezTo>
                    <a:pt x="10" y="0"/>
                    <a:pt x="9" y="2"/>
                    <a:pt x="8" y="2"/>
                  </a:cubicBezTo>
                  <a:cubicBezTo>
                    <a:pt x="8" y="2"/>
                    <a:pt x="7" y="0"/>
                    <a:pt x="6" y="0"/>
                  </a:cubicBezTo>
                  <a:cubicBezTo>
                    <a:pt x="5" y="0"/>
                    <a:pt x="0" y="3"/>
                    <a:pt x="0" y="3"/>
                  </a:cubicBezTo>
                  <a:cubicBezTo>
                    <a:pt x="0" y="4"/>
                    <a:pt x="3" y="7"/>
                    <a:pt x="8" y="7"/>
                  </a:cubicBezTo>
                  <a:close/>
                </a:path>
              </a:pathLst>
            </a:custGeom>
            <a:solidFill>
              <a:srgbClr val="B5517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任意多边形: 形状 90" descr="bb99b8a5-99a0-46fa-b652-bdec5214c03c"/>
            <p:cNvSpPr/>
            <p:nvPr/>
          </p:nvSpPr>
          <p:spPr bwMode="auto">
            <a:xfrm>
              <a:off x="6261893" y="2654301"/>
              <a:ext cx="261938" cy="414338"/>
            </a:xfrm>
            <a:custGeom>
              <a:gdLst>
                <a:gd name="T0" fmla="*/ 8 w 96"/>
                <a:gd name="T1" fmla="*/ 127 h 152"/>
                <a:gd name="T2" fmla="*/ 0 w 96"/>
                <a:gd name="T3" fmla="*/ 152 h 152"/>
                <a:gd name="T4" fmla="*/ 96 w 96"/>
                <a:gd name="T5" fmla="*/ 152 h 152"/>
                <a:gd name="T6" fmla="*/ 86 w 96"/>
                <a:gd name="T7" fmla="*/ 124 h 152"/>
                <a:gd name="T8" fmla="*/ 82 w 96"/>
                <a:gd name="T9" fmla="*/ 58 h 152"/>
                <a:gd name="T10" fmla="*/ 87 w 96"/>
                <a:gd name="T11" fmla="*/ 44 h 152"/>
                <a:gd name="T12" fmla="*/ 84 w 96"/>
                <a:gd name="T13" fmla="*/ 32 h 152"/>
                <a:gd name="T14" fmla="*/ 90 w 96"/>
                <a:gd name="T15" fmla="*/ 9 h 152"/>
                <a:gd name="T16" fmla="*/ 62 w 96"/>
                <a:gd name="T17" fmla="*/ 0 h 152"/>
                <a:gd name="T18" fmla="*/ 62 w 96"/>
                <a:gd name="T19" fmla="*/ 0 h 152"/>
                <a:gd name="T20" fmla="*/ 60 w 96"/>
                <a:gd name="T21" fmla="*/ 0 h 152"/>
                <a:gd name="T22" fmla="*/ 49 w 96"/>
                <a:gd name="T23" fmla="*/ 13 h 152"/>
                <a:gd name="T24" fmla="*/ 47 w 96"/>
                <a:gd name="T25" fmla="*/ 14 h 152"/>
                <a:gd name="T26" fmla="*/ 46 w 96"/>
                <a:gd name="T27" fmla="*/ 13 h 152"/>
                <a:gd name="T28" fmla="*/ 35 w 96"/>
                <a:gd name="T29" fmla="*/ 0 h 152"/>
                <a:gd name="T30" fmla="*/ 33 w 96"/>
                <a:gd name="T31" fmla="*/ 0 h 152"/>
                <a:gd name="T32" fmla="*/ 33 w 96"/>
                <a:gd name="T33" fmla="*/ 0 h 152"/>
                <a:gd name="T34" fmla="*/ 5 w 96"/>
                <a:gd name="T35" fmla="*/ 9 h 152"/>
                <a:gd name="T36" fmla="*/ 10 w 96"/>
                <a:gd name="T37" fmla="*/ 32 h 152"/>
                <a:gd name="T38" fmla="*/ 7 w 96"/>
                <a:gd name="T39" fmla="*/ 44 h 152"/>
                <a:gd name="T40" fmla="*/ 13 w 96"/>
                <a:gd name="T41" fmla="*/ 58 h 152"/>
                <a:gd name="T42" fmla="*/ 8 w 96"/>
                <a:gd name="T43" fmla="*/ 127 h 1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152">
                  <a:moveTo>
                    <a:pt x="8" y="127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1" y="92"/>
                    <a:pt x="82" y="58"/>
                  </a:cubicBezTo>
                  <a:cubicBezTo>
                    <a:pt x="85" y="54"/>
                    <a:pt x="87" y="49"/>
                    <a:pt x="87" y="44"/>
                  </a:cubicBezTo>
                  <a:cubicBezTo>
                    <a:pt x="87" y="40"/>
                    <a:pt x="86" y="36"/>
                    <a:pt x="84" y="32"/>
                  </a:cubicBezTo>
                  <a:cubicBezTo>
                    <a:pt x="85" y="23"/>
                    <a:pt x="87" y="15"/>
                    <a:pt x="90" y="9"/>
                  </a:cubicBezTo>
                  <a:cubicBezTo>
                    <a:pt x="88" y="7"/>
                    <a:pt x="63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1" y="0"/>
                    <a:pt x="60" y="0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4"/>
                    <a:pt x="48" y="14"/>
                    <a:pt x="47" y="14"/>
                  </a:cubicBezTo>
                  <a:cubicBezTo>
                    <a:pt x="47" y="14"/>
                    <a:pt x="46" y="14"/>
                    <a:pt x="46" y="1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4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2" y="1"/>
                    <a:pt x="7" y="7"/>
                    <a:pt x="5" y="9"/>
                  </a:cubicBezTo>
                  <a:cubicBezTo>
                    <a:pt x="7" y="16"/>
                    <a:pt x="9" y="24"/>
                    <a:pt x="10" y="32"/>
                  </a:cubicBezTo>
                  <a:cubicBezTo>
                    <a:pt x="8" y="36"/>
                    <a:pt x="7" y="40"/>
                    <a:pt x="7" y="44"/>
                  </a:cubicBezTo>
                  <a:cubicBezTo>
                    <a:pt x="7" y="49"/>
                    <a:pt x="9" y="54"/>
                    <a:pt x="13" y="58"/>
                  </a:cubicBezTo>
                  <a:cubicBezTo>
                    <a:pt x="14" y="95"/>
                    <a:pt x="8" y="127"/>
                    <a:pt x="8" y="127"/>
                  </a:cubicBezTo>
                  <a:close/>
                </a:path>
              </a:pathLst>
            </a:custGeom>
            <a:solidFill>
              <a:srgbClr val="9950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任意多边形: 形状 91" descr="103267e2-4e00-4e59-a5a1-b11a82eed7db"/>
            <p:cNvSpPr/>
            <p:nvPr/>
          </p:nvSpPr>
          <p:spPr bwMode="auto">
            <a:xfrm>
              <a:off x="6180931" y="3749676"/>
              <a:ext cx="141288" cy="44450"/>
            </a:xfrm>
            <a:custGeom>
              <a:gdLst>
                <a:gd name="T0" fmla="*/ 26 w 52"/>
                <a:gd name="T1" fmla="*/ 0 h 16"/>
                <a:gd name="T2" fmla="*/ 51 w 52"/>
                <a:gd name="T3" fmla="*/ 11 h 16"/>
                <a:gd name="T4" fmla="*/ 51 w 52"/>
                <a:gd name="T5" fmla="*/ 16 h 16"/>
                <a:gd name="T6" fmla="*/ 0 w 52"/>
                <a:gd name="T7" fmla="*/ 16 h 16"/>
                <a:gd name="T8" fmla="*/ 0 w 52"/>
                <a:gd name="T9" fmla="*/ 0 h 16"/>
                <a:gd name="T10" fmla="*/ 26 w 52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16">
                  <a:moveTo>
                    <a:pt x="26" y="0"/>
                  </a:moveTo>
                  <a:cubicBezTo>
                    <a:pt x="26" y="0"/>
                    <a:pt x="50" y="9"/>
                    <a:pt x="51" y="11"/>
                  </a:cubicBezTo>
                  <a:cubicBezTo>
                    <a:pt x="52" y="12"/>
                    <a:pt x="51" y="16"/>
                    <a:pt x="51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任意多边形: 形状 92" descr="a6acf284-c285-47cb-8e89-07a34d144008"/>
            <p:cNvSpPr/>
            <p:nvPr/>
          </p:nvSpPr>
          <p:spPr bwMode="auto">
            <a:xfrm>
              <a:off x="6036468" y="3749676"/>
              <a:ext cx="144463" cy="44450"/>
            </a:xfrm>
            <a:custGeom>
              <a:gdLst>
                <a:gd name="T0" fmla="*/ 26 w 53"/>
                <a:gd name="T1" fmla="*/ 0 h 16"/>
                <a:gd name="T2" fmla="*/ 1 w 53"/>
                <a:gd name="T3" fmla="*/ 11 h 16"/>
                <a:gd name="T4" fmla="*/ 1 w 53"/>
                <a:gd name="T5" fmla="*/ 16 h 16"/>
                <a:gd name="T6" fmla="*/ 53 w 53"/>
                <a:gd name="T7" fmla="*/ 16 h 16"/>
                <a:gd name="T8" fmla="*/ 53 w 53"/>
                <a:gd name="T9" fmla="*/ 0 h 16"/>
                <a:gd name="T10" fmla="*/ 26 w 53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16">
                  <a:moveTo>
                    <a:pt x="26" y="0"/>
                  </a:moveTo>
                  <a:cubicBezTo>
                    <a:pt x="26" y="0"/>
                    <a:pt x="2" y="9"/>
                    <a:pt x="1" y="11"/>
                  </a:cubicBezTo>
                  <a:cubicBezTo>
                    <a:pt x="0" y="12"/>
                    <a:pt x="1" y="16"/>
                    <a:pt x="1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任意多边形: 形状 93" descr="f669a901-60a5-4d0b-b338-ec23ac6c8aa0"/>
            <p:cNvSpPr/>
            <p:nvPr/>
          </p:nvSpPr>
          <p:spPr bwMode="auto">
            <a:xfrm>
              <a:off x="6072981" y="3248026"/>
              <a:ext cx="219075" cy="287338"/>
            </a:xfrm>
            <a:custGeom>
              <a:gdLst>
                <a:gd name="T0" fmla="*/ 0 w 138"/>
                <a:gd name="T1" fmla="*/ 58 h 181"/>
                <a:gd name="T2" fmla="*/ 1 w 138"/>
                <a:gd name="T3" fmla="*/ 179 h 181"/>
                <a:gd name="T4" fmla="*/ 70 w 138"/>
                <a:gd name="T5" fmla="*/ 179 h 181"/>
                <a:gd name="T6" fmla="*/ 138 w 138"/>
                <a:gd name="T7" fmla="*/ 181 h 181"/>
                <a:gd name="T8" fmla="*/ 135 w 138"/>
                <a:gd name="T9" fmla="*/ 58 h 181"/>
                <a:gd name="T10" fmla="*/ 123 w 138"/>
                <a:gd name="T11" fmla="*/ 0 h 181"/>
                <a:gd name="T12" fmla="*/ 13 w 138"/>
                <a:gd name="T13" fmla="*/ 0 h 181"/>
                <a:gd name="T14" fmla="*/ 0 w 138"/>
                <a:gd name="T15" fmla="*/ 58 h 18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" h="181">
                  <a:moveTo>
                    <a:pt x="0" y="58"/>
                  </a:moveTo>
                  <a:lnTo>
                    <a:pt x="1" y="179"/>
                  </a:lnTo>
                  <a:lnTo>
                    <a:pt x="70" y="179"/>
                  </a:lnTo>
                  <a:lnTo>
                    <a:pt x="138" y="181"/>
                  </a:lnTo>
                  <a:lnTo>
                    <a:pt x="135" y="58"/>
                  </a:lnTo>
                  <a:lnTo>
                    <a:pt x="123" y="0"/>
                  </a:lnTo>
                  <a:lnTo>
                    <a:pt x="13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3A4C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矩形 94" descr="bd7a0f7f-0dcb-4b16-a27d-f733f82d63c6"/>
            <p:cNvSpPr>
              <a:spLocks noChangeArrowheads="1"/>
            </p:cNvSpPr>
            <p:nvPr/>
          </p:nvSpPr>
          <p:spPr bwMode="auto">
            <a:xfrm>
              <a:off x="6158706" y="2959101"/>
              <a:ext cx="44450" cy="73025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任意多边形: 形状 95" descr="8522f568-098c-4301-ae84-597c1ac2f2a9"/>
            <p:cNvSpPr/>
            <p:nvPr/>
          </p:nvSpPr>
          <p:spPr bwMode="auto">
            <a:xfrm>
              <a:off x="6015831" y="3127376"/>
              <a:ext cx="57150" cy="273050"/>
            </a:xfrm>
            <a:custGeom>
              <a:gdLst>
                <a:gd name="T0" fmla="*/ 17 w 21"/>
                <a:gd name="T1" fmla="*/ 86 h 100"/>
                <a:gd name="T2" fmla="*/ 20 w 21"/>
                <a:gd name="T3" fmla="*/ 84 h 100"/>
                <a:gd name="T4" fmla="*/ 16 w 21"/>
                <a:gd name="T5" fmla="*/ 78 h 100"/>
                <a:gd name="T6" fmla="*/ 15 w 21"/>
                <a:gd name="T7" fmla="*/ 78 h 100"/>
                <a:gd name="T8" fmla="*/ 16 w 21"/>
                <a:gd name="T9" fmla="*/ 78 h 100"/>
                <a:gd name="T10" fmla="*/ 17 w 21"/>
                <a:gd name="T11" fmla="*/ 34 h 100"/>
                <a:gd name="T12" fmla="*/ 17 w 21"/>
                <a:gd name="T13" fmla="*/ 24 h 100"/>
                <a:gd name="T14" fmla="*/ 20 w 21"/>
                <a:gd name="T15" fmla="*/ 3 h 100"/>
                <a:gd name="T16" fmla="*/ 4 w 21"/>
                <a:gd name="T17" fmla="*/ 0 h 100"/>
                <a:gd name="T18" fmla="*/ 1 w 21"/>
                <a:gd name="T19" fmla="*/ 26 h 100"/>
                <a:gd name="T20" fmla="*/ 5 w 21"/>
                <a:gd name="T21" fmla="*/ 78 h 100"/>
                <a:gd name="T22" fmla="*/ 1 w 21"/>
                <a:gd name="T23" fmla="*/ 91 h 100"/>
                <a:gd name="T24" fmla="*/ 11 w 21"/>
                <a:gd name="T25" fmla="*/ 100 h 100"/>
                <a:gd name="T26" fmla="*/ 21 w 21"/>
                <a:gd name="T27" fmla="*/ 91 h 100"/>
                <a:gd name="T28" fmla="*/ 17 w 21"/>
                <a:gd name="T29" fmla="*/ 86 h 10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00">
                  <a:moveTo>
                    <a:pt x="17" y="86"/>
                  </a:moveTo>
                  <a:cubicBezTo>
                    <a:pt x="17" y="86"/>
                    <a:pt x="19" y="86"/>
                    <a:pt x="20" y="84"/>
                  </a:cubicBezTo>
                  <a:cubicBezTo>
                    <a:pt x="20" y="82"/>
                    <a:pt x="16" y="78"/>
                    <a:pt x="16" y="78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5" y="83"/>
                    <a:pt x="0" y="88"/>
                    <a:pt x="1" y="91"/>
                  </a:cubicBezTo>
                  <a:cubicBezTo>
                    <a:pt x="4" y="94"/>
                    <a:pt x="8" y="100"/>
                    <a:pt x="11" y="100"/>
                  </a:cubicBezTo>
                  <a:cubicBezTo>
                    <a:pt x="15" y="98"/>
                    <a:pt x="19" y="96"/>
                    <a:pt x="21" y="91"/>
                  </a:cubicBezTo>
                  <a:cubicBezTo>
                    <a:pt x="20" y="89"/>
                    <a:pt x="17" y="86"/>
                    <a:pt x="17" y="8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任意多边形: 形状 96" descr="aa1d0e6e-926d-4835-8ff9-f7f259e83d53"/>
            <p:cNvSpPr/>
            <p:nvPr/>
          </p:nvSpPr>
          <p:spPr bwMode="auto">
            <a:xfrm>
              <a:off x="6020593" y="3127376"/>
              <a:ext cx="49213" cy="57150"/>
            </a:xfrm>
            <a:custGeom>
              <a:gdLst>
                <a:gd name="T0" fmla="*/ 31 w 31"/>
                <a:gd name="T1" fmla="*/ 5 h 36"/>
                <a:gd name="T2" fmla="*/ 26 w 31"/>
                <a:gd name="T3" fmla="*/ 36 h 36"/>
                <a:gd name="T4" fmla="*/ 0 w 31"/>
                <a:gd name="T5" fmla="*/ 31 h 36"/>
                <a:gd name="T6" fmla="*/ 3 w 31"/>
                <a:gd name="T7" fmla="*/ 0 h 36"/>
                <a:gd name="T8" fmla="*/ 31 w 31"/>
                <a:gd name="T9" fmla="*/ 5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31" y="5"/>
                  </a:moveTo>
                  <a:lnTo>
                    <a:pt x="26" y="36"/>
                  </a:lnTo>
                  <a:lnTo>
                    <a:pt x="0" y="31"/>
                  </a:lnTo>
                  <a:lnTo>
                    <a:pt x="3" y="0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任意多边形: 形状 97" descr="3101df59-d464-4e32-b996-9e75352633d5"/>
            <p:cNvSpPr/>
            <p:nvPr/>
          </p:nvSpPr>
          <p:spPr bwMode="auto">
            <a:xfrm>
              <a:off x="6290468" y="3133726"/>
              <a:ext cx="57150" cy="268288"/>
            </a:xfrm>
            <a:custGeom>
              <a:gdLst>
                <a:gd name="T0" fmla="*/ 4 w 21"/>
                <a:gd name="T1" fmla="*/ 86 h 99"/>
                <a:gd name="T2" fmla="*/ 2 w 21"/>
                <a:gd name="T3" fmla="*/ 83 h 99"/>
                <a:gd name="T4" fmla="*/ 6 w 21"/>
                <a:gd name="T5" fmla="*/ 78 h 99"/>
                <a:gd name="T6" fmla="*/ 6 w 21"/>
                <a:gd name="T7" fmla="*/ 78 h 99"/>
                <a:gd name="T8" fmla="*/ 6 w 21"/>
                <a:gd name="T9" fmla="*/ 78 h 99"/>
                <a:gd name="T10" fmla="*/ 4 w 21"/>
                <a:gd name="T11" fmla="*/ 33 h 99"/>
                <a:gd name="T12" fmla="*/ 4 w 21"/>
                <a:gd name="T13" fmla="*/ 24 h 99"/>
                <a:gd name="T14" fmla="*/ 1 w 21"/>
                <a:gd name="T15" fmla="*/ 3 h 99"/>
                <a:gd name="T16" fmla="*/ 17 w 21"/>
                <a:gd name="T17" fmla="*/ 0 h 99"/>
                <a:gd name="T18" fmla="*/ 21 w 21"/>
                <a:gd name="T19" fmla="*/ 26 h 99"/>
                <a:gd name="T20" fmla="*/ 16 w 21"/>
                <a:gd name="T21" fmla="*/ 78 h 99"/>
                <a:gd name="T22" fmla="*/ 20 w 21"/>
                <a:gd name="T23" fmla="*/ 91 h 99"/>
                <a:gd name="T24" fmla="*/ 10 w 21"/>
                <a:gd name="T25" fmla="*/ 99 h 99"/>
                <a:gd name="T26" fmla="*/ 0 w 21"/>
                <a:gd name="T27" fmla="*/ 91 h 99"/>
                <a:gd name="T28" fmla="*/ 4 w 21"/>
                <a:gd name="T29" fmla="*/ 86 h 9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99">
                  <a:moveTo>
                    <a:pt x="4" y="86"/>
                  </a:moveTo>
                  <a:cubicBezTo>
                    <a:pt x="4" y="86"/>
                    <a:pt x="2" y="85"/>
                    <a:pt x="2" y="83"/>
                  </a:cubicBezTo>
                  <a:cubicBezTo>
                    <a:pt x="1" y="81"/>
                    <a:pt x="6" y="78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7" y="83"/>
                    <a:pt x="21" y="88"/>
                    <a:pt x="20" y="91"/>
                  </a:cubicBezTo>
                  <a:cubicBezTo>
                    <a:pt x="18" y="93"/>
                    <a:pt x="13" y="99"/>
                    <a:pt x="10" y="99"/>
                  </a:cubicBezTo>
                  <a:cubicBezTo>
                    <a:pt x="7" y="98"/>
                    <a:pt x="2" y="95"/>
                    <a:pt x="0" y="91"/>
                  </a:cubicBezTo>
                  <a:cubicBezTo>
                    <a:pt x="1" y="89"/>
                    <a:pt x="4" y="86"/>
                    <a:pt x="4" y="8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任意多边形: 形状 98" descr="77b372b1-a91f-49f9-8025-d2617c52ee16"/>
            <p:cNvSpPr/>
            <p:nvPr/>
          </p:nvSpPr>
          <p:spPr bwMode="auto">
            <a:xfrm>
              <a:off x="6292056" y="3133726"/>
              <a:ext cx="49213" cy="53975"/>
            </a:xfrm>
            <a:custGeom>
              <a:gdLst>
                <a:gd name="T0" fmla="*/ 0 w 31"/>
                <a:gd name="T1" fmla="*/ 5 h 34"/>
                <a:gd name="T2" fmla="*/ 5 w 31"/>
                <a:gd name="T3" fmla="*/ 34 h 34"/>
                <a:gd name="T4" fmla="*/ 31 w 31"/>
                <a:gd name="T5" fmla="*/ 29 h 34"/>
                <a:gd name="T6" fmla="*/ 28 w 31"/>
                <a:gd name="T7" fmla="*/ 0 h 34"/>
                <a:gd name="T8" fmla="*/ 0 w 31"/>
                <a:gd name="T9" fmla="*/ 5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4">
                  <a:moveTo>
                    <a:pt x="0" y="5"/>
                  </a:moveTo>
                  <a:lnTo>
                    <a:pt x="5" y="34"/>
                  </a:lnTo>
                  <a:lnTo>
                    <a:pt x="31" y="29"/>
                  </a:lnTo>
                  <a:lnTo>
                    <a:pt x="28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任意多边形: 形状 99" descr="5e7e3dbf-cb35-4a25-933e-56b15358495b"/>
            <p:cNvSpPr/>
            <p:nvPr/>
          </p:nvSpPr>
          <p:spPr bwMode="auto">
            <a:xfrm>
              <a:off x="6017418" y="3001963"/>
              <a:ext cx="327025" cy="323850"/>
            </a:xfrm>
            <a:custGeom>
              <a:gdLst>
                <a:gd name="T0" fmla="*/ 116 w 120"/>
                <a:gd name="T1" fmla="*/ 38 h 119"/>
                <a:gd name="T2" fmla="*/ 104 w 120"/>
                <a:gd name="T3" fmla="*/ 11 h 119"/>
                <a:gd name="T4" fmla="*/ 69 w 120"/>
                <a:gd name="T5" fmla="*/ 0 h 119"/>
                <a:gd name="T6" fmla="*/ 60 w 120"/>
                <a:gd name="T7" fmla="*/ 11 h 119"/>
                <a:gd name="T8" fmla="*/ 51 w 120"/>
                <a:gd name="T9" fmla="*/ 0 h 119"/>
                <a:gd name="T10" fmla="*/ 15 w 120"/>
                <a:gd name="T11" fmla="*/ 11 h 119"/>
                <a:gd name="T12" fmla="*/ 4 w 120"/>
                <a:gd name="T13" fmla="*/ 38 h 119"/>
                <a:gd name="T14" fmla="*/ 4 w 120"/>
                <a:gd name="T15" fmla="*/ 38 h 119"/>
                <a:gd name="T16" fmla="*/ 4 w 120"/>
                <a:gd name="T17" fmla="*/ 38 h 119"/>
                <a:gd name="T18" fmla="*/ 4 w 120"/>
                <a:gd name="T19" fmla="*/ 38 h 119"/>
                <a:gd name="T20" fmla="*/ 0 w 120"/>
                <a:gd name="T21" fmla="*/ 60 h 119"/>
                <a:gd name="T22" fmla="*/ 22 w 120"/>
                <a:gd name="T23" fmla="*/ 65 h 119"/>
                <a:gd name="T24" fmla="*/ 25 w 120"/>
                <a:gd name="T25" fmla="*/ 38 h 119"/>
                <a:gd name="T26" fmla="*/ 22 w 120"/>
                <a:gd name="T27" fmla="*/ 116 h 119"/>
                <a:gd name="T28" fmla="*/ 99 w 120"/>
                <a:gd name="T29" fmla="*/ 119 h 119"/>
                <a:gd name="T30" fmla="*/ 95 w 120"/>
                <a:gd name="T31" fmla="*/ 38 h 119"/>
                <a:gd name="T32" fmla="*/ 100 w 120"/>
                <a:gd name="T33" fmla="*/ 67 h 119"/>
                <a:gd name="T34" fmla="*/ 120 w 120"/>
                <a:gd name="T35" fmla="*/ 64 h 119"/>
                <a:gd name="T36" fmla="*/ 116 w 120"/>
                <a:gd name="T37" fmla="*/ 38 h 1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" h="119">
                  <a:moveTo>
                    <a:pt x="116" y="38"/>
                  </a:moveTo>
                  <a:cubicBezTo>
                    <a:pt x="116" y="20"/>
                    <a:pt x="104" y="11"/>
                    <a:pt x="104" y="11"/>
                  </a:cubicBezTo>
                  <a:cubicBezTo>
                    <a:pt x="104" y="5"/>
                    <a:pt x="70" y="0"/>
                    <a:pt x="69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16" y="5"/>
                    <a:pt x="15" y="11"/>
                  </a:cubicBezTo>
                  <a:cubicBezTo>
                    <a:pt x="15" y="11"/>
                    <a:pt x="7" y="19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99" y="119"/>
                    <a:pt x="99" y="119"/>
                    <a:pt x="99" y="119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20" y="64"/>
                    <a:pt x="120" y="64"/>
                    <a:pt x="120" y="64"/>
                  </a:cubicBezTo>
                  <a:lnTo>
                    <a:pt x="116" y="38"/>
                  </a:lnTo>
                  <a:close/>
                </a:path>
              </a:pathLst>
            </a:custGeom>
            <a:solidFill>
              <a:srgbClr val="BC668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任意多边形: 形状 100" descr="97f3c030-d20f-4a8c-b51b-664044adba96"/>
            <p:cNvSpPr/>
            <p:nvPr/>
          </p:nvSpPr>
          <p:spPr bwMode="auto">
            <a:xfrm>
              <a:off x="6088856" y="2841626"/>
              <a:ext cx="187325" cy="122238"/>
            </a:xfrm>
            <a:custGeom>
              <a:gdLst>
                <a:gd name="T0" fmla="*/ 5 w 69"/>
                <a:gd name="T1" fmla="*/ 11 h 45"/>
                <a:gd name="T2" fmla="*/ 17 w 69"/>
                <a:gd name="T3" fmla="*/ 45 h 45"/>
                <a:gd name="T4" fmla="*/ 50 w 69"/>
                <a:gd name="T5" fmla="*/ 45 h 45"/>
                <a:gd name="T6" fmla="*/ 63 w 69"/>
                <a:gd name="T7" fmla="*/ 11 h 45"/>
                <a:gd name="T8" fmla="*/ 36 w 69"/>
                <a:gd name="T9" fmla="*/ 0 h 45"/>
                <a:gd name="T10" fmla="*/ 5 w 69"/>
                <a:gd name="T11" fmla="*/ 11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45">
                  <a:moveTo>
                    <a:pt x="5" y="11"/>
                  </a:moveTo>
                  <a:cubicBezTo>
                    <a:pt x="0" y="18"/>
                    <a:pt x="10" y="45"/>
                    <a:pt x="17" y="45"/>
                  </a:cubicBezTo>
                  <a:cubicBezTo>
                    <a:pt x="24" y="45"/>
                    <a:pt x="44" y="45"/>
                    <a:pt x="50" y="45"/>
                  </a:cubicBezTo>
                  <a:cubicBezTo>
                    <a:pt x="57" y="45"/>
                    <a:pt x="69" y="16"/>
                    <a:pt x="63" y="11"/>
                  </a:cubicBezTo>
                  <a:cubicBezTo>
                    <a:pt x="56" y="6"/>
                    <a:pt x="36" y="0"/>
                    <a:pt x="36" y="0"/>
                  </a:cubicBezTo>
                  <a:cubicBezTo>
                    <a:pt x="36" y="0"/>
                    <a:pt x="10" y="6"/>
                    <a:pt x="5" y="11"/>
                  </a:cubicBezTo>
                  <a:close/>
                </a:path>
              </a:pathLst>
            </a:custGeom>
            <a:solidFill>
              <a:srgbClr val="663F3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任意多边形: 形状 101" descr="30763059-58f0-4b79-bea5-7c97ce16bf3e"/>
            <p:cNvSpPr/>
            <p:nvPr/>
          </p:nvSpPr>
          <p:spPr bwMode="auto">
            <a:xfrm>
              <a:off x="6082506" y="2871788"/>
              <a:ext cx="38100" cy="44450"/>
            </a:xfrm>
            <a:custGeom>
              <a:gdLst>
                <a:gd name="T0" fmla="*/ 10 w 14"/>
                <a:gd name="T1" fmla="*/ 15 h 16"/>
                <a:gd name="T2" fmla="*/ 1 w 14"/>
                <a:gd name="T3" fmla="*/ 9 h 16"/>
                <a:gd name="T4" fmla="*/ 7 w 14"/>
                <a:gd name="T5" fmla="*/ 1 h 16"/>
                <a:gd name="T6" fmla="*/ 10 w 14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6">
                  <a:moveTo>
                    <a:pt x="10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1" y="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任意多边形: 形状 102" descr="98354f97-0f17-43be-b8bb-2cc55f392dbd"/>
            <p:cNvSpPr/>
            <p:nvPr/>
          </p:nvSpPr>
          <p:spPr bwMode="auto">
            <a:xfrm>
              <a:off x="6238081" y="2871788"/>
              <a:ext cx="38100" cy="44450"/>
            </a:xfrm>
            <a:custGeom>
              <a:gdLst>
                <a:gd name="T0" fmla="*/ 4 w 14"/>
                <a:gd name="T1" fmla="*/ 15 h 16"/>
                <a:gd name="T2" fmla="*/ 13 w 14"/>
                <a:gd name="T3" fmla="*/ 9 h 16"/>
                <a:gd name="T4" fmla="*/ 7 w 14"/>
                <a:gd name="T5" fmla="*/ 1 h 16"/>
                <a:gd name="T6" fmla="*/ 4 w 14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6">
                  <a:moveTo>
                    <a:pt x="4" y="15"/>
                  </a:moveTo>
                  <a:cubicBezTo>
                    <a:pt x="8" y="16"/>
                    <a:pt x="12" y="13"/>
                    <a:pt x="13" y="9"/>
                  </a:cubicBezTo>
                  <a:cubicBezTo>
                    <a:pt x="14" y="5"/>
                    <a:pt x="11" y="1"/>
                    <a:pt x="7" y="1"/>
                  </a:cubicBezTo>
                  <a:cubicBezTo>
                    <a:pt x="3" y="0"/>
                    <a:pt x="0" y="14"/>
                    <a:pt x="4" y="15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任意多边形: 形状 103" descr="0b560cfa-3316-474c-8b6a-ffce916ad26e"/>
            <p:cNvSpPr/>
            <p:nvPr/>
          </p:nvSpPr>
          <p:spPr bwMode="auto">
            <a:xfrm>
              <a:off x="6099968" y="2801938"/>
              <a:ext cx="165100" cy="184150"/>
            </a:xfrm>
            <a:custGeom>
              <a:gdLst>
                <a:gd name="T0" fmla="*/ 30 w 61"/>
                <a:gd name="T1" fmla="*/ 68 h 68"/>
                <a:gd name="T2" fmla="*/ 57 w 61"/>
                <a:gd name="T3" fmla="*/ 17 h 68"/>
                <a:gd name="T4" fmla="*/ 31 w 61"/>
                <a:gd name="T5" fmla="*/ 0 h 68"/>
                <a:gd name="T6" fmla="*/ 3 w 61"/>
                <a:gd name="T7" fmla="*/ 17 h 68"/>
                <a:gd name="T8" fmla="*/ 30 w 61"/>
                <a:gd name="T9" fmla="*/ 68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8">
                  <a:moveTo>
                    <a:pt x="30" y="68"/>
                  </a:moveTo>
                  <a:cubicBezTo>
                    <a:pt x="61" y="68"/>
                    <a:pt x="57" y="17"/>
                    <a:pt x="57" y="17"/>
                  </a:cubicBezTo>
                  <a:cubicBezTo>
                    <a:pt x="57" y="17"/>
                    <a:pt x="56" y="0"/>
                    <a:pt x="31" y="0"/>
                  </a:cubicBezTo>
                  <a:cubicBezTo>
                    <a:pt x="8" y="0"/>
                    <a:pt x="3" y="17"/>
                    <a:pt x="3" y="17"/>
                  </a:cubicBezTo>
                  <a:cubicBezTo>
                    <a:pt x="3" y="17"/>
                    <a:pt x="0" y="68"/>
                    <a:pt x="30" y="6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任意多边形: 形状 104" descr="248d4b60-c7dd-43ac-b3a3-55063bbf6800"/>
            <p:cNvSpPr/>
            <p:nvPr/>
          </p:nvSpPr>
          <p:spPr bwMode="auto">
            <a:xfrm>
              <a:off x="6085681" y="2771776"/>
              <a:ext cx="201613" cy="119063"/>
            </a:xfrm>
            <a:custGeom>
              <a:gdLst>
                <a:gd name="T0" fmla="*/ 4 w 74"/>
                <a:gd name="T1" fmla="*/ 38 h 44"/>
                <a:gd name="T2" fmla="*/ 10 w 74"/>
                <a:gd name="T3" fmla="*/ 42 h 44"/>
                <a:gd name="T4" fmla="*/ 11 w 74"/>
                <a:gd name="T5" fmla="*/ 24 h 44"/>
                <a:gd name="T6" fmla="*/ 24 w 74"/>
                <a:gd name="T7" fmla="*/ 29 h 44"/>
                <a:gd name="T8" fmla="*/ 23 w 74"/>
                <a:gd name="T9" fmla="*/ 21 h 44"/>
                <a:gd name="T10" fmla="*/ 38 w 74"/>
                <a:gd name="T11" fmla="*/ 28 h 44"/>
                <a:gd name="T12" fmla="*/ 49 w 74"/>
                <a:gd name="T13" fmla="*/ 28 h 44"/>
                <a:gd name="T14" fmla="*/ 48 w 74"/>
                <a:gd name="T15" fmla="*/ 21 h 44"/>
                <a:gd name="T16" fmla="*/ 53 w 74"/>
                <a:gd name="T17" fmla="*/ 23 h 44"/>
                <a:gd name="T18" fmla="*/ 58 w 74"/>
                <a:gd name="T19" fmla="*/ 24 h 44"/>
                <a:gd name="T20" fmla="*/ 61 w 74"/>
                <a:gd name="T21" fmla="*/ 43 h 44"/>
                <a:gd name="T22" fmla="*/ 66 w 74"/>
                <a:gd name="T23" fmla="*/ 39 h 44"/>
                <a:gd name="T24" fmla="*/ 35 w 74"/>
                <a:gd name="T25" fmla="*/ 3 h 44"/>
                <a:gd name="T26" fmla="*/ 24 w 74"/>
                <a:gd name="T27" fmla="*/ 4 h 44"/>
                <a:gd name="T28" fmla="*/ 22 w 74"/>
                <a:gd name="T29" fmla="*/ 0 h 44"/>
                <a:gd name="T30" fmla="*/ 20 w 74"/>
                <a:gd name="T31" fmla="*/ 5 h 44"/>
                <a:gd name="T32" fmla="*/ 12 w 74"/>
                <a:gd name="T33" fmla="*/ 0 h 44"/>
                <a:gd name="T34" fmla="*/ 13 w 74"/>
                <a:gd name="T35" fmla="*/ 8 h 44"/>
                <a:gd name="T36" fmla="*/ 4 w 74"/>
                <a:gd name="T37" fmla="*/ 38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44">
                  <a:moveTo>
                    <a:pt x="4" y="38"/>
                  </a:moveTo>
                  <a:cubicBezTo>
                    <a:pt x="7" y="37"/>
                    <a:pt x="10" y="42"/>
                    <a:pt x="10" y="42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7" y="29"/>
                    <a:pt x="24" y="29"/>
                  </a:cubicBezTo>
                  <a:cubicBezTo>
                    <a:pt x="23" y="25"/>
                    <a:pt x="23" y="21"/>
                    <a:pt x="23" y="21"/>
                  </a:cubicBezTo>
                  <a:cubicBezTo>
                    <a:pt x="25" y="24"/>
                    <a:pt x="33" y="27"/>
                    <a:pt x="38" y="28"/>
                  </a:cubicBezTo>
                  <a:cubicBezTo>
                    <a:pt x="36" y="22"/>
                    <a:pt x="44" y="23"/>
                    <a:pt x="49" y="28"/>
                  </a:cubicBezTo>
                  <a:cubicBezTo>
                    <a:pt x="47" y="23"/>
                    <a:pt x="46" y="23"/>
                    <a:pt x="48" y="21"/>
                  </a:cubicBezTo>
                  <a:cubicBezTo>
                    <a:pt x="53" y="20"/>
                    <a:pt x="53" y="23"/>
                    <a:pt x="53" y="23"/>
                  </a:cubicBezTo>
                  <a:cubicBezTo>
                    <a:pt x="56" y="20"/>
                    <a:pt x="58" y="24"/>
                    <a:pt x="58" y="24"/>
                  </a:cubicBezTo>
                  <a:cubicBezTo>
                    <a:pt x="58" y="24"/>
                    <a:pt x="61" y="44"/>
                    <a:pt x="61" y="43"/>
                  </a:cubicBezTo>
                  <a:cubicBezTo>
                    <a:pt x="62" y="38"/>
                    <a:pt x="66" y="39"/>
                    <a:pt x="66" y="39"/>
                  </a:cubicBezTo>
                  <a:cubicBezTo>
                    <a:pt x="66" y="39"/>
                    <a:pt x="74" y="3"/>
                    <a:pt x="35" y="3"/>
                  </a:cubicBezTo>
                  <a:cubicBezTo>
                    <a:pt x="31" y="3"/>
                    <a:pt x="27" y="3"/>
                    <a:pt x="24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18"/>
                    <a:pt x="4" y="37"/>
                    <a:pt x="4" y="38"/>
                  </a:cubicBezTo>
                  <a:close/>
                </a:path>
              </a:pathLst>
            </a:custGeom>
            <a:solidFill>
              <a:srgbClr val="663F3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矩形 105" descr="c652fdbd-8963-41b5-8889-ada53590e1f3"/>
            <p:cNvSpPr>
              <a:spLocks noChangeArrowheads="1"/>
            </p:cNvSpPr>
            <p:nvPr/>
          </p:nvSpPr>
          <p:spPr bwMode="auto">
            <a:xfrm>
              <a:off x="6196806" y="3097213"/>
              <a:ext cx="60325" cy="1746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任意多边形: 形状 106" descr="ad91bfc4-4508-4f53-9956-d30e2f97e801"/>
            <p:cNvSpPr/>
            <p:nvPr/>
          </p:nvSpPr>
          <p:spPr bwMode="auto">
            <a:xfrm>
              <a:off x="6196806" y="3114676"/>
              <a:ext cx="60325" cy="58738"/>
            </a:xfrm>
            <a:custGeom>
              <a:gdLst>
                <a:gd name="T0" fmla="*/ 38 w 38"/>
                <a:gd name="T1" fmla="*/ 29 h 37"/>
                <a:gd name="T2" fmla="*/ 19 w 38"/>
                <a:gd name="T3" fmla="*/ 37 h 37"/>
                <a:gd name="T4" fmla="*/ 0 w 38"/>
                <a:gd name="T5" fmla="*/ 29 h 37"/>
                <a:gd name="T6" fmla="*/ 0 w 38"/>
                <a:gd name="T7" fmla="*/ 0 h 37"/>
                <a:gd name="T8" fmla="*/ 38 w 38"/>
                <a:gd name="T9" fmla="*/ 0 h 37"/>
                <a:gd name="T10" fmla="*/ 38 w 38"/>
                <a:gd name="T11" fmla="*/ 29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7">
                  <a:moveTo>
                    <a:pt x="38" y="29"/>
                  </a:moveTo>
                  <a:lnTo>
                    <a:pt x="19" y="3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29"/>
                  </a:lnTo>
                  <a:close/>
                </a:path>
              </a:pathLst>
            </a:custGeom>
            <a:solidFill>
              <a:srgbClr val="8F4D6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任意多边形: 形状 107" descr="33ee1de1-cf63-43d6-82e8-67879c61fb61"/>
            <p:cNvSpPr/>
            <p:nvPr/>
          </p:nvSpPr>
          <p:spPr bwMode="auto">
            <a:xfrm>
              <a:off x="6096793" y="3532188"/>
              <a:ext cx="76200" cy="217488"/>
            </a:xfrm>
            <a:custGeom>
              <a:gdLst>
                <a:gd name="T0" fmla="*/ 48 w 48"/>
                <a:gd name="T1" fmla="*/ 137 h 137"/>
                <a:gd name="T2" fmla="*/ 12 w 48"/>
                <a:gd name="T3" fmla="*/ 137 h 137"/>
                <a:gd name="T4" fmla="*/ 0 w 48"/>
                <a:gd name="T5" fmla="*/ 0 h 137"/>
                <a:gd name="T6" fmla="*/ 48 w 48"/>
                <a:gd name="T7" fmla="*/ 0 h 137"/>
                <a:gd name="T8" fmla="*/ 48 w 48"/>
                <a:gd name="T9" fmla="*/ 137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37">
                  <a:moveTo>
                    <a:pt x="48" y="137"/>
                  </a:moveTo>
                  <a:lnTo>
                    <a:pt x="12" y="137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137"/>
                  </a:ln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任意多边形: 形状 108" descr="f55d2cab-56ba-4df7-83ba-3e99f10ee8c6"/>
            <p:cNvSpPr/>
            <p:nvPr/>
          </p:nvSpPr>
          <p:spPr bwMode="auto">
            <a:xfrm>
              <a:off x="6185693" y="3532188"/>
              <a:ext cx="76200" cy="217488"/>
            </a:xfrm>
            <a:custGeom>
              <a:gdLst>
                <a:gd name="T0" fmla="*/ 0 w 48"/>
                <a:gd name="T1" fmla="*/ 137 h 137"/>
                <a:gd name="T2" fmla="*/ 36 w 48"/>
                <a:gd name="T3" fmla="*/ 137 h 137"/>
                <a:gd name="T4" fmla="*/ 48 w 48"/>
                <a:gd name="T5" fmla="*/ 0 h 137"/>
                <a:gd name="T6" fmla="*/ 0 w 48"/>
                <a:gd name="T7" fmla="*/ 0 h 137"/>
                <a:gd name="T8" fmla="*/ 0 w 48"/>
                <a:gd name="T9" fmla="*/ 137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37">
                  <a:moveTo>
                    <a:pt x="0" y="137"/>
                  </a:moveTo>
                  <a:lnTo>
                    <a:pt x="36" y="137"/>
                  </a:lnTo>
                  <a:lnTo>
                    <a:pt x="48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任意多边形: 形状 109" descr="53929b26-91f6-4290-a6fb-fa9e3d710b1c"/>
            <p:cNvSpPr/>
            <p:nvPr/>
          </p:nvSpPr>
          <p:spPr bwMode="auto">
            <a:xfrm>
              <a:off x="6246018" y="3740151"/>
              <a:ext cx="166688" cy="115888"/>
            </a:xfrm>
            <a:custGeom>
              <a:gdLst>
                <a:gd name="T0" fmla="*/ 57 w 61"/>
                <a:gd name="T1" fmla="*/ 35 h 43"/>
                <a:gd name="T2" fmla="*/ 17 w 61"/>
                <a:gd name="T3" fmla="*/ 21 h 43"/>
                <a:gd name="T4" fmla="*/ 8 w 61"/>
                <a:gd name="T5" fmla="*/ 0 h 43"/>
                <a:gd name="T6" fmla="*/ 0 w 61"/>
                <a:gd name="T7" fmla="*/ 0 h 43"/>
                <a:gd name="T8" fmla="*/ 11 w 61"/>
                <a:gd name="T9" fmla="*/ 26 h 43"/>
                <a:gd name="T10" fmla="*/ 57 w 61"/>
                <a:gd name="T11" fmla="*/ 43 h 43"/>
                <a:gd name="T12" fmla="*/ 61 w 61"/>
                <a:gd name="T13" fmla="*/ 39 h 43"/>
                <a:gd name="T14" fmla="*/ 57 w 61"/>
                <a:gd name="T15" fmla="*/ 35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43">
                  <a:moveTo>
                    <a:pt x="57" y="35"/>
                  </a:moveTo>
                  <a:cubicBezTo>
                    <a:pt x="39" y="35"/>
                    <a:pt x="25" y="30"/>
                    <a:pt x="17" y="21"/>
                  </a:cubicBezTo>
                  <a:cubicBezTo>
                    <a:pt x="12" y="15"/>
                    <a:pt x="9" y="8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0"/>
                    <a:pt x="5" y="19"/>
                    <a:pt x="11" y="26"/>
                  </a:cubicBezTo>
                  <a:cubicBezTo>
                    <a:pt x="21" y="37"/>
                    <a:pt x="36" y="43"/>
                    <a:pt x="57" y="43"/>
                  </a:cubicBezTo>
                  <a:cubicBezTo>
                    <a:pt x="59" y="43"/>
                    <a:pt x="61" y="41"/>
                    <a:pt x="61" y="39"/>
                  </a:cubicBezTo>
                  <a:cubicBezTo>
                    <a:pt x="61" y="37"/>
                    <a:pt x="59" y="35"/>
                    <a:pt x="57" y="35"/>
                  </a:cubicBezTo>
                  <a:close/>
                </a:path>
              </a:pathLst>
            </a:custGeom>
            <a:solidFill>
              <a:srgbClr val="CC884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任意多边形: 形状 110" descr="6858ba7d-2c83-4495-b394-d4eb58d72c28"/>
            <p:cNvSpPr/>
            <p:nvPr/>
          </p:nvSpPr>
          <p:spPr bwMode="auto">
            <a:xfrm>
              <a:off x="6246018" y="3694113"/>
              <a:ext cx="25400" cy="46038"/>
            </a:xfrm>
            <a:custGeom>
              <a:gdLst>
                <a:gd name="T0" fmla="*/ 8 w 9"/>
                <a:gd name="T1" fmla="*/ 16 h 17"/>
                <a:gd name="T2" fmla="*/ 8 w 9"/>
                <a:gd name="T3" fmla="*/ 12 h 17"/>
                <a:gd name="T4" fmla="*/ 8 w 9"/>
                <a:gd name="T5" fmla="*/ 10 h 17"/>
                <a:gd name="T6" fmla="*/ 9 w 9"/>
                <a:gd name="T7" fmla="*/ 5 h 17"/>
                <a:gd name="T8" fmla="*/ 5 w 9"/>
                <a:gd name="T9" fmla="*/ 0 h 17"/>
                <a:gd name="T10" fmla="*/ 1 w 9"/>
                <a:gd name="T11" fmla="*/ 4 h 17"/>
                <a:gd name="T12" fmla="*/ 0 w 9"/>
                <a:gd name="T13" fmla="*/ 10 h 17"/>
                <a:gd name="T14" fmla="*/ 0 w 9"/>
                <a:gd name="T15" fmla="*/ 12 h 17"/>
                <a:gd name="T16" fmla="*/ 0 w 9"/>
                <a:gd name="T17" fmla="*/ 16 h 17"/>
                <a:gd name="T18" fmla="*/ 0 w 9"/>
                <a:gd name="T19" fmla="*/ 17 h 17"/>
                <a:gd name="T20" fmla="*/ 0 w 9"/>
                <a:gd name="T21" fmla="*/ 17 h 17"/>
                <a:gd name="T22" fmla="*/ 8 w 9"/>
                <a:gd name="T23" fmla="*/ 17 h 17"/>
                <a:gd name="T24" fmla="*/ 8 w 9"/>
                <a:gd name="T25" fmla="*/ 16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7">
                  <a:moveTo>
                    <a:pt x="8" y="16"/>
                  </a:moveTo>
                  <a:cubicBezTo>
                    <a:pt x="8" y="15"/>
                    <a:pt x="8" y="13"/>
                    <a:pt x="8" y="12"/>
                  </a:cubicBezTo>
                  <a:cubicBezTo>
                    <a:pt x="8" y="11"/>
                    <a:pt x="8" y="11"/>
                    <a:pt x="8" y="10"/>
                  </a:cubicBezTo>
                  <a:cubicBezTo>
                    <a:pt x="8" y="9"/>
                    <a:pt x="8" y="7"/>
                    <a:pt x="9" y="5"/>
                  </a:cubicBezTo>
                  <a:cubicBezTo>
                    <a:pt x="9" y="3"/>
                    <a:pt x="7" y="1"/>
                    <a:pt x="5" y="0"/>
                  </a:cubicBezTo>
                  <a:cubicBezTo>
                    <a:pt x="3" y="0"/>
                    <a:pt x="1" y="1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1"/>
                    <a:pt x="0" y="11"/>
                    <a:pt x="0" y="12"/>
                  </a:cubicBezTo>
                  <a:cubicBezTo>
                    <a:pt x="0" y="14"/>
                    <a:pt x="0" y="15"/>
                    <a:pt x="0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8" y="17"/>
                    <a:pt x="8" y="17"/>
                    <a:pt x="8" y="17"/>
                  </a:cubicBezTo>
                  <a:lnTo>
                    <a:pt x="8" y="16"/>
                  </a:lnTo>
                  <a:close/>
                </a:path>
              </a:pathLst>
            </a:custGeom>
            <a:solidFill>
              <a:srgbClr val="8A5C3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任意多边形: 形状 111" descr="8cc3b505-aa76-4a32-b70e-a88fdb4beb75"/>
            <p:cNvSpPr/>
            <p:nvPr/>
          </p:nvSpPr>
          <p:spPr bwMode="auto">
            <a:xfrm>
              <a:off x="6311106" y="3511551"/>
              <a:ext cx="327025" cy="355600"/>
            </a:xfrm>
            <a:custGeom>
              <a:gdLst>
                <a:gd name="T0" fmla="*/ 77 w 120"/>
                <a:gd name="T1" fmla="*/ 131 h 131"/>
                <a:gd name="T2" fmla="*/ 43 w 120"/>
                <a:gd name="T3" fmla="*/ 131 h 131"/>
                <a:gd name="T4" fmla="*/ 9 w 120"/>
                <a:gd name="T5" fmla="*/ 77 h 131"/>
                <a:gd name="T6" fmla="*/ 26 w 120"/>
                <a:gd name="T7" fmla="*/ 32 h 131"/>
                <a:gd name="T8" fmla="*/ 94 w 120"/>
                <a:gd name="T9" fmla="*/ 32 h 131"/>
                <a:gd name="T10" fmla="*/ 111 w 120"/>
                <a:gd name="T11" fmla="*/ 77 h 131"/>
                <a:gd name="T12" fmla="*/ 77 w 120"/>
                <a:gd name="T13" fmla="*/ 131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31">
                  <a:moveTo>
                    <a:pt x="77" y="131"/>
                  </a:moveTo>
                  <a:cubicBezTo>
                    <a:pt x="43" y="131"/>
                    <a:pt x="43" y="131"/>
                    <a:pt x="43" y="131"/>
                  </a:cubicBezTo>
                  <a:cubicBezTo>
                    <a:pt x="17" y="131"/>
                    <a:pt x="0" y="103"/>
                    <a:pt x="9" y="77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39" y="0"/>
                    <a:pt x="81" y="0"/>
                    <a:pt x="94" y="32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20" y="103"/>
                    <a:pt x="103" y="131"/>
                    <a:pt x="77" y="131"/>
                  </a:cubicBezTo>
                  <a:close/>
                </a:path>
              </a:pathLst>
            </a:cu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椭圆 112" descr="7fde434e-87e5-4f83-9376-800227556350"/>
            <p:cNvSpPr>
              <a:spLocks noChangeArrowheads="1"/>
            </p:cNvSpPr>
            <p:nvPr/>
          </p:nvSpPr>
          <p:spPr bwMode="auto">
            <a:xfrm>
              <a:off x="6460331" y="3656013"/>
              <a:ext cx="30163" cy="19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任意多边形: 形状 113" descr="5e684cdf-e24f-4e46-a5f8-4bc37aee8b93"/>
            <p:cNvSpPr/>
            <p:nvPr/>
          </p:nvSpPr>
          <p:spPr bwMode="auto">
            <a:xfrm>
              <a:off x="6477793" y="3627438"/>
              <a:ext cx="58738" cy="44450"/>
            </a:xfrm>
            <a:custGeom>
              <a:gdLst>
                <a:gd name="T0" fmla="*/ 0 w 22"/>
                <a:gd name="T1" fmla="*/ 10 h 16"/>
                <a:gd name="T2" fmla="*/ 11 w 22"/>
                <a:gd name="T3" fmla="*/ 14 h 16"/>
                <a:gd name="T4" fmla="*/ 18 w 22"/>
                <a:gd name="T5" fmla="*/ 0 h 16"/>
                <a:gd name="T6" fmla="*/ 0 w 22"/>
                <a:gd name="T7" fmla="*/ 3 h 16"/>
                <a:gd name="T8" fmla="*/ 0 w 22"/>
                <a:gd name="T9" fmla="*/ 1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">
                  <a:moveTo>
                    <a:pt x="0" y="10"/>
                  </a:moveTo>
                  <a:cubicBezTo>
                    <a:pt x="0" y="10"/>
                    <a:pt x="5" y="16"/>
                    <a:pt x="11" y="14"/>
                  </a:cubicBezTo>
                  <a:cubicBezTo>
                    <a:pt x="22" y="12"/>
                    <a:pt x="18" y="0"/>
                    <a:pt x="18" y="0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任意多边形: 形状 114" descr="17e8f7c8-28b4-47ef-8ee7-27faed5a09ef"/>
            <p:cNvSpPr/>
            <p:nvPr/>
          </p:nvSpPr>
          <p:spPr bwMode="auto">
            <a:xfrm>
              <a:off x="6414293" y="3630613"/>
              <a:ext cx="63500" cy="41275"/>
            </a:xfrm>
            <a:custGeom>
              <a:gdLst>
                <a:gd name="T0" fmla="*/ 23 w 23"/>
                <a:gd name="T1" fmla="*/ 9 h 15"/>
                <a:gd name="T2" fmla="*/ 11 w 23"/>
                <a:gd name="T3" fmla="*/ 13 h 15"/>
                <a:gd name="T4" fmla="*/ 4 w 23"/>
                <a:gd name="T5" fmla="*/ 0 h 15"/>
                <a:gd name="T6" fmla="*/ 23 w 23"/>
                <a:gd name="T7" fmla="*/ 2 h 15"/>
                <a:gd name="T8" fmla="*/ 23 w 23"/>
                <a:gd name="T9" fmla="*/ 9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5">
                  <a:moveTo>
                    <a:pt x="23" y="9"/>
                  </a:moveTo>
                  <a:cubicBezTo>
                    <a:pt x="23" y="9"/>
                    <a:pt x="17" y="15"/>
                    <a:pt x="11" y="13"/>
                  </a:cubicBezTo>
                  <a:cubicBezTo>
                    <a:pt x="0" y="11"/>
                    <a:pt x="4" y="0"/>
                    <a:pt x="4" y="0"/>
                  </a:cubicBezTo>
                  <a:cubicBezTo>
                    <a:pt x="23" y="2"/>
                    <a:pt x="23" y="2"/>
                    <a:pt x="23" y="2"/>
                  </a:cubicBezTo>
                  <a:lnTo>
                    <a:pt x="23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椭圆 115" descr="9d96ed91-6c05-4e3f-9d92-42212fb47c60"/>
            <p:cNvSpPr>
              <a:spLocks noChangeArrowheads="1"/>
            </p:cNvSpPr>
            <p:nvPr/>
          </p:nvSpPr>
          <p:spPr bwMode="auto">
            <a:xfrm>
              <a:off x="6409531" y="3573463"/>
              <a:ext cx="127000" cy="68263"/>
            </a:xfrm>
            <a:prstGeom prst="ellipse">
              <a:avLst/>
            </a:prstGeom>
            <a:solidFill>
              <a:srgbClr val="94633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任意多边形: 形状 116" descr="1dbb963a-ce8f-489f-a3ea-66c2af4c44d7"/>
            <p:cNvSpPr/>
            <p:nvPr/>
          </p:nvSpPr>
          <p:spPr bwMode="auto">
            <a:xfrm>
              <a:off x="6387306" y="3722688"/>
              <a:ext cx="174625" cy="150813"/>
            </a:xfrm>
            <a:custGeom>
              <a:gdLst>
                <a:gd name="T0" fmla="*/ 64 w 64"/>
                <a:gd name="T1" fmla="*/ 31 h 55"/>
                <a:gd name="T2" fmla="*/ 53 w 64"/>
                <a:gd name="T3" fmla="*/ 53 h 55"/>
                <a:gd name="T4" fmla="*/ 11 w 64"/>
                <a:gd name="T5" fmla="*/ 53 h 55"/>
                <a:gd name="T6" fmla="*/ 0 w 64"/>
                <a:gd name="T7" fmla="*/ 31 h 55"/>
                <a:gd name="T8" fmla="*/ 32 w 64"/>
                <a:gd name="T9" fmla="*/ 0 h 55"/>
                <a:gd name="T10" fmla="*/ 64 w 64"/>
                <a:gd name="T11" fmla="*/ 31 h 5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55">
                  <a:moveTo>
                    <a:pt x="64" y="31"/>
                  </a:moveTo>
                  <a:cubicBezTo>
                    <a:pt x="64" y="40"/>
                    <a:pt x="60" y="48"/>
                    <a:pt x="53" y="53"/>
                  </a:cubicBezTo>
                  <a:cubicBezTo>
                    <a:pt x="49" y="55"/>
                    <a:pt x="13" y="55"/>
                    <a:pt x="11" y="53"/>
                  </a:cubicBezTo>
                  <a:cubicBezTo>
                    <a:pt x="4" y="48"/>
                    <a:pt x="0" y="40"/>
                    <a:pt x="0" y="31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1"/>
                  </a:cubicBezTo>
                  <a:close/>
                </a:path>
              </a:pathLst>
            </a:custGeom>
            <a:solidFill>
              <a:srgbClr val="E6C6A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椭圆 117" descr="4b449749-935d-4f25-9b31-d49f76e18cc1"/>
            <p:cNvSpPr>
              <a:spLocks noChangeArrowheads="1"/>
            </p:cNvSpPr>
            <p:nvPr/>
          </p:nvSpPr>
          <p:spPr bwMode="auto">
            <a:xfrm>
              <a:off x="6496843" y="3589338"/>
              <a:ext cx="20638" cy="365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椭圆 118" descr="46508ede-3a63-46bb-b4b2-762d87cb9016"/>
            <p:cNvSpPr>
              <a:spLocks noChangeArrowheads="1"/>
            </p:cNvSpPr>
            <p:nvPr/>
          </p:nvSpPr>
          <p:spPr bwMode="auto">
            <a:xfrm>
              <a:off x="6501606" y="3606801"/>
              <a:ext cx="11113" cy="127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椭圆 119" descr="5cc71da0-eb21-4131-a590-6d9af51c1cb0"/>
            <p:cNvSpPr>
              <a:spLocks noChangeArrowheads="1"/>
            </p:cNvSpPr>
            <p:nvPr/>
          </p:nvSpPr>
          <p:spPr bwMode="auto">
            <a:xfrm>
              <a:off x="6433343" y="3589338"/>
              <a:ext cx="22225" cy="365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椭圆 120" descr="b6f43f51-a459-4ee3-a75b-c106fa00dcea"/>
            <p:cNvSpPr>
              <a:spLocks noChangeArrowheads="1"/>
            </p:cNvSpPr>
            <p:nvPr/>
          </p:nvSpPr>
          <p:spPr bwMode="auto">
            <a:xfrm>
              <a:off x="6441281" y="3606801"/>
              <a:ext cx="9525" cy="127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任意多边形: 形状 121" descr="d01a1c18-0eac-4e84-864c-7bbefb40941f"/>
            <p:cNvSpPr/>
            <p:nvPr/>
          </p:nvSpPr>
          <p:spPr bwMode="auto">
            <a:xfrm>
              <a:off x="6504781" y="3494088"/>
              <a:ext cx="61913" cy="79375"/>
            </a:xfrm>
            <a:custGeom>
              <a:gdLst>
                <a:gd name="T0" fmla="*/ 17 w 23"/>
                <a:gd name="T1" fmla="*/ 29 h 29"/>
                <a:gd name="T2" fmla="*/ 0 w 23"/>
                <a:gd name="T3" fmla="*/ 17 h 29"/>
                <a:gd name="T4" fmla="*/ 22 w 23"/>
                <a:gd name="T5" fmla="*/ 1 h 29"/>
                <a:gd name="T6" fmla="*/ 17 w 23"/>
                <a:gd name="T7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8">
                  <a:moveTo>
                    <a:pt x="17" y="29"/>
                  </a:moveTo>
                  <a:cubicBezTo>
                    <a:pt x="12" y="23"/>
                    <a:pt x="0" y="17"/>
                    <a:pt x="0" y="17"/>
                  </a:cubicBezTo>
                  <a:cubicBezTo>
                    <a:pt x="0" y="17"/>
                    <a:pt x="20" y="0"/>
                    <a:pt x="22" y="1"/>
                  </a:cubicBezTo>
                  <a:cubicBezTo>
                    <a:pt x="23" y="1"/>
                    <a:pt x="20" y="28"/>
                    <a:pt x="17" y="29"/>
                  </a:cubicBezTo>
                  <a:close/>
                </a:path>
              </a:pathLst>
            </a:custGeom>
            <a:solidFill>
              <a:srgbClr val="A66F3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任意多边形: 形状 122" descr="179dae61-0f04-4c4b-8b67-166a2197822f"/>
            <p:cNvSpPr/>
            <p:nvPr/>
          </p:nvSpPr>
          <p:spPr bwMode="auto">
            <a:xfrm>
              <a:off x="6517481" y="3516313"/>
              <a:ext cx="36513" cy="44450"/>
            </a:xfrm>
            <a:custGeom>
              <a:gdLst>
                <a:gd name="T0" fmla="*/ 10 w 13"/>
                <a:gd name="T1" fmla="*/ 16 h 16"/>
                <a:gd name="T2" fmla="*/ 0 w 13"/>
                <a:gd name="T3" fmla="*/ 10 h 16"/>
                <a:gd name="T4" fmla="*/ 12 w 13"/>
                <a:gd name="T5" fmla="*/ 0 h 16"/>
                <a:gd name="T6" fmla="*/ 10 w 13"/>
                <a:gd name="T7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6">
                  <a:moveTo>
                    <a:pt x="10" y="16"/>
                  </a:moveTo>
                  <a:cubicBezTo>
                    <a:pt x="6" y="13"/>
                    <a:pt x="0" y="10"/>
                    <a:pt x="0" y="10"/>
                  </a:cubicBezTo>
                  <a:cubicBezTo>
                    <a:pt x="0" y="10"/>
                    <a:pt x="11" y="0"/>
                    <a:pt x="12" y="0"/>
                  </a:cubicBezTo>
                  <a:cubicBezTo>
                    <a:pt x="13" y="1"/>
                    <a:pt x="11" y="15"/>
                    <a:pt x="10" y="16"/>
                  </a:cubicBezTo>
                  <a:close/>
                </a:path>
              </a:pathLst>
            </a:custGeom>
            <a:solidFill>
              <a:srgbClr val="FFA6F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任意多边形: 形状 123" descr="f96ded09-39e0-44d1-aee4-2d20c49852c2"/>
            <p:cNvSpPr/>
            <p:nvPr/>
          </p:nvSpPr>
          <p:spPr bwMode="auto">
            <a:xfrm>
              <a:off x="6382543" y="3494088"/>
              <a:ext cx="61913" cy="79375"/>
            </a:xfrm>
            <a:custGeom>
              <a:gdLst>
                <a:gd name="T0" fmla="*/ 6 w 23"/>
                <a:gd name="T1" fmla="*/ 29 h 29"/>
                <a:gd name="T2" fmla="*/ 23 w 23"/>
                <a:gd name="T3" fmla="*/ 17 h 29"/>
                <a:gd name="T4" fmla="*/ 1 w 23"/>
                <a:gd name="T5" fmla="*/ 1 h 29"/>
                <a:gd name="T6" fmla="*/ 6 w 23"/>
                <a:gd name="T7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8">
                  <a:moveTo>
                    <a:pt x="6" y="29"/>
                  </a:moveTo>
                  <a:cubicBezTo>
                    <a:pt x="11" y="23"/>
                    <a:pt x="23" y="17"/>
                    <a:pt x="23" y="17"/>
                  </a:cubicBezTo>
                  <a:cubicBezTo>
                    <a:pt x="23" y="17"/>
                    <a:pt x="4" y="0"/>
                    <a:pt x="1" y="1"/>
                  </a:cubicBezTo>
                  <a:cubicBezTo>
                    <a:pt x="0" y="1"/>
                    <a:pt x="4" y="28"/>
                    <a:pt x="6" y="29"/>
                  </a:cubicBezTo>
                  <a:close/>
                </a:path>
              </a:pathLst>
            </a:custGeom>
            <a:solidFill>
              <a:srgbClr val="CF8A4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任意多边形: 形状 124" descr="ab769b79-11ec-488c-9457-4c6b69b20d5c"/>
            <p:cNvSpPr/>
            <p:nvPr/>
          </p:nvSpPr>
          <p:spPr bwMode="auto">
            <a:xfrm>
              <a:off x="6395243" y="3516313"/>
              <a:ext cx="36513" cy="44450"/>
            </a:xfrm>
            <a:custGeom>
              <a:gdLst>
                <a:gd name="T0" fmla="*/ 4 w 13"/>
                <a:gd name="T1" fmla="*/ 16 h 16"/>
                <a:gd name="T2" fmla="*/ 13 w 13"/>
                <a:gd name="T3" fmla="*/ 10 h 16"/>
                <a:gd name="T4" fmla="*/ 1 w 13"/>
                <a:gd name="T5" fmla="*/ 0 h 16"/>
                <a:gd name="T6" fmla="*/ 4 w 13"/>
                <a:gd name="T7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6">
                  <a:moveTo>
                    <a:pt x="4" y="16"/>
                  </a:moveTo>
                  <a:cubicBezTo>
                    <a:pt x="7" y="13"/>
                    <a:pt x="13" y="10"/>
                    <a:pt x="13" y="10"/>
                  </a:cubicBezTo>
                  <a:cubicBezTo>
                    <a:pt x="13" y="10"/>
                    <a:pt x="2" y="0"/>
                    <a:pt x="1" y="0"/>
                  </a:cubicBezTo>
                  <a:cubicBezTo>
                    <a:pt x="0" y="1"/>
                    <a:pt x="2" y="15"/>
                    <a:pt x="4" y="16"/>
                  </a:cubicBezTo>
                  <a:close/>
                </a:path>
              </a:pathLst>
            </a:custGeom>
            <a:solidFill>
              <a:srgbClr val="FFA6F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任意多边形: 形状 125" descr="00d57a69-2883-477e-8c86-b6aafae26461"/>
            <p:cNvSpPr/>
            <p:nvPr/>
          </p:nvSpPr>
          <p:spPr bwMode="auto">
            <a:xfrm>
              <a:off x="6463506" y="3644901"/>
              <a:ext cx="25400" cy="12700"/>
            </a:xfrm>
            <a:custGeom>
              <a:gdLst>
                <a:gd name="T0" fmla="*/ 4 w 9"/>
                <a:gd name="T1" fmla="*/ 5 h 5"/>
                <a:gd name="T2" fmla="*/ 1 w 9"/>
                <a:gd name="T3" fmla="*/ 2 h 5"/>
                <a:gd name="T4" fmla="*/ 1 w 9"/>
                <a:gd name="T5" fmla="*/ 0 h 5"/>
                <a:gd name="T6" fmla="*/ 8 w 9"/>
                <a:gd name="T7" fmla="*/ 0 h 5"/>
                <a:gd name="T8" fmla="*/ 8 w 9"/>
                <a:gd name="T9" fmla="*/ 2 h 5"/>
                <a:gd name="T10" fmla="*/ 5 w 9"/>
                <a:gd name="T11" fmla="*/ 5 h 5"/>
                <a:gd name="T12" fmla="*/ 4 w 9"/>
                <a:gd name="T13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">
                  <a:moveTo>
                    <a:pt x="4" y="5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1"/>
                    <a:pt x="8" y="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lose/>
                </a:path>
              </a:pathLst>
            </a:custGeom>
            <a:solidFill>
              <a:srgbClr val="593C2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任意多边形: 形状 126" descr="94a533f1-218b-49c0-80d2-4365b8841b1d"/>
            <p:cNvSpPr/>
            <p:nvPr/>
          </p:nvSpPr>
          <p:spPr bwMode="auto">
            <a:xfrm>
              <a:off x="6520656" y="3627438"/>
              <a:ext cx="133350" cy="25400"/>
            </a:xfrm>
            <a:custGeom>
              <a:gdLst>
                <a:gd name="T0" fmla="*/ 49 w 49"/>
                <a:gd name="T1" fmla="*/ 9 h 9"/>
                <a:gd name="T2" fmla="*/ 0 w 49"/>
                <a:gd name="T3" fmla="*/ 5 h 9"/>
                <a:gd name="T4" fmla="*/ 0 w 49"/>
                <a:gd name="T5" fmla="*/ 4 h 9"/>
                <a:gd name="T6" fmla="*/ 49 w 49"/>
                <a:gd name="T7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">
                  <a:moveTo>
                    <a:pt x="49" y="9"/>
                  </a:moveTo>
                  <a:cubicBezTo>
                    <a:pt x="28" y="1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27" y="0"/>
                    <a:pt x="4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任意多边形: 形状 127" descr="5e774ef9-97c4-47e8-81c5-83579d6cc2f0"/>
            <p:cNvSpPr/>
            <p:nvPr/>
          </p:nvSpPr>
          <p:spPr bwMode="auto">
            <a:xfrm>
              <a:off x="6512718" y="3646488"/>
              <a:ext cx="128588" cy="41275"/>
            </a:xfrm>
            <a:custGeom>
              <a:gdLst>
                <a:gd name="T0" fmla="*/ 47 w 47"/>
                <a:gd name="T1" fmla="*/ 15 h 15"/>
                <a:gd name="T2" fmla="*/ 0 w 47"/>
                <a:gd name="T3" fmla="*/ 1 h 15"/>
                <a:gd name="T4" fmla="*/ 0 w 47"/>
                <a:gd name="T5" fmla="*/ 0 h 15"/>
                <a:gd name="T6" fmla="*/ 47 w 47"/>
                <a:gd name="T7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">
                  <a:moveTo>
                    <a:pt x="47" y="15"/>
                  </a:moveTo>
                  <a:cubicBezTo>
                    <a:pt x="30" y="1"/>
                    <a:pt x="1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1" y="0"/>
                    <a:pt x="4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任意多边形: 形状 128" descr="17ef3c30-058f-4e49-a8d4-41352bc33d9f"/>
            <p:cNvSpPr/>
            <p:nvPr/>
          </p:nvSpPr>
          <p:spPr bwMode="auto">
            <a:xfrm>
              <a:off x="6498431" y="3656013"/>
              <a:ext cx="120650" cy="61913"/>
            </a:xfrm>
            <a:custGeom>
              <a:gdLst>
                <a:gd name="T0" fmla="*/ 44 w 44"/>
                <a:gd name="T1" fmla="*/ 23 h 23"/>
                <a:gd name="T2" fmla="*/ 0 w 44"/>
                <a:gd name="T3" fmla="*/ 1 h 23"/>
                <a:gd name="T4" fmla="*/ 0 w 44"/>
                <a:gd name="T5" fmla="*/ 0 h 23"/>
                <a:gd name="T6" fmla="*/ 44 w 44"/>
                <a:gd name="T7" fmla="*/ 2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3">
                  <a:moveTo>
                    <a:pt x="44" y="23"/>
                  </a:moveTo>
                  <a:cubicBezTo>
                    <a:pt x="28" y="3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2" y="4"/>
                    <a:pt x="44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任意多边形: 形状 129" descr="4aeff16f-dc6e-4c61-bd06-641b7340c748"/>
            <p:cNvSpPr/>
            <p:nvPr/>
          </p:nvSpPr>
          <p:spPr bwMode="auto">
            <a:xfrm>
              <a:off x="6295231" y="3627438"/>
              <a:ext cx="133350" cy="25400"/>
            </a:xfrm>
            <a:custGeom>
              <a:gdLst>
                <a:gd name="T0" fmla="*/ 0 w 49"/>
                <a:gd name="T1" fmla="*/ 9 h 9"/>
                <a:gd name="T2" fmla="*/ 49 w 49"/>
                <a:gd name="T3" fmla="*/ 5 h 9"/>
                <a:gd name="T4" fmla="*/ 49 w 49"/>
                <a:gd name="T5" fmla="*/ 4 h 9"/>
                <a:gd name="T6" fmla="*/ 0 w 49"/>
                <a:gd name="T7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">
                  <a:moveTo>
                    <a:pt x="0" y="9"/>
                  </a:moveTo>
                  <a:cubicBezTo>
                    <a:pt x="22" y="1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22" y="0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任意多边形: 形状 130" descr="3871d63e-d371-49f0-996a-58f4f342f925"/>
            <p:cNvSpPr/>
            <p:nvPr/>
          </p:nvSpPr>
          <p:spPr bwMode="auto">
            <a:xfrm>
              <a:off x="6309518" y="3646488"/>
              <a:ext cx="127000" cy="41275"/>
            </a:xfrm>
            <a:custGeom>
              <a:gdLst>
                <a:gd name="T0" fmla="*/ 0 w 47"/>
                <a:gd name="T1" fmla="*/ 15 h 15"/>
                <a:gd name="T2" fmla="*/ 47 w 47"/>
                <a:gd name="T3" fmla="*/ 1 h 15"/>
                <a:gd name="T4" fmla="*/ 47 w 47"/>
                <a:gd name="T5" fmla="*/ 0 h 15"/>
                <a:gd name="T6" fmla="*/ 0 w 47"/>
                <a:gd name="T7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">
                  <a:moveTo>
                    <a:pt x="0" y="15"/>
                  </a:moveTo>
                  <a:cubicBezTo>
                    <a:pt x="18" y="1"/>
                    <a:pt x="47" y="1"/>
                    <a:pt x="47" y="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16" y="0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任意多边形: 形状 131" descr="436593f5-02d1-4151-8857-e0b342816cd1"/>
            <p:cNvSpPr/>
            <p:nvPr/>
          </p:nvSpPr>
          <p:spPr bwMode="auto">
            <a:xfrm>
              <a:off x="6330156" y="3656013"/>
              <a:ext cx="120650" cy="61913"/>
            </a:xfrm>
            <a:custGeom>
              <a:gdLst>
                <a:gd name="T0" fmla="*/ 0 w 44"/>
                <a:gd name="T1" fmla="*/ 23 h 23"/>
                <a:gd name="T2" fmla="*/ 44 w 44"/>
                <a:gd name="T3" fmla="*/ 1 h 23"/>
                <a:gd name="T4" fmla="*/ 44 w 44"/>
                <a:gd name="T5" fmla="*/ 0 h 23"/>
                <a:gd name="T6" fmla="*/ 0 w 44"/>
                <a:gd name="T7" fmla="*/ 2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3">
                  <a:moveTo>
                    <a:pt x="0" y="23"/>
                  </a:moveTo>
                  <a:cubicBezTo>
                    <a:pt x="16" y="3"/>
                    <a:pt x="44" y="1"/>
                    <a:pt x="44" y="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12" y="4"/>
                    <a:pt x="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椭圆 132" descr="f524fb49-8184-4217-b9ea-ad726c78c42f"/>
            <p:cNvSpPr>
              <a:spLocks noChangeArrowheads="1"/>
            </p:cNvSpPr>
            <p:nvPr/>
          </p:nvSpPr>
          <p:spPr bwMode="auto">
            <a:xfrm>
              <a:off x="6352381" y="3844926"/>
              <a:ext cx="57150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椭圆 133" descr="0d3ff96c-6296-4415-848b-b0217b2da98d"/>
            <p:cNvSpPr>
              <a:spLocks noChangeArrowheads="1"/>
            </p:cNvSpPr>
            <p:nvPr/>
          </p:nvSpPr>
          <p:spPr bwMode="auto">
            <a:xfrm>
              <a:off x="6536531" y="3844926"/>
              <a:ext cx="57150" cy="38100"/>
            </a:xfrm>
            <a:prstGeom prst="ellipse">
              <a:avLst/>
            </a:prstGeom>
            <a:solidFill>
              <a:srgbClr val="94633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矩形 134" descr="f1cb8eac-94be-4252-bf6c-cd6a6e4c9386"/>
            <p:cNvSpPr>
              <a:spLocks noChangeArrowheads="1"/>
            </p:cNvSpPr>
            <p:nvPr/>
          </p:nvSpPr>
          <p:spPr bwMode="auto">
            <a:xfrm>
              <a:off x="6490493" y="3714751"/>
              <a:ext cx="36513" cy="158750"/>
            </a:xfrm>
            <a:prstGeom prst="rect">
              <a:avLst/>
            </a:pr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矩形 135" descr="0eecb05a-3095-40f8-bd33-7d8786db32b6"/>
            <p:cNvSpPr>
              <a:spLocks noChangeArrowheads="1"/>
            </p:cNvSpPr>
            <p:nvPr/>
          </p:nvSpPr>
          <p:spPr bwMode="auto">
            <a:xfrm>
              <a:off x="6425406" y="3714751"/>
              <a:ext cx="33338" cy="158750"/>
            </a:xfrm>
            <a:prstGeom prst="rect">
              <a:avLst/>
            </a:pr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椭圆 136" descr="5a763398-0b1b-4df8-8c02-5f2f33b945f1"/>
            <p:cNvSpPr>
              <a:spLocks noChangeArrowheads="1"/>
            </p:cNvSpPr>
            <p:nvPr/>
          </p:nvSpPr>
          <p:spPr bwMode="auto">
            <a:xfrm>
              <a:off x="6479381" y="3859213"/>
              <a:ext cx="57150" cy="34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椭圆 137" descr="d0a33b59-fee7-4fe3-9f07-ff5f79583c08"/>
            <p:cNvSpPr>
              <a:spLocks noChangeArrowheads="1"/>
            </p:cNvSpPr>
            <p:nvPr/>
          </p:nvSpPr>
          <p:spPr bwMode="auto">
            <a:xfrm>
              <a:off x="6414293" y="3859213"/>
              <a:ext cx="55563" cy="34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任意多边形: 形状 138" descr="b949286a-b126-4a89-a23f-a18e323994c5"/>
            <p:cNvSpPr/>
            <p:nvPr/>
          </p:nvSpPr>
          <p:spPr bwMode="auto">
            <a:xfrm>
              <a:off x="6099968" y="1887538"/>
              <a:ext cx="855663" cy="541338"/>
            </a:xfrm>
            <a:custGeom>
              <a:gdLst>
                <a:gd name="T0" fmla="*/ 237 w 315"/>
                <a:gd name="T1" fmla="*/ 136 h 199"/>
                <a:gd name="T2" fmla="*/ 168 w 315"/>
                <a:gd name="T3" fmla="*/ 54 h 199"/>
                <a:gd name="T4" fmla="*/ 86 w 315"/>
                <a:gd name="T5" fmla="*/ 24 h 199"/>
                <a:gd name="T6" fmla="*/ 17 w 315"/>
                <a:gd name="T7" fmla="*/ 32 h 199"/>
                <a:gd name="T8" fmla="*/ 85 w 315"/>
                <a:gd name="T9" fmla="*/ 52 h 199"/>
                <a:gd name="T10" fmla="*/ 156 w 315"/>
                <a:gd name="T11" fmla="*/ 107 h 199"/>
                <a:gd name="T12" fmla="*/ 157 w 315"/>
                <a:gd name="T13" fmla="*/ 119 h 199"/>
                <a:gd name="T14" fmla="*/ 132 w 315"/>
                <a:gd name="T15" fmla="*/ 114 h 199"/>
                <a:gd name="T16" fmla="*/ 113 w 315"/>
                <a:gd name="T17" fmla="*/ 101 h 199"/>
                <a:gd name="T18" fmla="*/ 83 w 315"/>
                <a:gd name="T19" fmla="*/ 99 h 199"/>
                <a:gd name="T20" fmla="*/ 102 w 315"/>
                <a:gd name="T21" fmla="*/ 128 h 199"/>
                <a:gd name="T22" fmla="*/ 119 w 315"/>
                <a:gd name="T23" fmla="*/ 138 h 199"/>
                <a:gd name="T24" fmla="*/ 146 w 315"/>
                <a:gd name="T25" fmla="*/ 163 h 199"/>
                <a:gd name="T26" fmla="*/ 239 w 315"/>
                <a:gd name="T27" fmla="*/ 198 h 199"/>
                <a:gd name="T28" fmla="*/ 315 w 315"/>
                <a:gd name="T29" fmla="*/ 178 h 199"/>
                <a:gd name="T30" fmla="*/ 298 w 315"/>
                <a:gd name="T31" fmla="*/ 101 h 199"/>
                <a:gd name="T32" fmla="*/ 237 w 315"/>
                <a:gd name="T33" fmla="*/ 136 h 19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5" h="199">
                  <a:moveTo>
                    <a:pt x="237" y="136"/>
                  </a:moveTo>
                  <a:cubicBezTo>
                    <a:pt x="205" y="113"/>
                    <a:pt x="189" y="62"/>
                    <a:pt x="168" y="54"/>
                  </a:cubicBezTo>
                  <a:cubicBezTo>
                    <a:pt x="143" y="51"/>
                    <a:pt x="109" y="21"/>
                    <a:pt x="86" y="24"/>
                  </a:cubicBezTo>
                  <a:cubicBezTo>
                    <a:pt x="71" y="24"/>
                    <a:pt x="0" y="0"/>
                    <a:pt x="17" y="32"/>
                  </a:cubicBezTo>
                  <a:cubicBezTo>
                    <a:pt x="21" y="38"/>
                    <a:pt x="85" y="52"/>
                    <a:pt x="85" y="52"/>
                  </a:cubicBezTo>
                  <a:cubicBezTo>
                    <a:pt x="85" y="52"/>
                    <a:pt x="144" y="79"/>
                    <a:pt x="156" y="107"/>
                  </a:cubicBezTo>
                  <a:cubicBezTo>
                    <a:pt x="158" y="110"/>
                    <a:pt x="158" y="114"/>
                    <a:pt x="157" y="119"/>
                  </a:cubicBezTo>
                  <a:cubicBezTo>
                    <a:pt x="147" y="119"/>
                    <a:pt x="144" y="122"/>
                    <a:pt x="132" y="114"/>
                  </a:cubicBezTo>
                  <a:cubicBezTo>
                    <a:pt x="123" y="108"/>
                    <a:pt x="113" y="101"/>
                    <a:pt x="113" y="101"/>
                  </a:cubicBezTo>
                  <a:cubicBezTo>
                    <a:pt x="105" y="96"/>
                    <a:pt x="88" y="91"/>
                    <a:pt x="83" y="99"/>
                  </a:cubicBezTo>
                  <a:cubicBezTo>
                    <a:pt x="76" y="110"/>
                    <a:pt x="94" y="123"/>
                    <a:pt x="102" y="128"/>
                  </a:cubicBezTo>
                  <a:cubicBezTo>
                    <a:pt x="102" y="128"/>
                    <a:pt x="105" y="130"/>
                    <a:pt x="119" y="138"/>
                  </a:cubicBezTo>
                  <a:cubicBezTo>
                    <a:pt x="130" y="146"/>
                    <a:pt x="133" y="156"/>
                    <a:pt x="146" y="163"/>
                  </a:cubicBezTo>
                  <a:cubicBezTo>
                    <a:pt x="170" y="181"/>
                    <a:pt x="230" y="199"/>
                    <a:pt x="239" y="198"/>
                  </a:cubicBezTo>
                  <a:cubicBezTo>
                    <a:pt x="264" y="195"/>
                    <a:pt x="315" y="178"/>
                    <a:pt x="315" y="178"/>
                  </a:cubicBezTo>
                  <a:cubicBezTo>
                    <a:pt x="298" y="101"/>
                    <a:pt x="298" y="101"/>
                    <a:pt x="298" y="101"/>
                  </a:cubicBezTo>
                  <a:cubicBezTo>
                    <a:pt x="275" y="124"/>
                    <a:pt x="237" y="136"/>
                    <a:pt x="237" y="136"/>
                  </a:cubicBezTo>
                  <a:close/>
                </a:path>
              </a:pathLst>
            </a:custGeom>
            <a:solidFill>
              <a:srgbClr val="FFC6B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任意多边形: 形状 139" descr="560bdfef-e070-4feb-b85a-5c0c9538b9c2"/>
            <p:cNvSpPr/>
            <p:nvPr/>
          </p:nvSpPr>
          <p:spPr bwMode="auto">
            <a:xfrm>
              <a:off x="5261768" y="1876426"/>
              <a:ext cx="846138" cy="557213"/>
            </a:xfrm>
            <a:custGeom>
              <a:gdLst>
                <a:gd name="T0" fmla="*/ 77 w 311"/>
                <a:gd name="T1" fmla="*/ 142 h 205"/>
                <a:gd name="T2" fmla="*/ 145 w 311"/>
                <a:gd name="T3" fmla="*/ 58 h 205"/>
                <a:gd name="T4" fmla="*/ 225 w 311"/>
                <a:gd name="T5" fmla="*/ 26 h 205"/>
                <a:gd name="T6" fmla="*/ 295 w 311"/>
                <a:gd name="T7" fmla="*/ 33 h 205"/>
                <a:gd name="T8" fmla="*/ 227 w 311"/>
                <a:gd name="T9" fmla="*/ 55 h 205"/>
                <a:gd name="T10" fmla="*/ 157 w 311"/>
                <a:gd name="T11" fmla="*/ 111 h 205"/>
                <a:gd name="T12" fmla="*/ 157 w 311"/>
                <a:gd name="T13" fmla="*/ 123 h 205"/>
                <a:gd name="T14" fmla="*/ 182 w 311"/>
                <a:gd name="T15" fmla="*/ 117 h 205"/>
                <a:gd name="T16" fmla="*/ 200 w 311"/>
                <a:gd name="T17" fmla="*/ 104 h 205"/>
                <a:gd name="T18" fmla="*/ 230 w 311"/>
                <a:gd name="T19" fmla="*/ 101 h 205"/>
                <a:gd name="T20" fmla="*/ 212 w 311"/>
                <a:gd name="T21" fmla="*/ 131 h 205"/>
                <a:gd name="T22" fmla="*/ 196 w 311"/>
                <a:gd name="T23" fmla="*/ 142 h 205"/>
                <a:gd name="T24" fmla="*/ 169 w 311"/>
                <a:gd name="T25" fmla="*/ 167 h 205"/>
                <a:gd name="T26" fmla="*/ 77 w 311"/>
                <a:gd name="T27" fmla="*/ 204 h 205"/>
                <a:gd name="T28" fmla="*/ 0 w 311"/>
                <a:gd name="T29" fmla="*/ 186 h 205"/>
                <a:gd name="T30" fmla="*/ 16 w 311"/>
                <a:gd name="T31" fmla="*/ 108 h 205"/>
                <a:gd name="T32" fmla="*/ 77 w 311"/>
                <a:gd name="T33" fmla="*/ 142 h 2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1" h="205">
                  <a:moveTo>
                    <a:pt x="77" y="142"/>
                  </a:moveTo>
                  <a:cubicBezTo>
                    <a:pt x="109" y="118"/>
                    <a:pt x="124" y="66"/>
                    <a:pt x="145" y="58"/>
                  </a:cubicBezTo>
                  <a:cubicBezTo>
                    <a:pt x="169" y="54"/>
                    <a:pt x="202" y="24"/>
                    <a:pt x="225" y="26"/>
                  </a:cubicBezTo>
                  <a:cubicBezTo>
                    <a:pt x="240" y="26"/>
                    <a:pt x="311" y="0"/>
                    <a:pt x="295" y="33"/>
                  </a:cubicBezTo>
                  <a:cubicBezTo>
                    <a:pt x="291" y="39"/>
                    <a:pt x="227" y="55"/>
                    <a:pt x="227" y="55"/>
                  </a:cubicBezTo>
                  <a:cubicBezTo>
                    <a:pt x="227" y="55"/>
                    <a:pt x="169" y="83"/>
                    <a:pt x="157" y="111"/>
                  </a:cubicBezTo>
                  <a:cubicBezTo>
                    <a:pt x="156" y="114"/>
                    <a:pt x="156" y="119"/>
                    <a:pt x="157" y="123"/>
                  </a:cubicBezTo>
                  <a:cubicBezTo>
                    <a:pt x="167" y="122"/>
                    <a:pt x="170" y="126"/>
                    <a:pt x="182" y="117"/>
                  </a:cubicBezTo>
                  <a:cubicBezTo>
                    <a:pt x="191" y="111"/>
                    <a:pt x="200" y="104"/>
                    <a:pt x="200" y="104"/>
                  </a:cubicBezTo>
                  <a:cubicBezTo>
                    <a:pt x="209" y="99"/>
                    <a:pt x="225" y="94"/>
                    <a:pt x="230" y="101"/>
                  </a:cubicBezTo>
                  <a:cubicBezTo>
                    <a:pt x="238" y="112"/>
                    <a:pt x="220" y="125"/>
                    <a:pt x="212" y="131"/>
                  </a:cubicBezTo>
                  <a:cubicBezTo>
                    <a:pt x="212" y="131"/>
                    <a:pt x="209" y="133"/>
                    <a:pt x="196" y="142"/>
                  </a:cubicBezTo>
                  <a:cubicBezTo>
                    <a:pt x="184" y="149"/>
                    <a:pt x="182" y="160"/>
                    <a:pt x="169" y="167"/>
                  </a:cubicBezTo>
                  <a:cubicBezTo>
                    <a:pt x="145" y="185"/>
                    <a:pt x="85" y="205"/>
                    <a:pt x="77" y="204"/>
                  </a:cubicBezTo>
                  <a:cubicBezTo>
                    <a:pt x="51" y="201"/>
                    <a:pt x="0" y="186"/>
                    <a:pt x="0" y="18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39" y="131"/>
                    <a:pt x="77" y="142"/>
                    <a:pt x="77" y="142"/>
                  </a:cubicBezTo>
                  <a:close/>
                </a:path>
              </a:pathLst>
            </a:custGeom>
            <a:solidFill>
              <a:srgbClr val="FFC6B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任意多边形: 形状 140" descr="ad6c429b-0522-4e50-b590-d3927059a197"/>
            <p:cNvSpPr/>
            <p:nvPr/>
          </p:nvSpPr>
          <p:spPr bwMode="auto">
            <a:xfrm>
              <a:off x="4850606" y="2393951"/>
              <a:ext cx="171450" cy="96838"/>
            </a:xfrm>
            <a:custGeom>
              <a:gdLst>
                <a:gd name="T0" fmla="*/ 55 w 63"/>
                <a:gd name="T1" fmla="*/ 28 h 36"/>
                <a:gd name="T2" fmla="*/ 14 w 63"/>
                <a:gd name="T3" fmla="*/ 36 h 36"/>
                <a:gd name="T4" fmla="*/ 0 w 63"/>
                <a:gd name="T5" fmla="*/ 27 h 36"/>
                <a:gd name="T6" fmla="*/ 59 w 63"/>
                <a:gd name="T7" fmla="*/ 2 h 36"/>
                <a:gd name="T8" fmla="*/ 55 w 63"/>
                <a:gd name="T9" fmla="*/ 28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6">
                  <a:moveTo>
                    <a:pt x="55" y="28"/>
                  </a:moveTo>
                  <a:cubicBezTo>
                    <a:pt x="14" y="36"/>
                    <a:pt x="14" y="36"/>
                    <a:pt x="14" y="3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30" y="0"/>
                    <a:pt x="59" y="2"/>
                  </a:cubicBezTo>
                  <a:cubicBezTo>
                    <a:pt x="63" y="2"/>
                    <a:pt x="55" y="28"/>
                    <a:pt x="55" y="28"/>
                  </a:cubicBezTo>
                  <a:close/>
                </a:path>
              </a:pathLst>
            </a:custGeom>
            <a:solidFill>
              <a:srgbClr val="6E785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任意多边形: 形状 141" descr="0a85dcef-4259-48be-bc12-5b1b04dd9d29"/>
            <p:cNvSpPr/>
            <p:nvPr/>
          </p:nvSpPr>
          <p:spPr bwMode="auto">
            <a:xfrm>
              <a:off x="4766468" y="2516188"/>
              <a:ext cx="530225" cy="477838"/>
            </a:xfrm>
            <a:custGeom>
              <a:gdLst>
                <a:gd name="T0" fmla="*/ 179 w 195"/>
                <a:gd name="T1" fmla="*/ 59 h 176"/>
                <a:gd name="T2" fmla="*/ 107 w 195"/>
                <a:gd name="T3" fmla="*/ 165 h 176"/>
                <a:gd name="T4" fmla="*/ 1 w 195"/>
                <a:gd name="T5" fmla="*/ 93 h 176"/>
                <a:gd name="T6" fmla="*/ 77 w 195"/>
                <a:gd name="T7" fmla="*/ 9 h 176"/>
                <a:gd name="T8" fmla="*/ 179 w 195"/>
                <a:gd name="T9" fmla="*/ 59 h 17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76">
                  <a:moveTo>
                    <a:pt x="179" y="59"/>
                  </a:moveTo>
                  <a:cubicBezTo>
                    <a:pt x="195" y="103"/>
                    <a:pt x="164" y="153"/>
                    <a:pt x="107" y="165"/>
                  </a:cubicBezTo>
                  <a:cubicBezTo>
                    <a:pt x="51" y="176"/>
                    <a:pt x="3" y="140"/>
                    <a:pt x="1" y="93"/>
                  </a:cubicBezTo>
                  <a:cubicBezTo>
                    <a:pt x="0" y="53"/>
                    <a:pt x="34" y="17"/>
                    <a:pt x="77" y="9"/>
                  </a:cubicBezTo>
                  <a:cubicBezTo>
                    <a:pt x="120" y="0"/>
                    <a:pt x="165" y="21"/>
                    <a:pt x="179" y="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任意多边形: 形状 142" descr="d903879b-2679-491b-b752-b15df5388aa4"/>
            <p:cNvSpPr/>
            <p:nvPr/>
          </p:nvSpPr>
          <p:spPr bwMode="auto">
            <a:xfrm>
              <a:off x="4887118" y="2519363"/>
              <a:ext cx="176213" cy="53975"/>
            </a:xfrm>
            <a:custGeom>
              <a:gdLst>
                <a:gd name="T0" fmla="*/ 56 w 65"/>
                <a:gd name="T1" fmla="*/ 10 h 20"/>
                <a:gd name="T2" fmla="*/ 10 w 65"/>
                <a:gd name="T3" fmla="*/ 19 h 20"/>
                <a:gd name="T4" fmla="*/ 1 w 65"/>
                <a:gd name="T5" fmla="*/ 16 h 20"/>
                <a:gd name="T6" fmla="*/ 1 w 65"/>
                <a:gd name="T7" fmla="*/ 16 h 20"/>
                <a:gd name="T8" fmla="*/ 8 w 65"/>
                <a:gd name="T9" fmla="*/ 10 h 20"/>
                <a:gd name="T10" fmla="*/ 55 w 65"/>
                <a:gd name="T11" fmla="*/ 1 h 20"/>
                <a:gd name="T12" fmla="*/ 64 w 65"/>
                <a:gd name="T13" fmla="*/ 4 h 20"/>
                <a:gd name="T14" fmla="*/ 64 w 65"/>
                <a:gd name="T15" fmla="*/ 4 h 20"/>
                <a:gd name="T16" fmla="*/ 56 w 65"/>
                <a:gd name="T17" fmla="*/ 10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20">
                  <a:moveTo>
                    <a:pt x="56" y="10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20"/>
                    <a:pt x="1" y="19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4"/>
                    <a:pt x="4" y="11"/>
                    <a:pt x="8" y="10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60" y="0"/>
                    <a:pt x="64" y="1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5" y="6"/>
                    <a:pt x="61" y="9"/>
                    <a:pt x="56" y="10"/>
                  </a:cubicBezTo>
                  <a:close/>
                </a:path>
              </a:pathLst>
            </a:custGeom>
            <a:solidFill>
              <a:srgbClr val="3B3D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任意多边形: 形状 143" descr="50a8ea9b-6552-47fe-8f9e-dafb57f00828"/>
            <p:cNvSpPr/>
            <p:nvPr/>
          </p:nvSpPr>
          <p:spPr bwMode="auto">
            <a:xfrm>
              <a:off x="4850606" y="2390776"/>
              <a:ext cx="215900" cy="155575"/>
            </a:xfrm>
            <a:custGeom>
              <a:gdLst>
                <a:gd name="T0" fmla="*/ 79 w 79"/>
                <a:gd name="T1" fmla="*/ 20 h 57"/>
                <a:gd name="T2" fmla="*/ 59 w 79"/>
                <a:gd name="T3" fmla="*/ 3 h 57"/>
                <a:gd name="T4" fmla="*/ 32 w 79"/>
                <a:gd name="T5" fmla="*/ 24 h 57"/>
                <a:gd name="T6" fmla="*/ 0 w 79"/>
                <a:gd name="T7" fmla="*/ 28 h 57"/>
                <a:gd name="T8" fmla="*/ 24 w 79"/>
                <a:gd name="T9" fmla="*/ 57 h 57"/>
                <a:gd name="T10" fmla="*/ 67 w 79"/>
                <a:gd name="T11" fmla="*/ 48 h 57"/>
                <a:gd name="T12" fmla="*/ 79 w 79"/>
                <a:gd name="T13" fmla="*/ 20 h 5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57">
                  <a:moveTo>
                    <a:pt x="79" y="20"/>
                  </a:moveTo>
                  <a:cubicBezTo>
                    <a:pt x="79" y="20"/>
                    <a:pt x="74" y="0"/>
                    <a:pt x="59" y="3"/>
                  </a:cubicBezTo>
                  <a:cubicBezTo>
                    <a:pt x="47" y="5"/>
                    <a:pt x="43" y="19"/>
                    <a:pt x="32" y="24"/>
                  </a:cubicBezTo>
                  <a:cubicBezTo>
                    <a:pt x="13" y="32"/>
                    <a:pt x="0" y="28"/>
                    <a:pt x="0" y="28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67" y="48"/>
                    <a:pt x="67" y="48"/>
                    <a:pt x="67" y="48"/>
                  </a:cubicBezTo>
                  <a:lnTo>
                    <a:pt x="7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任意多边形: 形状 144" descr="f3c4e4e9-e482-497e-be68-0a3331f83680"/>
            <p:cNvSpPr/>
            <p:nvPr/>
          </p:nvSpPr>
          <p:spPr bwMode="auto">
            <a:xfrm>
              <a:off x="4945856" y="2611438"/>
              <a:ext cx="144463" cy="258763"/>
            </a:xfrm>
            <a:custGeom>
              <a:gdLst>
                <a:gd name="T0" fmla="*/ 36 w 53"/>
                <a:gd name="T1" fmla="*/ 28 h 95"/>
                <a:gd name="T2" fmla="*/ 24 w 53"/>
                <a:gd name="T3" fmla="*/ 25 h 95"/>
                <a:gd name="T4" fmla="*/ 17 w 53"/>
                <a:gd name="T5" fmla="*/ 33 h 95"/>
                <a:gd name="T6" fmla="*/ 51 w 53"/>
                <a:gd name="T7" fmla="*/ 57 h 95"/>
                <a:gd name="T8" fmla="*/ 38 w 53"/>
                <a:gd name="T9" fmla="*/ 81 h 95"/>
                <a:gd name="T10" fmla="*/ 41 w 53"/>
                <a:gd name="T11" fmla="*/ 92 h 95"/>
                <a:gd name="T12" fmla="*/ 30 w 53"/>
                <a:gd name="T13" fmla="*/ 95 h 95"/>
                <a:gd name="T14" fmla="*/ 28 w 53"/>
                <a:gd name="T15" fmla="*/ 84 h 95"/>
                <a:gd name="T16" fmla="*/ 8 w 53"/>
                <a:gd name="T17" fmla="*/ 79 h 95"/>
                <a:gd name="T18" fmla="*/ 12 w 53"/>
                <a:gd name="T19" fmla="*/ 67 h 95"/>
                <a:gd name="T20" fmla="*/ 29 w 53"/>
                <a:gd name="T21" fmla="*/ 71 h 95"/>
                <a:gd name="T22" fmla="*/ 36 w 53"/>
                <a:gd name="T23" fmla="*/ 61 h 95"/>
                <a:gd name="T24" fmla="*/ 2 w 53"/>
                <a:gd name="T25" fmla="*/ 37 h 95"/>
                <a:gd name="T26" fmla="*/ 14 w 53"/>
                <a:gd name="T27" fmla="*/ 14 h 95"/>
                <a:gd name="T28" fmla="*/ 12 w 53"/>
                <a:gd name="T29" fmla="*/ 3 h 95"/>
                <a:gd name="T30" fmla="*/ 23 w 53"/>
                <a:gd name="T31" fmla="*/ 0 h 95"/>
                <a:gd name="T32" fmla="*/ 25 w 53"/>
                <a:gd name="T33" fmla="*/ 11 h 95"/>
                <a:gd name="T34" fmla="*/ 43 w 53"/>
                <a:gd name="T35" fmla="*/ 17 h 95"/>
                <a:gd name="T36" fmla="*/ 36 w 53"/>
                <a:gd name="T37" fmla="*/ 28 h 9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2" h="95">
                  <a:moveTo>
                    <a:pt x="36" y="28"/>
                  </a:moveTo>
                  <a:cubicBezTo>
                    <a:pt x="32" y="25"/>
                    <a:pt x="28" y="24"/>
                    <a:pt x="24" y="25"/>
                  </a:cubicBezTo>
                  <a:cubicBezTo>
                    <a:pt x="18" y="26"/>
                    <a:pt x="16" y="28"/>
                    <a:pt x="17" y="33"/>
                  </a:cubicBezTo>
                  <a:cubicBezTo>
                    <a:pt x="19" y="43"/>
                    <a:pt x="47" y="37"/>
                    <a:pt x="51" y="57"/>
                  </a:cubicBezTo>
                  <a:cubicBezTo>
                    <a:pt x="53" y="68"/>
                    <a:pt x="49" y="77"/>
                    <a:pt x="38" y="81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22" y="84"/>
                    <a:pt x="13" y="83"/>
                    <a:pt x="8" y="79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9" y="70"/>
                    <a:pt x="24" y="72"/>
                    <a:pt x="29" y="71"/>
                  </a:cubicBezTo>
                  <a:cubicBezTo>
                    <a:pt x="35" y="69"/>
                    <a:pt x="37" y="66"/>
                    <a:pt x="36" y="61"/>
                  </a:cubicBezTo>
                  <a:cubicBezTo>
                    <a:pt x="34" y="50"/>
                    <a:pt x="6" y="56"/>
                    <a:pt x="2" y="37"/>
                  </a:cubicBezTo>
                  <a:cubicBezTo>
                    <a:pt x="0" y="26"/>
                    <a:pt x="5" y="18"/>
                    <a:pt x="14" y="1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2" y="11"/>
                    <a:pt x="37" y="13"/>
                    <a:pt x="43" y="17"/>
                  </a:cubicBezTo>
                  <a:lnTo>
                    <a:pt x="36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任意多边形: 形状 145" descr="ecc36967-3b84-496a-87e0-10d987ca5e16"/>
            <p:cNvSpPr/>
            <p:nvPr/>
          </p:nvSpPr>
          <p:spPr bwMode="auto">
            <a:xfrm>
              <a:off x="4934743" y="2562226"/>
              <a:ext cx="22225" cy="49213"/>
            </a:xfrm>
            <a:custGeom>
              <a:gdLst>
                <a:gd name="T0" fmla="*/ 0 w 14"/>
                <a:gd name="T1" fmla="*/ 31 h 31"/>
                <a:gd name="T2" fmla="*/ 4 w 14"/>
                <a:gd name="T3" fmla="*/ 2 h 31"/>
                <a:gd name="T4" fmla="*/ 14 w 14"/>
                <a:gd name="T5" fmla="*/ 0 h 31"/>
                <a:gd name="T6" fmla="*/ 0 w 14"/>
                <a:gd name="T7" fmla="*/ 31 h 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1">
                  <a:moveTo>
                    <a:pt x="0" y="31"/>
                  </a:moveTo>
                  <a:lnTo>
                    <a:pt x="4" y="2"/>
                  </a:lnTo>
                  <a:lnTo>
                    <a:pt x="1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任意多边形: 形状 146" descr="5c85fbf4-d324-47a6-822b-2b9835ed59e9"/>
            <p:cNvSpPr/>
            <p:nvPr/>
          </p:nvSpPr>
          <p:spPr bwMode="auto">
            <a:xfrm>
              <a:off x="4995068" y="2551113"/>
              <a:ext cx="73025" cy="65088"/>
            </a:xfrm>
            <a:custGeom>
              <a:gdLst>
                <a:gd name="T0" fmla="*/ 46 w 46"/>
                <a:gd name="T1" fmla="*/ 41 h 41"/>
                <a:gd name="T2" fmla="*/ 0 w 46"/>
                <a:gd name="T3" fmla="*/ 2 h 41"/>
                <a:gd name="T4" fmla="*/ 10 w 46"/>
                <a:gd name="T5" fmla="*/ 0 h 41"/>
                <a:gd name="T6" fmla="*/ 46 w 46"/>
                <a:gd name="T7" fmla="*/ 41 h 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41">
                  <a:moveTo>
                    <a:pt x="46" y="41"/>
                  </a:moveTo>
                  <a:lnTo>
                    <a:pt x="0" y="2"/>
                  </a:lnTo>
                  <a:lnTo>
                    <a:pt x="10" y="0"/>
                  </a:lnTo>
                  <a:lnTo>
                    <a:pt x="46" y="41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任意多边形: 形状 147" descr="f63c8013-800b-416b-b811-fc01e50d8f24"/>
            <p:cNvSpPr/>
            <p:nvPr/>
          </p:nvSpPr>
          <p:spPr bwMode="auto">
            <a:xfrm>
              <a:off x="5029993" y="2543176"/>
              <a:ext cx="30163" cy="15875"/>
            </a:xfrm>
            <a:custGeom>
              <a:gdLst>
                <a:gd name="T0" fmla="*/ 19 w 19"/>
                <a:gd name="T1" fmla="*/ 10 h 10"/>
                <a:gd name="T2" fmla="*/ 0 w 19"/>
                <a:gd name="T3" fmla="*/ 2 h 10"/>
                <a:gd name="T4" fmla="*/ 11 w 19"/>
                <a:gd name="T5" fmla="*/ 0 h 10"/>
                <a:gd name="T6" fmla="*/ 19 w 19"/>
                <a:gd name="T7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0">
                  <a:moveTo>
                    <a:pt x="19" y="10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19" y="10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任意多边形: 形状 148" descr="f7de9eec-c71c-44a2-8973-cae18a1e2bf7"/>
            <p:cNvSpPr/>
            <p:nvPr/>
          </p:nvSpPr>
          <p:spPr bwMode="auto">
            <a:xfrm>
              <a:off x="4896643" y="2566988"/>
              <a:ext cx="28575" cy="28575"/>
            </a:xfrm>
            <a:custGeom>
              <a:gdLst>
                <a:gd name="T0" fmla="*/ 0 w 18"/>
                <a:gd name="T1" fmla="*/ 18 h 18"/>
                <a:gd name="T2" fmla="*/ 7 w 18"/>
                <a:gd name="T3" fmla="*/ 2 h 18"/>
                <a:gd name="T4" fmla="*/ 18 w 18"/>
                <a:gd name="T5" fmla="*/ 0 h 18"/>
                <a:gd name="T6" fmla="*/ 0 w 18"/>
                <a:gd name="T7" fmla="*/ 1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8">
                  <a:moveTo>
                    <a:pt x="0" y="18"/>
                  </a:moveTo>
                  <a:lnTo>
                    <a:pt x="7" y="2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任意多边形: 形状 149" descr="a98b0d8a-5040-4acf-aed4-055d400ce37b"/>
            <p:cNvSpPr/>
            <p:nvPr/>
          </p:nvSpPr>
          <p:spPr bwMode="auto">
            <a:xfrm>
              <a:off x="6947693" y="3233738"/>
              <a:ext cx="430213" cy="307975"/>
            </a:xfrm>
            <a:custGeom>
              <a:gdLst>
                <a:gd name="T0" fmla="*/ 131 w 158"/>
                <a:gd name="T1" fmla="*/ 113 h 113"/>
                <a:gd name="T2" fmla="*/ 3 w 158"/>
                <a:gd name="T3" fmla="*/ 68 h 113"/>
                <a:gd name="T4" fmla="*/ 1 w 158"/>
                <a:gd name="T5" fmla="*/ 63 h 113"/>
                <a:gd name="T6" fmla="*/ 21 w 158"/>
                <a:gd name="T7" fmla="*/ 3 h 113"/>
                <a:gd name="T8" fmla="*/ 27 w 158"/>
                <a:gd name="T9" fmla="*/ 0 h 113"/>
                <a:gd name="T10" fmla="*/ 154 w 158"/>
                <a:gd name="T11" fmla="*/ 45 h 113"/>
                <a:gd name="T12" fmla="*/ 157 w 158"/>
                <a:gd name="T13" fmla="*/ 50 h 113"/>
                <a:gd name="T14" fmla="*/ 136 w 158"/>
                <a:gd name="T15" fmla="*/ 110 h 113"/>
                <a:gd name="T16" fmla="*/ 131 w 158"/>
                <a:gd name="T17" fmla="*/ 113 h 1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13">
                  <a:moveTo>
                    <a:pt x="131" y="113"/>
                  </a:moveTo>
                  <a:cubicBezTo>
                    <a:pt x="3" y="68"/>
                    <a:pt x="3" y="68"/>
                    <a:pt x="3" y="68"/>
                  </a:cubicBezTo>
                  <a:cubicBezTo>
                    <a:pt x="1" y="67"/>
                    <a:pt x="0" y="65"/>
                    <a:pt x="1" y="6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1"/>
                    <a:pt x="25" y="0"/>
                    <a:pt x="27" y="0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7" y="46"/>
                    <a:pt x="158" y="48"/>
                    <a:pt x="157" y="50"/>
                  </a:cubicBezTo>
                  <a:cubicBezTo>
                    <a:pt x="136" y="110"/>
                    <a:pt x="136" y="110"/>
                    <a:pt x="136" y="110"/>
                  </a:cubicBezTo>
                  <a:cubicBezTo>
                    <a:pt x="136" y="112"/>
                    <a:pt x="133" y="113"/>
                    <a:pt x="131" y="113"/>
                  </a:cubicBez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任意多边形: 形状 150" descr="efee656d-fbf2-4383-877d-7d0ae2485161"/>
            <p:cNvSpPr/>
            <p:nvPr/>
          </p:nvSpPr>
          <p:spPr bwMode="auto">
            <a:xfrm>
              <a:off x="6982618" y="3100388"/>
              <a:ext cx="446088" cy="320675"/>
            </a:xfrm>
            <a:custGeom>
              <a:gdLst>
                <a:gd name="T0" fmla="*/ 136 w 164"/>
                <a:gd name="T1" fmla="*/ 118 h 118"/>
                <a:gd name="T2" fmla="*/ 4 w 164"/>
                <a:gd name="T3" fmla="*/ 71 h 118"/>
                <a:gd name="T4" fmla="*/ 1 w 164"/>
                <a:gd name="T5" fmla="*/ 66 h 118"/>
                <a:gd name="T6" fmla="*/ 22 w 164"/>
                <a:gd name="T7" fmla="*/ 4 h 118"/>
                <a:gd name="T8" fmla="*/ 28 w 164"/>
                <a:gd name="T9" fmla="*/ 1 h 118"/>
                <a:gd name="T10" fmla="*/ 160 w 164"/>
                <a:gd name="T11" fmla="*/ 47 h 118"/>
                <a:gd name="T12" fmla="*/ 163 w 164"/>
                <a:gd name="T13" fmla="*/ 53 h 118"/>
                <a:gd name="T14" fmla="*/ 142 w 164"/>
                <a:gd name="T15" fmla="*/ 115 h 118"/>
                <a:gd name="T16" fmla="*/ 136 w 164"/>
                <a:gd name="T17" fmla="*/ 118 h 1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4" h="118">
                  <a:moveTo>
                    <a:pt x="136" y="118"/>
                  </a:moveTo>
                  <a:cubicBezTo>
                    <a:pt x="4" y="71"/>
                    <a:pt x="4" y="71"/>
                    <a:pt x="4" y="71"/>
                  </a:cubicBezTo>
                  <a:cubicBezTo>
                    <a:pt x="1" y="71"/>
                    <a:pt x="0" y="68"/>
                    <a:pt x="1" y="66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2"/>
                    <a:pt x="26" y="0"/>
                    <a:pt x="28" y="1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3" y="48"/>
                    <a:pt x="164" y="51"/>
                    <a:pt x="163" y="53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1" y="117"/>
                    <a:pt x="138" y="118"/>
                    <a:pt x="136" y="118"/>
                  </a:cubicBez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任意多边形: 形状 151" descr="750ee9ab-2a47-42b7-94b8-d4f366b5eefa"/>
            <p:cNvSpPr/>
            <p:nvPr/>
          </p:nvSpPr>
          <p:spPr bwMode="auto">
            <a:xfrm>
              <a:off x="7241381" y="3302001"/>
              <a:ext cx="79375" cy="98425"/>
            </a:xfrm>
            <a:custGeom>
              <a:gdLst>
                <a:gd name="T0" fmla="*/ 33 w 50"/>
                <a:gd name="T1" fmla="*/ 62 h 62"/>
                <a:gd name="T2" fmla="*/ 0 w 50"/>
                <a:gd name="T3" fmla="*/ 51 h 62"/>
                <a:gd name="T4" fmla="*/ 19 w 50"/>
                <a:gd name="T5" fmla="*/ 0 h 62"/>
                <a:gd name="T6" fmla="*/ 50 w 50"/>
                <a:gd name="T7" fmla="*/ 10 h 62"/>
                <a:gd name="T8" fmla="*/ 33 w 50"/>
                <a:gd name="T9" fmla="*/ 62 h 6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2">
                  <a:moveTo>
                    <a:pt x="33" y="62"/>
                  </a:moveTo>
                  <a:lnTo>
                    <a:pt x="0" y="51"/>
                  </a:lnTo>
                  <a:lnTo>
                    <a:pt x="19" y="0"/>
                  </a:lnTo>
                  <a:lnTo>
                    <a:pt x="50" y="10"/>
                  </a:lnTo>
                  <a:lnTo>
                    <a:pt x="33" y="62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任意多边形: 形状 152" descr="768a1296-e253-41c7-a271-343b60c62972"/>
            <p:cNvSpPr/>
            <p:nvPr/>
          </p:nvSpPr>
          <p:spPr bwMode="auto">
            <a:xfrm>
              <a:off x="7230268" y="3306763"/>
              <a:ext cx="82550" cy="150813"/>
            </a:xfrm>
            <a:custGeom>
              <a:gdLst>
                <a:gd name="T0" fmla="*/ 26 w 52"/>
                <a:gd name="T1" fmla="*/ 88 h 95"/>
                <a:gd name="T2" fmla="*/ 9 w 52"/>
                <a:gd name="T3" fmla="*/ 95 h 95"/>
                <a:gd name="T4" fmla="*/ 0 w 52"/>
                <a:gd name="T5" fmla="*/ 79 h 95"/>
                <a:gd name="T6" fmla="*/ 28 w 52"/>
                <a:gd name="T7" fmla="*/ 0 h 95"/>
                <a:gd name="T8" fmla="*/ 52 w 52"/>
                <a:gd name="T9" fmla="*/ 11 h 95"/>
                <a:gd name="T10" fmla="*/ 26 w 52"/>
                <a:gd name="T11" fmla="*/ 88 h 9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95">
                  <a:moveTo>
                    <a:pt x="26" y="88"/>
                  </a:moveTo>
                  <a:lnTo>
                    <a:pt x="9" y="95"/>
                  </a:lnTo>
                  <a:lnTo>
                    <a:pt x="0" y="79"/>
                  </a:lnTo>
                  <a:lnTo>
                    <a:pt x="28" y="0"/>
                  </a:lnTo>
                  <a:lnTo>
                    <a:pt x="52" y="11"/>
                  </a:lnTo>
                  <a:lnTo>
                    <a:pt x="26" y="88"/>
                  </a:ln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任意多边形: 形状 153" descr="564affb6-6bb3-48d8-ab3d-f1d4e20eb9d7"/>
            <p:cNvSpPr>
              <a:spLocks noEditPoints="1"/>
            </p:cNvSpPr>
            <p:nvPr/>
          </p:nvSpPr>
          <p:spPr bwMode="auto">
            <a:xfrm>
              <a:off x="7233443" y="3370263"/>
              <a:ext cx="65088" cy="53975"/>
            </a:xfrm>
            <a:custGeom>
              <a:gdLst>
                <a:gd name="T0" fmla="*/ 33 w 41"/>
                <a:gd name="T1" fmla="*/ 34 h 34"/>
                <a:gd name="T2" fmla="*/ 0 w 41"/>
                <a:gd name="T3" fmla="*/ 22 h 34"/>
                <a:gd name="T4" fmla="*/ 7 w 41"/>
                <a:gd name="T5" fmla="*/ 0 h 34"/>
                <a:gd name="T6" fmla="*/ 41 w 41"/>
                <a:gd name="T7" fmla="*/ 12 h 34"/>
                <a:gd name="T8" fmla="*/ 33 w 41"/>
                <a:gd name="T9" fmla="*/ 34 h 34"/>
                <a:gd name="T10" fmla="*/ 5 w 41"/>
                <a:gd name="T11" fmla="*/ 20 h 34"/>
                <a:gd name="T12" fmla="*/ 29 w 41"/>
                <a:gd name="T13" fmla="*/ 29 h 34"/>
                <a:gd name="T14" fmla="*/ 34 w 41"/>
                <a:gd name="T15" fmla="*/ 13 h 34"/>
                <a:gd name="T16" fmla="*/ 10 w 41"/>
                <a:gd name="T17" fmla="*/ 5 h 34"/>
                <a:gd name="T18" fmla="*/ 5 w 41"/>
                <a:gd name="T19" fmla="*/ 20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33" y="34"/>
                  </a:moveTo>
                  <a:lnTo>
                    <a:pt x="0" y="22"/>
                  </a:lnTo>
                  <a:lnTo>
                    <a:pt x="7" y="0"/>
                  </a:lnTo>
                  <a:lnTo>
                    <a:pt x="41" y="12"/>
                  </a:lnTo>
                  <a:lnTo>
                    <a:pt x="33" y="34"/>
                  </a:lnTo>
                  <a:close/>
                  <a:moveTo>
                    <a:pt x="5" y="20"/>
                  </a:moveTo>
                  <a:lnTo>
                    <a:pt x="29" y="29"/>
                  </a:lnTo>
                  <a:lnTo>
                    <a:pt x="34" y="13"/>
                  </a:lnTo>
                  <a:lnTo>
                    <a:pt x="10" y="5"/>
                  </a:lnTo>
                  <a:lnTo>
                    <a:pt x="5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任意多边形: 形状 154" descr="5a5fd1e1-f116-43d7-acdc-32c5f8eca187"/>
            <p:cNvSpPr/>
            <p:nvPr/>
          </p:nvSpPr>
          <p:spPr bwMode="auto">
            <a:xfrm>
              <a:off x="7058818" y="3236913"/>
              <a:ext cx="76200" cy="96838"/>
            </a:xfrm>
            <a:custGeom>
              <a:gdLst>
                <a:gd name="T0" fmla="*/ 31 w 48"/>
                <a:gd name="T1" fmla="*/ 61 h 61"/>
                <a:gd name="T2" fmla="*/ 0 w 48"/>
                <a:gd name="T3" fmla="*/ 51 h 61"/>
                <a:gd name="T4" fmla="*/ 17 w 48"/>
                <a:gd name="T5" fmla="*/ 0 h 61"/>
                <a:gd name="T6" fmla="*/ 48 w 48"/>
                <a:gd name="T7" fmla="*/ 12 h 61"/>
                <a:gd name="T8" fmla="*/ 31 w 48"/>
                <a:gd name="T9" fmla="*/ 61 h 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61">
                  <a:moveTo>
                    <a:pt x="31" y="61"/>
                  </a:moveTo>
                  <a:lnTo>
                    <a:pt x="0" y="51"/>
                  </a:lnTo>
                  <a:lnTo>
                    <a:pt x="17" y="0"/>
                  </a:lnTo>
                  <a:lnTo>
                    <a:pt x="48" y="12"/>
                  </a:lnTo>
                  <a:lnTo>
                    <a:pt x="31" y="61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任意多边形: 形状 155" descr="74ee3520-0e00-4e29-8807-c7c03ce01586"/>
            <p:cNvSpPr/>
            <p:nvPr/>
          </p:nvSpPr>
          <p:spPr bwMode="auto">
            <a:xfrm>
              <a:off x="7046118" y="3244851"/>
              <a:ext cx="84138" cy="149225"/>
            </a:xfrm>
            <a:custGeom>
              <a:gdLst>
                <a:gd name="T0" fmla="*/ 25 w 53"/>
                <a:gd name="T1" fmla="*/ 86 h 94"/>
                <a:gd name="T2" fmla="*/ 8 w 53"/>
                <a:gd name="T3" fmla="*/ 94 h 94"/>
                <a:gd name="T4" fmla="*/ 0 w 53"/>
                <a:gd name="T5" fmla="*/ 77 h 94"/>
                <a:gd name="T6" fmla="*/ 27 w 53"/>
                <a:gd name="T7" fmla="*/ 0 h 94"/>
                <a:gd name="T8" fmla="*/ 53 w 53"/>
                <a:gd name="T9" fmla="*/ 8 h 94"/>
                <a:gd name="T10" fmla="*/ 25 w 53"/>
                <a:gd name="T11" fmla="*/ 86 h 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94">
                  <a:moveTo>
                    <a:pt x="25" y="86"/>
                  </a:moveTo>
                  <a:lnTo>
                    <a:pt x="8" y="94"/>
                  </a:lnTo>
                  <a:lnTo>
                    <a:pt x="0" y="77"/>
                  </a:lnTo>
                  <a:lnTo>
                    <a:pt x="27" y="0"/>
                  </a:lnTo>
                  <a:lnTo>
                    <a:pt x="53" y="8"/>
                  </a:lnTo>
                  <a:lnTo>
                    <a:pt x="25" y="86"/>
                  </a:ln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任意多边形: 形状 156" descr="27e45dfe-bbb8-410d-b68b-a0187014484e"/>
            <p:cNvSpPr>
              <a:spLocks noEditPoints="1"/>
            </p:cNvSpPr>
            <p:nvPr/>
          </p:nvSpPr>
          <p:spPr bwMode="auto">
            <a:xfrm>
              <a:off x="7047706" y="3305176"/>
              <a:ext cx="66675" cy="53975"/>
            </a:xfrm>
            <a:custGeom>
              <a:gdLst>
                <a:gd name="T0" fmla="*/ 33 w 42"/>
                <a:gd name="T1" fmla="*/ 34 h 34"/>
                <a:gd name="T2" fmla="*/ 0 w 42"/>
                <a:gd name="T3" fmla="*/ 24 h 34"/>
                <a:gd name="T4" fmla="*/ 7 w 42"/>
                <a:gd name="T5" fmla="*/ 0 h 34"/>
                <a:gd name="T6" fmla="*/ 42 w 42"/>
                <a:gd name="T7" fmla="*/ 12 h 34"/>
                <a:gd name="T8" fmla="*/ 33 w 42"/>
                <a:gd name="T9" fmla="*/ 34 h 34"/>
                <a:gd name="T10" fmla="*/ 6 w 42"/>
                <a:gd name="T11" fmla="*/ 20 h 34"/>
                <a:gd name="T12" fmla="*/ 31 w 42"/>
                <a:gd name="T13" fmla="*/ 29 h 34"/>
                <a:gd name="T14" fmla="*/ 36 w 42"/>
                <a:gd name="T15" fmla="*/ 15 h 34"/>
                <a:gd name="T16" fmla="*/ 11 w 42"/>
                <a:gd name="T17" fmla="*/ 6 h 34"/>
                <a:gd name="T18" fmla="*/ 6 w 42"/>
                <a:gd name="T19" fmla="*/ 20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34">
                  <a:moveTo>
                    <a:pt x="33" y="34"/>
                  </a:moveTo>
                  <a:lnTo>
                    <a:pt x="0" y="24"/>
                  </a:lnTo>
                  <a:lnTo>
                    <a:pt x="7" y="0"/>
                  </a:lnTo>
                  <a:lnTo>
                    <a:pt x="42" y="12"/>
                  </a:lnTo>
                  <a:lnTo>
                    <a:pt x="33" y="34"/>
                  </a:lnTo>
                  <a:close/>
                  <a:moveTo>
                    <a:pt x="6" y="20"/>
                  </a:moveTo>
                  <a:lnTo>
                    <a:pt x="31" y="29"/>
                  </a:lnTo>
                  <a:lnTo>
                    <a:pt x="36" y="15"/>
                  </a:lnTo>
                  <a:lnTo>
                    <a:pt x="11" y="6"/>
                  </a:lnTo>
                  <a:lnTo>
                    <a:pt x="6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任意多边形: 形状 157" descr="15c8f12a-dae3-4614-bbcf-071fdc3beb63"/>
            <p:cNvSpPr/>
            <p:nvPr/>
          </p:nvSpPr>
          <p:spPr bwMode="auto">
            <a:xfrm>
              <a:off x="7173118" y="3114676"/>
              <a:ext cx="22225" cy="31750"/>
            </a:xfrm>
            <a:custGeom>
              <a:gdLst>
                <a:gd name="T0" fmla="*/ 8 w 8"/>
                <a:gd name="T1" fmla="*/ 1 h 12"/>
                <a:gd name="T2" fmla="*/ 8 w 8"/>
                <a:gd name="T3" fmla="*/ 1 h 12"/>
                <a:gd name="T4" fmla="*/ 2 w 8"/>
                <a:gd name="T5" fmla="*/ 3 h 12"/>
                <a:gd name="T6" fmla="*/ 0 w 8"/>
                <a:gd name="T7" fmla="*/ 11 h 12"/>
                <a:gd name="T8" fmla="*/ 4 w 8"/>
                <a:gd name="T9" fmla="*/ 12 h 12"/>
                <a:gd name="T10" fmla="*/ 8 w 8"/>
                <a:gd name="T11" fmla="*/ 1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2">
                  <a:moveTo>
                    <a:pt x="8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6" y="0"/>
                    <a:pt x="3" y="1"/>
                    <a:pt x="2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2"/>
                    <a:pt x="4" y="12"/>
                    <a:pt x="4" y="1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任意多边形: 形状 158" descr="8d92204b-4961-408f-ae1b-ba241cef25b3"/>
            <p:cNvSpPr/>
            <p:nvPr/>
          </p:nvSpPr>
          <p:spPr bwMode="auto">
            <a:xfrm>
              <a:off x="7287418" y="3152776"/>
              <a:ext cx="22225" cy="34925"/>
            </a:xfrm>
            <a:custGeom>
              <a:gdLst>
                <a:gd name="T0" fmla="*/ 4 w 8"/>
                <a:gd name="T1" fmla="*/ 0 h 13"/>
                <a:gd name="T2" fmla="*/ 4 w 8"/>
                <a:gd name="T3" fmla="*/ 0 h 13"/>
                <a:gd name="T4" fmla="*/ 8 w 8"/>
                <a:gd name="T5" fmla="*/ 6 h 13"/>
                <a:gd name="T6" fmla="*/ 5 w 8"/>
                <a:gd name="T7" fmla="*/ 13 h 13"/>
                <a:gd name="T8" fmla="*/ 0 w 8"/>
                <a:gd name="T9" fmla="*/ 11 h 13"/>
                <a:gd name="T10" fmla="*/ 4 w 8"/>
                <a:gd name="T11" fmla="*/ 0 h 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3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7" y="1"/>
                    <a:pt x="8" y="4"/>
                    <a:pt x="8" y="6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任意多边形: 形状 159" descr="fecb5b12-7918-46bd-9c97-7ffcb530aabe"/>
            <p:cNvSpPr/>
            <p:nvPr/>
          </p:nvSpPr>
          <p:spPr bwMode="auto">
            <a:xfrm>
              <a:off x="7190581" y="3114676"/>
              <a:ext cx="107950" cy="58738"/>
            </a:xfrm>
            <a:custGeom>
              <a:gdLst>
                <a:gd name="T0" fmla="*/ 37 w 40"/>
                <a:gd name="T1" fmla="*/ 22 h 22"/>
                <a:gd name="T2" fmla="*/ 20 w 40"/>
                <a:gd name="T3" fmla="*/ 12 h 22"/>
                <a:gd name="T4" fmla="*/ 0 w 40"/>
                <a:gd name="T5" fmla="*/ 9 h 22"/>
                <a:gd name="T6" fmla="*/ 2 w 40"/>
                <a:gd name="T7" fmla="*/ 1 h 22"/>
                <a:gd name="T8" fmla="*/ 22 w 40"/>
                <a:gd name="T9" fmla="*/ 5 h 22"/>
                <a:gd name="T10" fmla="*/ 40 w 40"/>
                <a:gd name="T11" fmla="*/ 14 h 22"/>
                <a:gd name="T12" fmla="*/ 37 w 40"/>
                <a:gd name="T13" fmla="*/ 22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22">
                  <a:moveTo>
                    <a:pt x="37" y="22"/>
                  </a:moveTo>
                  <a:cubicBezTo>
                    <a:pt x="37" y="22"/>
                    <a:pt x="33" y="17"/>
                    <a:pt x="20" y="12"/>
                  </a:cubicBezTo>
                  <a:cubicBezTo>
                    <a:pt x="6" y="8"/>
                    <a:pt x="0" y="9"/>
                    <a:pt x="0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9" y="0"/>
                    <a:pt x="22" y="5"/>
                  </a:cubicBezTo>
                  <a:cubicBezTo>
                    <a:pt x="36" y="9"/>
                    <a:pt x="40" y="14"/>
                    <a:pt x="40" y="14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rgbClr val="47403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任意多边形: 形状 160" descr="6460412c-8a9f-429a-81b3-3e0a6b06fd1b"/>
            <p:cNvSpPr/>
            <p:nvPr/>
          </p:nvSpPr>
          <p:spPr bwMode="auto">
            <a:xfrm>
              <a:off x="7236618" y="3195638"/>
              <a:ext cx="314325" cy="223838"/>
            </a:xfrm>
            <a:custGeom>
              <a:gdLst>
                <a:gd name="T0" fmla="*/ 98 w 116"/>
                <a:gd name="T1" fmla="*/ 82 h 82"/>
                <a:gd name="T2" fmla="*/ 1 w 116"/>
                <a:gd name="T3" fmla="*/ 48 h 82"/>
                <a:gd name="T4" fmla="*/ 0 w 116"/>
                <a:gd name="T5" fmla="*/ 46 h 82"/>
                <a:gd name="T6" fmla="*/ 16 w 116"/>
                <a:gd name="T7" fmla="*/ 2 h 82"/>
                <a:gd name="T8" fmla="*/ 17 w 116"/>
                <a:gd name="T9" fmla="*/ 1 h 82"/>
                <a:gd name="T10" fmla="*/ 115 w 116"/>
                <a:gd name="T11" fmla="*/ 34 h 82"/>
                <a:gd name="T12" fmla="*/ 115 w 116"/>
                <a:gd name="T13" fmla="*/ 36 h 82"/>
                <a:gd name="T14" fmla="*/ 100 w 116"/>
                <a:gd name="T15" fmla="*/ 81 h 82"/>
                <a:gd name="T16" fmla="*/ 98 w 116"/>
                <a:gd name="T17" fmla="*/ 82 h 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82">
                  <a:moveTo>
                    <a:pt x="98" y="82"/>
                  </a:moveTo>
                  <a:cubicBezTo>
                    <a:pt x="1" y="48"/>
                    <a:pt x="1" y="48"/>
                    <a:pt x="1" y="48"/>
                  </a:cubicBezTo>
                  <a:cubicBezTo>
                    <a:pt x="0" y="48"/>
                    <a:pt x="0" y="47"/>
                    <a:pt x="0" y="4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7" y="0"/>
                    <a:pt x="17" y="1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5"/>
                    <a:pt x="116" y="35"/>
                    <a:pt x="115" y="36"/>
                  </a:cubicBezTo>
                  <a:cubicBezTo>
                    <a:pt x="100" y="81"/>
                    <a:pt x="100" y="81"/>
                    <a:pt x="100" y="81"/>
                  </a:cubicBezTo>
                  <a:cubicBezTo>
                    <a:pt x="100" y="82"/>
                    <a:pt x="99" y="82"/>
                    <a:pt x="98" y="82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任意多边形: 形状 161" descr="56b8104b-be74-46c0-9eed-808a7c7d4a0a"/>
            <p:cNvSpPr/>
            <p:nvPr/>
          </p:nvSpPr>
          <p:spPr bwMode="auto">
            <a:xfrm>
              <a:off x="7255668" y="3214688"/>
              <a:ext cx="274638" cy="185738"/>
            </a:xfrm>
            <a:custGeom>
              <a:gdLst>
                <a:gd name="T0" fmla="*/ 85 w 101"/>
                <a:gd name="T1" fmla="*/ 66 h 68"/>
                <a:gd name="T2" fmla="*/ 84 w 101"/>
                <a:gd name="T3" fmla="*/ 66 h 68"/>
                <a:gd name="T4" fmla="*/ 81 w 101"/>
                <a:gd name="T5" fmla="*/ 68 h 68"/>
                <a:gd name="T6" fmla="*/ 5 w 101"/>
                <a:gd name="T7" fmla="*/ 41 h 68"/>
                <a:gd name="T8" fmla="*/ 3 w 101"/>
                <a:gd name="T9" fmla="*/ 38 h 68"/>
                <a:gd name="T10" fmla="*/ 3 w 101"/>
                <a:gd name="T11" fmla="*/ 38 h 68"/>
                <a:gd name="T12" fmla="*/ 2 w 101"/>
                <a:gd name="T13" fmla="*/ 35 h 68"/>
                <a:gd name="T14" fmla="*/ 2 w 101"/>
                <a:gd name="T15" fmla="*/ 35 h 68"/>
                <a:gd name="T16" fmla="*/ 1 w 101"/>
                <a:gd name="T17" fmla="*/ 31 h 68"/>
                <a:gd name="T18" fmla="*/ 10 w 101"/>
                <a:gd name="T19" fmla="*/ 5 h 68"/>
                <a:gd name="T20" fmla="*/ 13 w 101"/>
                <a:gd name="T21" fmla="*/ 4 h 68"/>
                <a:gd name="T22" fmla="*/ 13 w 101"/>
                <a:gd name="T23" fmla="*/ 4 h 68"/>
                <a:gd name="T24" fmla="*/ 16 w 101"/>
                <a:gd name="T25" fmla="*/ 2 h 68"/>
                <a:gd name="T26" fmla="*/ 16 w 101"/>
                <a:gd name="T27" fmla="*/ 2 h 68"/>
                <a:gd name="T28" fmla="*/ 19 w 101"/>
                <a:gd name="T29" fmla="*/ 0 h 68"/>
                <a:gd name="T30" fmla="*/ 96 w 101"/>
                <a:gd name="T31" fmla="*/ 27 h 68"/>
                <a:gd name="T32" fmla="*/ 97 w 101"/>
                <a:gd name="T33" fmla="*/ 30 h 68"/>
                <a:gd name="T34" fmla="*/ 97 w 101"/>
                <a:gd name="T35" fmla="*/ 30 h 68"/>
                <a:gd name="T36" fmla="*/ 98 w 101"/>
                <a:gd name="T37" fmla="*/ 33 h 68"/>
                <a:gd name="T38" fmla="*/ 99 w 101"/>
                <a:gd name="T39" fmla="*/ 34 h 68"/>
                <a:gd name="T40" fmla="*/ 101 w 101"/>
                <a:gd name="T41" fmla="*/ 37 h 68"/>
                <a:gd name="T42" fmla="*/ 92 w 101"/>
                <a:gd name="T43" fmla="*/ 63 h 68"/>
                <a:gd name="T44" fmla="*/ 89 w 101"/>
                <a:gd name="T45" fmla="*/ 65 h 68"/>
                <a:gd name="T46" fmla="*/ 88 w 101"/>
                <a:gd name="T47" fmla="*/ 64 h 68"/>
                <a:gd name="T48" fmla="*/ 85 w 101"/>
                <a:gd name="T49" fmla="*/ 66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0" h="68">
                  <a:moveTo>
                    <a:pt x="85" y="66"/>
                  </a:moveTo>
                  <a:cubicBezTo>
                    <a:pt x="84" y="66"/>
                    <a:pt x="84" y="66"/>
                    <a:pt x="84" y="66"/>
                  </a:cubicBezTo>
                  <a:cubicBezTo>
                    <a:pt x="84" y="68"/>
                    <a:pt x="83" y="68"/>
                    <a:pt x="81" y="68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3" y="41"/>
                    <a:pt x="3" y="39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4" y="36"/>
                    <a:pt x="3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1" y="34"/>
                    <a:pt x="0" y="33"/>
                    <a:pt x="1" y="31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4"/>
                    <a:pt x="11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4"/>
                    <a:pt x="15" y="3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0"/>
                    <a:pt x="18" y="0"/>
                    <a:pt x="19" y="0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7" y="27"/>
                    <a:pt x="97" y="29"/>
                    <a:pt x="97" y="30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6" y="32"/>
                    <a:pt x="97" y="33"/>
                    <a:pt x="98" y="33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6"/>
                    <a:pt x="101" y="37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1" y="64"/>
                    <a:pt x="90" y="65"/>
                    <a:pt x="89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6" y="64"/>
                    <a:pt x="85" y="65"/>
                    <a:pt x="85" y="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任意多边形: 形状 162" descr="cc7ba322-b5e3-4498-800e-166f28c23965"/>
            <p:cNvSpPr/>
            <p:nvPr/>
          </p:nvSpPr>
          <p:spPr bwMode="auto">
            <a:xfrm>
              <a:off x="7352506" y="3260726"/>
              <a:ext cx="79375" cy="92075"/>
            </a:xfrm>
            <a:custGeom>
              <a:gdLst>
                <a:gd name="T0" fmla="*/ 26 w 29"/>
                <a:gd name="T1" fmla="*/ 21 h 34"/>
                <a:gd name="T2" fmla="*/ 10 w 29"/>
                <a:gd name="T3" fmla="*/ 32 h 34"/>
                <a:gd name="T4" fmla="*/ 3 w 29"/>
                <a:gd name="T5" fmla="*/ 13 h 34"/>
                <a:gd name="T6" fmla="*/ 20 w 29"/>
                <a:gd name="T7" fmla="*/ 2 h 34"/>
                <a:gd name="T8" fmla="*/ 26 w 29"/>
                <a:gd name="T9" fmla="*/ 21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26" y="21"/>
                  </a:moveTo>
                  <a:cubicBezTo>
                    <a:pt x="23" y="30"/>
                    <a:pt x="16" y="34"/>
                    <a:pt x="10" y="32"/>
                  </a:cubicBezTo>
                  <a:cubicBezTo>
                    <a:pt x="3" y="30"/>
                    <a:pt x="0" y="22"/>
                    <a:pt x="3" y="13"/>
                  </a:cubicBezTo>
                  <a:cubicBezTo>
                    <a:pt x="6" y="5"/>
                    <a:pt x="14" y="0"/>
                    <a:pt x="20" y="2"/>
                  </a:cubicBezTo>
                  <a:cubicBezTo>
                    <a:pt x="26" y="5"/>
                    <a:pt x="29" y="13"/>
                    <a:pt x="26" y="21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任意多边形: 形状 163" descr="55600bf2-8b86-4542-98ac-1c6c2d11a42b"/>
            <p:cNvSpPr/>
            <p:nvPr/>
          </p:nvSpPr>
          <p:spPr bwMode="auto">
            <a:xfrm>
              <a:off x="7301706" y="3267076"/>
              <a:ext cx="30163" cy="28575"/>
            </a:xfrm>
            <a:custGeom>
              <a:gdLst>
                <a:gd name="T0" fmla="*/ 1 w 11"/>
                <a:gd name="T1" fmla="*/ 4 h 11"/>
                <a:gd name="T2" fmla="*/ 7 w 11"/>
                <a:gd name="T3" fmla="*/ 1 h 11"/>
                <a:gd name="T4" fmla="*/ 10 w 11"/>
                <a:gd name="T5" fmla="*/ 7 h 11"/>
                <a:gd name="T6" fmla="*/ 4 w 11"/>
                <a:gd name="T7" fmla="*/ 10 h 11"/>
                <a:gd name="T8" fmla="*/ 1 w 11"/>
                <a:gd name="T9" fmla="*/ 4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" y="4"/>
                  </a:move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10" y="7"/>
                  </a:cubicBezTo>
                  <a:cubicBezTo>
                    <a:pt x="10" y="10"/>
                    <a:pt x="7" y="11"/>
                    <a:pt x="4" y="10"/>
                  </a:cubicBezTo>
                  <a:cubicBezTo>
                    <a:pt x="1" y="9"/>
                    <a:pt x="0" y="7"/>
                    <a:pt x="1" y="4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任意多边形: 形状 164" descr="6fa3bf3a-ac1a-4e3a-bdf3-e817d67ff470"/>
            <p:cNvSpPr/>
            <p:nvPr/>
          </p:nvSpPr>
          <p:spPr bwMode="auto">
            <a:xfrm>
              <a:off x="7454106" y="3317876"/>
              <a:ext cx="30163" cy="33338"/>
            </a:xfrm>
            <a:custGeom>
              <a:gdLst>
                <a:gd name="T0" fmla="*/ 1 w 11"/>
                <a:gd name="T1" fmla="*/ 4 h 12"/>
                <a:gd name="T2" fmla="*/ 7 w 11"/>
                <a:gd name="T3" fmla="*/ 1 h 12"/>
                <a:gd name="T4" fmla="*/ 10 w 11"/>
                <a:gd name="T5" fmla="*/ 8 h 12"/>
                <a:gd name="T6" fmla="*/ 4 w 11"/>
                <a:gd name="T7" fmla="*/ 11 h 12"/>
                <a:gd name="T8" fmla="*/ 1 w 11"/>
                <a:gd name="T9" fmla="*/ 4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" y="4"/>
                  </a:moveTo>
                  <a:cubicBezTo>
                    <a:pt x="2" y="2"/>
                    <a:pt x="5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ubicBezTo>
                    <a:pt x="9" y="10"/>
                    <a:pt x="7" y="12"/>
                    <a:pt x="4" y="11"/>
                  </a:cubicBezTo>
                  <a:cubicBezTo>
                    <a:pt x="1" y="10"/>
                    <a:pt x="0" y="7"/>
                    <a:pt x="1" y="4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任意多边形: 形状 165" descr="99528f5a-e4f4-47c4-9df5-4336570975ce"/>
            <p:cNvSpPr/>
            <p:nvPr/>
          </p:nvSpPr>
          <p:spPr bwMode="auto">
            <a:xfrm>
              <a:off x="7333456" y="3333751"/>
              <a:ext cx="79375" cy="79375"/>
            </a:xfrm>
            <a:custGeom>
              <a:gdLst>
                <a:gd name="T0" fmla="*/ 4 w 29"/>
                <a:gd name="T1" fmla="*/ 7 h 29"/>
                <a:gd name="T2" fmla="*/ 22 w 29"/>
                <a:gd name="T3" fmla="*/ 4 h 29"/>
                <a:gd name="T4" fmla="*/ 25 w 29"/>
                <a:gd name="T5" fmla="*/ 22 h 29"/>
                <a:gd name="T6" fmla="*/ 7 w 29"/>
                <a:gd name="T7" fmla="*/ 25 h 29"/>
                <a:gd name="T8" fmla="*/ 4 w 29"/>
                <a:gd name="T9" fmla="*/ 7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4" y="7"/>
                  </a:moveTo>
                  <a:cubicBezTo>
                    <a:pt x="8" y="2"/>
                    <a:pt x="16" y="0"/>
                    <a:pt x="22" y="4"/>
                  </a:cubicBezTo>
                  <a:cubicBezTo>
                    <a:pt x="28" y="8"/>
                    <a:pt x="29" y="16"/>
                    <a:pt x="25" y="22"/>
                  </a:cubicBezTo>
                  <a:cubicBezTo>
                    <a:pt x="21" y="28"/>
                    <a:pt x="13" y="29"/>
                    <a:pt x="7" y="25"/>
                  </a:cubicBezTo>
                  <a:cubicBezTo>
                    <a:pt x="2" y="21"/>
                    <a:pt x="0" y="13"/>
                    <a:pt x="4" y="7"/>
                  </a:cubicBezTo>
                  <a:close/>
                </a:path>
              </a:pathLst>
            </a:custGeom>
            <a:solidFill>
              <a:srgbClr val="6B6B6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任意多边形: 形状 166" descr="a457abf7-6319-409c-a60d-6af950a35908"/>
            <p:cNvSpPr/>
            <p:nvPr/>
          </p:nvSpPr>
          <p:spPr bwMode="auto">
            <a:xfrm>
              <a:off x="7339806" y="3340101"/>
              <a:ext cx="68263" cy="68263"/>
            </a:xfrm>
            <a:custGeom>
              <a:gdLst>
                <a:gd name="T0" fmla="*/ 4 w 25"/>
                <a:gd name="T1" fmla="*/ 7 h 25"/>
                <a:gd name="T2" fmla="*/ 19 w 25"/>
                <a:gd name="T3" fmla="*/ 4 h 25"/>
                <a:gd name="T4" fmla="*/ 22 w 25"/>
                <a:gd name="T5" fmla="*/ 19 h 25"/>
                <a:gd name="T6" fmla="*/ 7 w 25"/>
                <a:gd name="T7" fmla="*/ 22 h 25"/>
                <a:gd name="T8" fmla="*/ 4 w 25"/>
                <a:gd name="T9" fmla="*/ 7 h 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4" y="7"/>
                  </a:moveTo>
                  <a:cubicBezTo>
                    <a:pt x="7" y="2"/>
                    <a:pt x="14" y="0"/>
                    <a:pt x="19" y="4"/>
                  </a:cubicBezTo>
                  <a:cubicBezTo>
                    <a:pt x="24" y="7"/>
                    <a:pt x="25" y="14"/>
                    <a:pt x="22" y="19"/>
                  </a:cubicBezTo>
                  <a:cubicBezTo>
                    <a:pt x="18" y="24"/>
                    <a:pt x="12" y="25"/>
                    <a:pt x="7" y="22"/>
                  </a:cubicBezTo>
                  <a:cubicBezTo>
                    <a:pt x="2" y="18"/>
                    <a:pt x="0" y="12"/>
                    <a:pt x="4" y="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任意多边形: 形状 167" descr="b9e05105-5c53-4dc8-bed7-ad29bdecd4a5"/>
            <p:cNvSpPr/>
            <p:nvPr/>
          </p:nvSpPr>
          <p:spPr bwMode="auto">
            <a:xfrm>
              <a:off x="7358856" y="3355976"/>
              <a:ext cx="31750" cy="38100"/>
            </a:xfrm>
            <a:custGeom>
              <a:gdLst>
                <a:gd name="T0" fmla="*/ 2 w 12"/>
                <a:gd name="T1" fmla="*/ 8 h 14"/>
                <a:gd name="T2" fmla="*/ 3 w 12"/>
                <a:gd name="T3" fmla="*/ 10 h 14"/>
                <a:gd name="T4" fmla="*/ 5 w 12"/>
                <a:gd name="T5" fmla="*/ 10 h 14"/>
                <a:gd name="T6" fmla="*/ 4 w 12"/>
                <a:gd name="T7" fmla="*/ 3 h 14"/>
                <a:gd name="T8" fmla="*/ 8 w 12"/>
                <a:gd name="T9" fmla="*/ 1 h 14"/>
                <a:gd name="T10" fmla="*/ 10 w 12"/>
                <a:gd name="T11" fmla="*/ 0 h 14"/>
                <a:gd name="T12" fmla="*/ 11 w 12"/>
                <a:gd name="T13" fmla="*/ 1 h 14"/>
                <a:gd name="T14" fmla="*/ 10 w 12"/>
                <a:gd name="T15" fmla="*/ 2 h 14"/>
                <a:gd name="T16" fmla="*/ 12 w 12"/>
                <a:gd name="T17" fmla="*/ 5 h 14"/>
                <a:gd name="T18" fmla="*/ 10 w 12"/>
                <a:gd name="T19" fmla="*/ 6 h 14"/>
                <a:gd name="T20" fmla="*/ 8 w 12"/>
                <a:gd name="T21" fmla="*/ 4 h 14"/>
                <a:gd name="T22" fmla="*/ 6 w 12"/>
                <a:gd name="T23" fmla="*/ 4 h 14"/>
                <a:gd name="T24" fmla="*/ 7 w 12"/>
                <a:gd name="T25" fmla="*/ 11 h 14"/>
                <a:gd name="T26" fmla="*/ 3 w 12"/>
                <a:gd name="T27" fmla="*/ 12 h 14"/>
                <a:gd name="T28" fmla="*/ 2 w 12"/>
                <a:gd name="T29" fmla="*/ 14 h 14"/>
                <a:gd name="T30" fmla="*/ 1 w 12"/>
                <a:gd name="T31" fmla="*/ 13 h 14"/>
                <a:gd name="T32" fmla="*/ 2 w 12"/>
                <a:gd name="T33" fmla="*/ 11 h 14"/>
                <a:gd name="T34" fmla="*/ 0 w 12"/>
                <a:gd name="T35" fmla="*/ 8 h 14"/>
                <a:gd name="T36" fmla="*/ 2 w 12"/>
                <a:gd name="T37" fmla="*/ 8 h 1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4">
                  <a:moveTo>
                    <a:pt x="2" y="8"/>
                  </a:moveTo>
                  <a:cubicBezTo>
                    <a:pt x="2" y="9"/>
                    <a:pt x="3" y="9"/>
                    <a:pt x="3" y="10"/>
                  </a:cubicBezTo>
                  <a:cubicBezTo>
                    <a:pt x="4" y="10"/>
                    <a:pt x="5" y="10"/>
                    <a:pt x="5" y="10"/>
                  </a:cubicBezTo>
                  <a:cubicBezTo>
                    <a:pt x="6" y="8"/>
                    <a:pt x="2" y="6"/>
                    <a:pt x="4" y="3"/>
                  </a:cubicBezTo>
                  <a:cubicBezTo>
                    <a:pt x="5" y="1"/>
                    <a:pt x="7" y="1"/>
                    <a:pt x="8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3"/>
                    <a:pt x="12" y="4"/>
                    <a:pt x="12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9" y="4"/>
                    <a:pt x="8" y="4"/>
                  </a:cubicBezTo>
                  <a:cubicBezTo>
                    <a:pt x="7" y="3"/>
                    <a:pt x="7" y="3"/>
                    <a:pt x="6" y="4"/>
                  </a:cubicBezTo>
                  <a:cubicBezTo>
                    <a:pt x="5" y="6"/>
                    <a:pt x="9" y="8"/>
                    <a:pt x="7" y="11"/>
                  </a:cubicBezTo>
                  <a:cubicBezTo>
                    <a:pt x="6" y="13"/>
                    <a:pt x="5" y="13"/>
                    <a:pt x="3" y="12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0"/>
                    <a:pt x="0" y="10"/>
                    <a:pt x="0" y="8"/>
                  </a:cubicBezTo>
                  <a:lnTo>
                    <a:pt x="2" y="8"/>
                  </a:lnTo>
                  <a:close/>
                </a:path>
              </a:pathLst>
            </a:custGeom>
            <a:solidFill>
              <a:srgbClr val="6B6B6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任意多边形: 形状 168" descr="9d88f442-1c02-410c-b4b9-43facbe6e4c0"/>
            <p:cNvSpPr/>
            <p:nvPr/>
          </p:nvSpPr>
          <p:spPr bwMode="auto">
            <a:xfrm>
              <a:off x="7306468" y="3192463"/>
              <a:ext cx="90488" cy="90488"/>
            </a:xfrm>
            <a:custGeom>
              <a:gdLst>
                <a:gd name="T0" fmla="*/ 31 w 33"/>
                <a:gd name="T1" fmla="*/ 14 h 33"/>
                <a:gd name="T2" fmla="*/ 19 w 33"/>
                <a:gd name="T3" fmla="*/ 32 h 33"/>
                <a:gd name="T4" fmla="*/ 1 w 33"/>
                <a:gd name="T5" fmla="*/ 19 h 33"/>
                <a:gd name="T6" fmla="*/ 14 w 33"/>
                <a:gd name="T7" fmla="*/ 2 h 33"/>
                <a:gd name="T8" fmla="*/ 31 w 33"/>
                <a:gd name="T9" fmla="*/ 14 h 3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3">
                  <a:moveTo>
                    <a:pt x="31" y="14"/>
                  </a:moveTo>
                  <a:cubicBezTo>
                    <a:pt x="33" y="22"/>
                    <a:pt x="27" y="30"/>
                    <a:pt x="19" y="32"/>
                  </a:cubicBezTo>
                  <a:cubicBezTo>
                    <a:pt x="10" y="33"/>
                    <a:pt x="3" y="27"/>
                    <a:pt x="1" y="19"/>
                  </a:cubicBezTo>
                  <a:cubicBezTo>
                    <a:pt x="0" y="11"/>
                    <a:pt x="5" y="3"/>
                    <a:pt x="14" y="2"/>
                  </a:cubicBezTo>
                  <a:cubicBezTo>
                    <a:pt x="22" y="0"/>
                    <a:pt x="30" y="6"/>
                    <a:pt x="31" y="14"/>
                  </a:cubicBezTo>
                  <a:close/>
                </a:path>
              </a:pathLst>
            </a:custGeom>
            <a:solidFill>
              <a:srgbClr val="91713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任意多边形: 形状 169" descr="19e06f01-4ebc-4150-b0f5-b52eb4c4c95a"/>
            <p:cNvSpPr/>
            <p:nvPr/>
          </p:nvSpPr>
          <p:spPr bwMode="auto">
            <a:xfrm>
              <a:off x="7312818" y="3201988"/>
              <a:ext cx="76200" cy="73025"/>
            </a:xfrm>
            <a:custGeom>
              <a:gdLst>
                <a:gd name="T0" fmla="*/ 27 w 28"/>
                <a:gd name="T1" fmla="*/ 11 h 27"/>
                <a:gd name="T2" fmla="*/ 16 w 28"/>
                <a:gd name="T3" fmla="*/ 26 h 27"/>
                <a:gd name="T4" fmla="*/ 2 w 28"/>
                <a:gd name="T5" fmla="*/ 16 h 27"/>
                <a:gd name="T6" fmla="*/ 12 w 28"/>
                <a:gd name="T7" fmla="*/ 1 h 27"/>
                <a:gd name="T8" fmla="*/ 27 w 28"/>
                <a:gd name="T9" fmla="*/ 11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7">
                  <a:moveTo>
                    <a:pt x="27" y="11"/>
                  </a:moveTo>
                  <a:cubicBezTo>
                    <a:pt x="28" y="18"/>
                    <a:pt x="23" y="25"/>
                    <a:pt x="16" y="26"/>
                  </a:cubicBezTo>
                  <a:cubicBezTo>
                    <a:pt x="9" y="27"/>
                    <a:pt x="3" y="23"/>
                    <a:pt x="2" y="16"/>
                  </a:cubicBezTo>
                  <a:cubicBezTo>
                    <a:pt x="0" y="9"/>
                    <a:pt x="5" y="2"/>
                    <a:pt x="12" y="1"/>
                  </a:cubicBezTo>
                  <a:cubicBezTo>
                    <a:pt x="19" y="0"/>
                    <a:pt x="25" y="4"/>
                    <a:pt x="27" y="11"/>
                  </a:cubicBez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任意多边形: 形状 170" descr="55c2f077-6c70-4527-95d4-60f08d6cf408"/>
            <p:cNvSpPr/>
            <p:nvPr/>
          </p:nvSpPr>
          <p:spPr bwMode="auto">
            <a:xfrm>
              <a:off x="7336631" y="3211513"/>
              <a:ext cx="26988" cy="52388"/>
            </a:xfrm>
            <a:custGeom>
              <a:gdLst>
                <a:gd name="T0" fmla="*/ 7 w 10"/>
                <a:gd name="T1" fmla="*/ 6 h 19"/>
                <a:gd name="T2" fmla="*/ 4 w 10"/>
                <a:gd name="T3" fmla="*/ 5 h 19"/>
                <a:gd name="T4" fmla="*/ 3 w 10"/>
                <a:gd name="T5" fmla="*/ 7 h 19"/>
                <a:gd name="T6" fmla="*/ 10 w 10"/>
                <a:gd name="T7" fmla="*/ 12 h 19"/>
                <a:gd name="T8" fmla="*/ 7 w 10"/>
                <a:gd name="T9" fmla="*/ 16 h 19"/>
                <a:gd name="T10" fmla="*/ 8 w 10"/>
                <a:gd name="T11" fmla="*/ 19 h 19"/>
                <a:gd name="T12" fmla="*/ 6 w 10"/>
                <a:gd name="T13" fmla="*/ 19 h 19"/>
                <a:gd name="T14" fmla="*/ 5 w 10"/>
                <a:gd name="T15" fmla="*/ 17 h 19"/>
                <a:gd name="T16" fmla="*/ 1 w 10"/>
                <a:gd name="T17" fmla="*/ 16 h 19"/>
                <a:gd name="T18" fmla="*/ 2 w 10"/>
                <a:gd name="T19" fmla="*/ 14 h 19"/>
                <a:gd name="T20" fmla="*/ 5 w 10"/>
                <a:gd name="T21" fmla="*/ 14 h 19"/>
                <a:gd name="T22" fmla="*/ 7 w 10"/>
                <a:gd name="T23" fmla="*/ 12 h 19"/>
                <a:gd name="T24" fmla="*/ 0 w 10"/>
                <a:gd name="T25" fmla="*/ 7 h 19"/>
                <a:gd name="T26" fmla="*/ 3 w 10"/>
                <a:gd name="T27" fmla="*/ 3 h 19"/>
                <a:gd name="T28" fmla="*/ 2 w 10"/>
                <a:gd name="T29" fmla="*/ 0 h 19"/>
                <a:gd name="T30" fmla="*/ 4 w 10"/>
                <a:gd name="T31" fmla="*/ 0 h 19"/>
                <a:gd name="T32" fmla="*/ 5 w 10"/>
                <a:gd name="T33" fmla="*/ 2 h 19"/>
                <a:gd name="T34" fmla="*/ 8 w 10"/>
                <a:gd name="T35" fmla="*/ 4 h 19"/>
                <a:gd name="T36" fmla="*/ 7 w 10"/>
                <a:gd name="T37" fmla="*/ 6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9">
                  <a:moveTo>
                    <a:pt x="7" y="6"/>
                  </a:moveTo>
                  <a:cubicBezTo>
                    <a:pt x="6" y="5"/>
                    <a:pt x="5" y="5"/>
                    <a:pt x="4" y="5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9"/>
                    <a:pt x="9" y="8"/>
                    <a:pt x="10" y="12"/>
                  </a:cubicBezTo>
                  <a:cubicBezTo>
                    <a:pt x="10" y="14"/>
                    <a:pt x="9" y="16"/>
                    <a:pt x="7" y="16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2" y="17"/>
                    <a:pt x="1" y="1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4"/>
                    <a:pt x="4" y="14"/>
                    <a:pt x="5" y="14"/>
                  </a:cubicBezTo>
                  <a:cubicBezTo>
                    <a:pt x="7" y="14"/>
                    <a:pt x="7" y="13"/>
                    <a:pt x="7" y="12"/>
                  </a:cubicBezTo>
                  <a:cubicBezTo>
                    <a:pt x="7" y="10"/>
                    <a:pt x="1" y="11"/>
                    <a:pt x="0" y="7"/>
                  </a:cubicBezTo>
                  <a:cubicBezTo>
                    <a:pt x="0" y="5"/>
                    <a:pt x="1" y="3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7" y="3"/>
                    <a:pt x="8" y="4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91713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任意多边形: 形状 171" descr="2b16c5cc-206b-47d7-9da7-c3ceb1b42383"/>
            <p:cNvSpPr/>
            <p:nvPr/>
          </p:nvSpPr>
          <p:spPr bwMode="auto">
            <a:xfrm>
              <a:off x="7103268" y="2649538"/>
              <a:ext cx="88900" cy="144463"/>
            </a:xfrm>
            <a:custGeom>
              <a:gdLst>
                <a:gd name="T0" fmla="*/ 43 w 56"/>
                <a:gd name="T1" fmla="*/ 91 h 91"/>
                <a:gd name="T2" fmla="*/ 0 w 56"/>
                <a:gd name="T3" fmla="*/ 84 h 91"/>
                <a:gd name="T4" fmla="*/ 12 w 56"/>
                <a:gd name="T5" fmla="*/ 0 h 91"/>
                <a:gd name="T6" fmla="*/ 56 w 56"/>
                <a:gd name="T7" fmla="*/ 7 h 91"/>
                <a:gd name="T8" fmla="*/ 43 w 56"/>
                <a:gd name="T9" fmla="*/ 91 h 9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91">
                  <a:moveTo>
                    <a:pt x="43" y="91"/>
                  </a:moveTo>
                  <a:lnTo>
                    <a:pt x="0" y="84"/>
                  </a:lnTo>
                  <a:lnTo>
                    <a:pt x="12" y="0"/>
                  </a:lnTo>
                  <a:lnTo>
                    <a:pt x="56" y="7"/>
                  </a:lnTo>
                  <a:lnTo>
                    <a:pt x="43" y="91"/>
                  </a:lnTo>
                  <a:close/>
                </a:path>
              </a:pathLst>
            </a:cu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任意多边形: 形状 172" descr="58c4d7ec-d221-48b6-9c12-172b052b0276"/>
            <p:cNvSpPr/>
            <p:nvPr/>
          </p:nvSpPr>
          <p:spPr bwMode="auto">
            <a:xfrm>
              <a:off x="6931818" y="2722563"/>
              <a:ext cx="381000" cy="223838"/>
            </a:xfrm>
            <a:custGeom>
              <a:gdLst>
                <a:gd name="T0" fmla="*/ 139 w 140"/>
                <a:gd name="T1" fmla="*/ 34 h 82"/>
                <a:gd name="T2" fmla="*/ 93 w 140"/>
                <a:gd name="T3" fmla="*/ 6 h 82"/>
                <a:gd name="T4" fmla="*/ 76 w 140"/>
                <a:gd name="T5" fmla="*/ 23 h 82"/>
                <a:gd name="T6" fmla="*/ 64 w 140"/>
                <a:gd name="T7" fmla="*/ 1 h 82"/>
                <a:gd name="T8" fmla="*/ 11 w 140"/>
                <a:gd name="T9" fmla="*/ 13 h 82"/>
                <a:gd name="T10" fmla="*/ 0 w 140"/>
                <a:gd name="T11" fmla="*/ 59 h 82"/>
                <a:gd name="T12" fmla="*/ 136 w 140"/>
                <a:gd name="T13" fmla="*/ 82 h 82"/>
                <a:gd name="T14" fmla="*/ 139 w 140"/>
                <a:gd name="T15" fmla="*/ 34 h 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82">
                  <a:moveTo>
                    <a:pt x="139" y="34"/>
                  </a:moveTo>
                  <a:cubicBezTo>
                    <a:pt x="140" y="23"/>
                    <a:pt x="94" y="5"/>
                    <a:pt x="93" y="6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4" y="0"/>
                    <a:pt x="14" y="2"/>
                    <a:pt x="11" y="1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36" y="82"/>
                    <a:pt x="136" y="82"/>
                    <a:pt x="136" y="82"/>
                  </a:cubicBezTo>
                  <a:lnTo>
                    <a:pt x="139" y="3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任意多边形: 形状 173" descr="1b2c2ca9-11ba-4295-8b4b-6afb9e11a439"/>
            <p:cNvSpPr/>
            <p:nvPr/>
          </p:nvSpPr>
          <p:spPr bwMode="auto">
            <a:xfrm>
              <a:off x="7061993" y="2703513"/>
              <a:ext cx="76200" cy="80963"/>
            </a:xfrm>
            <a:custGeom>
              <a:gdLst>
                <a:gd name="T0" fmla="*/ 31 w 48"/>
                <a:gd name="T1" fmla="*/ 17 h 51"/>
                <a:gd name="T2" fmla="*/ 48 w 48"/>
                <a:gd name="T3" fmla="*/ 51 h 51"/>
                <a:gd name="T4" fmla="*/ 0 w 48"/>
                <a:gd name="T5" fmla="*/ 7 h 51"/>
                <a:gd name="T6" fmla="*/ 33 w 48"/>
                <a:gd name="T7" fmla="*/ 0 h 51"/>
                <a:gd name="T8" fmla="*/ 31 w 48"/>
                <a:gd name="T9" fmla="*/ 17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51">
                  <a:moveTo>
                    <a:pt x="31" y="17"/>
                  </a:moveTo>
                  <a:lnTo>
                    <a:pt x="48" y="51"/>
                  </a:lnTo>
                  <a:lnTo>
                    <a:pt x="0" y="7"/>
                  </a:lnTo>
                  <a:lnTo>
                    <a:pt x="33" y="0"/>
                  </a:lnTo>
                  <a:lnTo>
                    <a:pt x="31" y="17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任意多边形: 形状 174" descr="4fcec5c8-abe4-4312-b443-7c61130f2f44"/>
            <p:cNvSpPr/>
            <p:nvPr/>
          </p:nvSpPr>
          <p:spPr bwMode="auto">
            <a:xfrm>
              <a:off x="7138193" y="2714626"/>
              <a:ext cx="92075" cy="69850"/>
            </a:xfrm>
            <a:custGeom>
              <a:gdLst>
                <a:gd name="T0" fmla="*/ 26 w 58"/>
                <a:gd name="T1" fmla="*/ 19 h 44"/>
                <a:gd name="T2" fmla="*/ 0 w 58"/>
                <a:gd name="T3" fmla="*/ 44 h 44"/>
                <a:gd name="T4" fmla="*/ 58 w 58"/>
                <a:gd name="T5" fmla="*/ 17 h 44"/>
                <a:gd name="T6" fmla="*/ 29 w 58"/>
                <a:gd name="T7" fmla="*/ 0 h 44"/>
                <a:gd name="T8" fmla="*/ 26 w 58"/>
                <a:gd name="T9" fmla="*/ 19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44">
                  <a:moveTo>
                    <a:pt x="26" y="19"/>
                  </a:moveTo>
                  <a:lnTo>
                    <a:pt x="0" y="44"/>
                  </a:lnTo>
                  <a:lnTo>
                    <a:pt x="58" y="17"/>
                  </a:lnTo>
                  <a:lnTo>
                    <a:pt x="29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任意多边形: 形状 175" descr="eb0d23dc-9dc8-4604-8155-d7628fa52ab2"/>
            <p:cNvSpPr/>
            <p:nvPr/>
          </p:nvSpPr>
          <p:spPr bwMode="auto">
            <a:xfrm>
              <a:off x="7058818" y="2508251"/>
              <a:ext cx="231775" cy="176213"/>
            </a:xfrm>
            <a:custGeom>
              <a:gdLst>
                <a:gd name="T0" fmla="*/ 7 w 85"/>
                <a:gd name="T1" fmla="*/ 8 h 65"/>
                <a:gd name="T2" fmla="*/ 15 w 85"/>
                <a:gd name="T3" fmla="*/ 57 h 65"/>
                <a:gd name="T4" fmla="*/ 55 w 85"/>
                <a:gd name="T5" fmla="*/ 64 h 65"/>
                <a:gd name="T6" fmla="*/ 79 w 85"/>
                <a:gd name="T7" fmla="*/ 20 h 65"/>
                <a:gd name="T8" fmla="*/ 48 w 85"/>
                <a:gd name="T9" fmla="*/ 0 h 65"/>
                <a:gd name="T10" fmla="*/ 7 w 85"/>
                <a:gd name="T11" fmla="*/ 8 h 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65">
                  <a:moveTo>
                    <a:pt x="7" y="8"/>
                  </a:moveTo>
                  <a:cubicBezTo>
                    <a:pt x="0" y="18"/>
                    <a:pt x="6" y="56"/>
                    <a:pt x="15" y="57"/>
                  </a:cubicBezTo>
                  <a:cubicBezTo>
                    <a:pt x="23" y="59"/>
                    <a:pt x="47" y="62"/>
                    <a:pt x="55" y="64"/>
                  </a:cubicBezTo>
                  <a:cubicBezTo>
                    <a:pt x="64" y="65"/>
                    <a:pt x="85" y="29"/>
                    <a:pt x="79" y="20"/>
                  </a:cubicBezTo>
                  <a:cubicBezTo>
                    <a:pt x="70" y="12"/>
                    <a:pt x="48" y="0"/>
                    <a:pt x="48" y="0"/>
                  </a:cubicBezTo>
                  <a:cubicBezTo>
                    <a:pt x="48" y="0"/>
                    <a:pt x="15" y="3"/>
                    <a:pt x="7" y="8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任意多边形: 形状 176" descr="427f1b1b-8486-44f8-a0e5-707cb70580f0"/>
            <p:cNvSpPr/>
            <p:nvPr/>
          </p:nvSpPr>
          <p:spPr bwMode="auto">
            <a:xfrm>
              <a:off x="7054056" y="2532063"/>
              <a:ext cx="41275" cy="57150"/>
            </a:xfrm>
            <a:custGeom>
              <a:gdLst>
                <a:gd name="T0" fmla="*/ 10 w 15"/>
                <a:gd name="T1" fmla="*/ 21 h 21"/>
                <a:gd name="T2" fmla="*/ 0 w 15"/>
                <a:gd name="T3" fmla="*/ 11 h 21"/>
                <a:gd name="T4" fmla="*/ 9 w 15"/>
                <a:gd name="T5" fmla="*/ 1 h 21"/>
                <a:gd name="T6" fmla="*/ 10 w 15"/>
                <a:gd name="T7" fmla="*/ 21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21">
                  <a:moveTo>
                    <a:pt x="10" y="21"/>
                  </a:moveTo>
                  <a:cubicBezTo>
                    <a:pt x="5" y="21"/>
                    <a:pt x="1" y="17"/>
                    <a:pt x="0" y="11"/>
                  </a:cubicBez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5" y="21"/>
                    <a:pt x="10" y="2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任意多边形: 形状 177" descr="5fa09b12-05cb-4674-ac50-578b4bb75baa"/>
            <p:cNvSpPr/>
            <p:nvPr/>
          </p:nvSpPr>
          <p:spPr bwMode="auto">
            <a:xfrm>
              <a:off x="7236618" y="2559051"/>
              <a:ext cx="50800" cy="63500"/>
            </a:xfrm>
            <a:custGeom>
              <a:gdLst>
                <a:gd name="T0" fmla="*/ 5 w 19"/>
                <a:gd name="T1" fmla="*/ 21 h 23"/>
                <a:gd name="T2" fmla="*/ 17 w 19"/>
                <a:gd name="T3" fmla="*/ 15 h 23"/>
                <a:gd name="T4" fmla="*/ 12 w 19"/>
                <a:gd name="T5" fmla="*/ 2 h 23"/>
                <a:gd name="T6" fmla="*/ 5 w 19"/>
                <a:gd name="T7" fmla="*/ 21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5" y="21"/>
                  </a:moveTo>
                  <a:cubicBezTo>
                    <a:pt x="10" y="23"/>
                    <a:pt x="15" y="20"/>
                    <a:pt x="17" y="15"/>
                  </a:cubicBezTo>
                  <a:cubicBezTo>
                    <a:pt x="19" y="10"/>
                    <a:pt x="17" y="4"/>
                    <a:pt x="12" y="2"/>
                  </a:cubicBezTo>
                  <a:cubicBezTo>
                    <a:pt x="8" y="0"/>
                    <a:pt x="0" y="19"/>
                    <a:pt x="5" y="2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任意多边形: 形状 178" descr="e983c5fe-38bc-4f91-857c-23ec32bbeab4"/>
            <p:cNvSpPr/>
            <p:nvPr/>
          </p:nvSpPr>
          <p:spPr bwMode="auto">
            <a:xfrm>
              <a:off x="7047706" y="2439988"/>
              <a:ext cx="228600" cy="277813"/>
            </a:xfrm>
            <a:custGeom>
              <a:gdLst>
                <a:gd name="T0" fmla="*/ 37 w 84"/>
                <a:gd name="T1" fmla="*/ 96 h 102"/>
                <a:gd name="T2" fmla="*/ 82 w 84"/>
                <a:gd name="T3" fmla="*/ 33 h 102"/>
                <a:gd name="T4" fmla="*/ 53 w 84"/>
                <a:gd name="T5" fmla="*/ 5 h 102"/>
                <a:gd name="T6" fmla="*/ 16 w 84"/>
                <a:gd name="T7" fmla="*/ 22 h 102"/>
                <a:gd name="T8" fmla="*/ 37 w 84"/>
                <a:gd name="T9" fmla="*/ 96 h 10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02">
                  <a:moveTo>
                    <a:pt x="37" y="96"/>
                  </a:moveTo>
                  <a:cubicBezTo>
                    <a:pt x="75" y="102"/>
                    <a:pt x="82" y="33"/>
                    <a:pt x="82" y="33"/>
                  </a:cubicBezTo>
                  <a:cubicBezTo>
                    <a:pt x="82" y="33"/>
                    <a:pt x="84" y="10"/>
                    <a:pt x="53" y="5"/>
                  </a:cubicBezTo>
                  <a:cubicBezTo>
                    <a:pt x="26" y="0"/>
                    <a:pt x="16" y="22"/>
                    <a:pt x="16" y="22"/>
                  </a:cubicBezTo>
                  <a:cubicBezTo>
                    <a:pt x="16" y="22"/>
                    <a:pt x="0" y="90"/>
                    <a:pt x="37" y="9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任意多边形: 形状 179" descr="7492424d-eeee-4da8-9740-9a6e7dc602c8"/>
            <p:cNvSpPr/>
            <p:nvPr/>
          </p:nvSpPr>
          <p:spPr bwMode="auto">
            <a:xfrm>
              <a:off x="7065168" y="2401888"/>
              <a:ext cx="260350" cy="184150"/>
            </a:xfrm>
            <a:custGeom>
              <a:gdLst>
                <a:gd name="T0" fmla="*/ 3 w 96"/>
                <a:gd name="T1" fmla="*/ 49 h 68"/>
                <a:gd name="T2" fmla="*/ 9 w 96"/>
                <a:gd name="T3" fmla="*/ 56 h 68"/>
                <a:gd name="T4" fmla="*/ 14 w 96"/>
                <a:gd name="T5" fmla="*/ 32 h 68"/>
                <a:gd name="T6" fmla="*/ 61 w 96"/>
                <a:gd name="T7" fmla="*/ 32 h 68"/>
                <a:gd name="T8" fmla="*/ 72 w 96"/>
                <a:gd name="T9" fmla="*/ 41 h 68"/>
                <a:gd name="T10" fmla="*/ 71 w 96"/>
                <a:gd name="T11" fmla="*/ 67 h 68"/>
                <a:gd name="T12" fmla="*/ 78 w 96"/>
                <a:gd name="T13" fmla="*/ 62 h 68"/>
                <a:gd name="T14" fmla="*/ 48 w 96"/>
                <a:gd name="T15" fmla="*/ 8 h 68"/>
                <a:gd name="T16" fmla="*/ 3 w 96"/>
                <a:gd name="T17" fmla="*/ 49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" h="68">
                  <a:moveTo>
                    <a:pt x="3" y="49"/>
                  </a:moveTo>
                  <a:cubicBezTo>
                    <a:pt x="6" y="49"/>
                    <a:pt x="9" y="56"/>
                    <a:pt x="9" y="56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52" y="45"/>
                    <a:pt x="61" y="32"/>
                  </a:cubicBezTo>
                  <a:cubicBezTo>
                    <a:pt x="72" y="29"/>
                    <a:pt x="72" y="41"/>
                    <a:pt x="72" y="41"/>
                  </a:cubicBezTo>
                  <a:cubicBezTo>
                    <a:pt x="72" y="41"/>
                    <a:pt x="71" y="68"/>
                    <a:pt x="71" y="67"/>
                  </a:cubicBezTo>
                  <a:cubicBezTo>
                    <a:pt x="74" y="60"/>
                    <a:pt x="78" y="62"/>
                    <a:pt x="78" y="62"/>
                  </a:cubicBezTo>
                  <a:cubicBezTo>
                    <a:pt x="78" y="62"/>
                    <a:pt x="96" y="16"/>
                    <a:pt x="48" y="8"/>
                  </a:cubicBezTo>
                  <a:cubicBezTo>
                    <a:pt x="0" y="0"/>
                    <a:pt x="3" y="48"/>
                    <a:pt x="3" y="49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任意多边形: 形状 180" descr="31945e55-56f0-41d5-9ecd-04757851908b"/>
            <p:cNvSpPr>
              <a:spLocks noEditPoints="1"/>
            </p:cNvSpPr>
            <p:nvPr/>
          </p:nvSpPr>
          <p:spPr bwMode="auto">
            <a:xfrm>
              <a:off x="7081043" y="2532063"/>
              <a:ext cx="182563" cy="82550"/>
            </a:xfrm>
            <a:custGeom>
              <a:gdLst>
                <a:gd name="T0" fmla="*/ 51 w 67"/>
                <a:gd name="T1" fmla="*/ 7 h 30"/>
                <a:gd name="T2" fmla="*/ 34 w 67"/>
                <a:gd name="T3" fmla="*/ 14 h 30"/>
                <a:gd name="T4" fmla="*/ 19 w 67"/>
                <a:gd name="T5" fmla="*/ 2 h 30"/>
                <a:gd name="T6" fmla="*/ 1 w 67"/>
                <a:gd name="T7" fmla="*/ 10 h 30"/>
                <a:gd name="T8" fmla="*/ 15 w 67"/>
                <a:gd name="T9" fmla="*/ 24 h 30"/>
                <a:gd name="T10" fmla="*/ 33 w 67"/>
                <a:gd name="T11" fmla="*/ 17 h 30"/>
                <a:gd name="T12" fmla="*/ 48 w 67"/>
                <a:gd name="T13" fmla="*/ 29 h 30"/>
                <a:gd name="T14" fmla="*/ 66 w 67"/>
                <a:gd name="T15" fmla="*/ 21 h 30"/>
                <a:gd name="T16" fmla="*/ 51 w 67"/>
                <a:gd name="T17" fmla="*/ 7 h 30"/>
                <a:gd name="T18" fmla="*/ 17 w 67"/>
                <a:gd name="T19" fmla="*/ 16 h 30"/>
                <a:gd name="T20" fmla="*/ 8 w 67"/>
                <a:gd name="T21" fmla="*/ 11 h 30"/>
                <a:gd name="T22" fmla="*/ 18 w 67"/>
                <a:gd name="T23" fmla="*/ 9 h 30"/>
                <a:gd name="T24" fmla="*/ 26 w 67"/>
                <a:gd name="T25" fmla="*/ 14 h 30"/>
                <a:gd name="T26" fmla="*/ 17 w 67"/>
                <a:gd name="T27" fmla="*/ 16 h 30"/>
                <a:gd name="T28" fmla="*/ 49 w 67"/>
                <a:gd name="T29" fmla="*/ 21 h 30"/>
                <a:gd name="T30" fmla="*/ 40 w 67"/>
                <a:gd name="T31" fmla="*/ 16 h 30"/>
                <a:gd name="T32" fmla="*/ 50 w 67"/>
                <a:gd name="T33" fmla="*/ 14 h 30"/>
                <a:gd name="T34" fmla="*/ 59 w 67"/>
                <a:gd name="T35" fmla="*/ 19 h 30"/>
                <a:gd name="T36" fmla="*/ 49 w 67"/>
                <a:gd name="T37" fmla="*/ 21 h 3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7" h="30">
                  <a:moveTo>
                    <a:pt x="51" y="7"/>
                  </a:moveTo>
                  <a:cubicBezTo>
                    <a:pt x="43" y="6"/>
                    <a:pt x="36" y="9"/>
                    <a:pt x="34" y="14"/>
                  </a:cubicBezTo>
                  <a:cubicBezTo>
                    <a:pt x="33" y="8"/>
                    <a:pt x="27" y="3"/>
                    <a:pt x="19" y="2"/>
                  </a:cubicBezTo>
                  <a:cubicBezTo>
                    <a:pt x="10" y="0"/>
                    <a:pt x="2" y="4"/>
                    <a:pt x="1" y="10"/>
                  </a:cubicBezTo>
                  <a:cubicBezTo>
                    <a:pt x="0" y="16"/>
                    <a:pt x="6" y="22"/>
                    <a:pt x="15" y="24"/>
                  </a:cubicBezTo>
                  <a:cubicBezTo>
                    <a:pt x="24" y="25"/>
                    <a:pt x="31" y="22"/>
                    <a:pt x="33" y="17"/>
                  </a:cubicBezTo>
                  <a:cubicBezTo>
                    <a:pt x="33" y="22"/>
                    <a:pt x="40" y="28"/>
                    <a:pt x="48" y="29"/>
                  </a:cubicBezTo>
                  <a:cubicBezTo>
                    <a:pt x="57" y="30"/>
                    <a:pt x="65" y="27"/>
                    <a:pt x="66" y="21"/>
                  </a:cubicBezTo>
                  <a:cubicBezTo>
                    <a:pt x="67" y="15"/>
                    <a:pt x="60" y="9"/>
                    <a:pt x="51" y="7"/>
                  </a:cubicBezTo>
                  <a:close/>
                  <a:moveTo>
                    <a:pt x="17" y="16"/>
                  </a:moveTo>
                  <a:cubicBezTo>
                    <a:pt x="12" y="15"/>
                    <a:pt x="8" y="13"/>
                    <a:pt x="8" y="11"/>
                  </a:cubicBezTo>
                  <a:cubicBezTo>
                    <a:pt x="8" y="9"/>
                    <a:pt x="13" y="8"/>
                    <a:pt x="18" y="9"/>
                  </a:cubicBezTo>
                  <a:cubicBezTo>
                    <a:pt x="23" y="10"/>
                    <a:pt x="27" y="12"/>
                    <a:pt x="26" y="14"/>
                  </a:cubicBezTo>
                  <a:cubicBezTo>
                    <a:pt x="26" y="15"/>
                    <a:pt x="22" y="16"/>
                    <a:pt x="17" y="16"/>
                  </a:cubicBezTo>
                  <a:close/>
                  <a:moveTo>
                    <a:pt x="49" y="21"/>
                  </a:moveTo>
                  <a:cubicBezTo>
                    <a:pt x="44" y="20"/>
                    <a:pt x="40" y="18"/>
                    <a:pt x="40" y="16"/>
                  </a:cubicBezTo>
                  <a:cubicBezTo>
                    <a:pt x="41" y="14"/>
                    <a:pt x="45" y="13"/>
                    <a:pt x="50" y="14"/>
                  </a:cubicBezTo>
                  <a:cubicBezTo>
                    <a:pt x="55" y="15"/>
                    <a:pt x="59" y="17"/>
                    <a:pt x="59" y="19"/>
                  </a:cubicBezTo>
                  <a:cubicBezTo>
                    <a:pt x="58" y="21"/>
                    <a:pt x="54" y="22"/>
                    <a:pt x="49" y="2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任意多边形: 形状 181" descr="2c4a8fe7-443a-4d27-8db8-5418bd6e3038"/>
            <p:cNvSpPr/>
            <p:nvPr/>
          </p:nvSpPr>
          <p:spPr bwMode="auto">
            <a:xfrm>
              <a:off x="7084218" y="2393951"/>
              <a:ext cx="214313" cy="114300"/>
            </a:xfrm>
            <a:custGeom>
              <a:gdLst>
                <a:gd name="T0" fmla="*/ 77 w 79"/>
                <a:gd name="T1" fmla="*/ 42 h 42"/>
                <a:gd name="T2" fmla="*/ 44 w 79"/>
                <a:gd name="T3" fmla="*/ 4 h 42"/>
                <a:gd name="T4" fmla="*/ 0 w 79"/>
                <a:gd name="T5" fmla="*/ 29 h 42"/>
                <a:gd name="T6" fmla="*/ 77 w 79"/>
                <a:gd name="T7" fmla="*/ 42 h 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" h="42">
                  <a:moveTo>
                    <a:pt x="77" y="42"/>
                  </a:moveTo>
                  <a:cubicBezTo>
                    <a:pt x="79" y="32"/>
                    <a:pt x="65" y="7"/>
                    <a:pt x="44" y="4"/>
                  </a:cubicBezTo>
                  <a:cubicBezTo>
                    <a:pt x="22" y="0"/>
                    <a:pt x="2" y="19"/>
                    <a:pt x="0" y="29"/>
                  </a:cubicBezTo>
                  <a:lnTo>
                    <a:pt x="77" y="4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任意多边形: 形状 182" descr="ddcdfa84-f72e-461d-b3f2-357ac140d91b"/>
            <p:cNvSpPr/>
            <p:nvPr/>
          </p:nvSpPr>
          <p:spPr bwMode="auto">
            <a:xfrm>
              <a:off x="7084218" y="2463801"/>
              <a:ext cx="209550" cy="44450"/>
            </a:xfrm>
            <a:custGeom>
              <a:gdLst>
                <a:gd name="T0" fmla="*/ 77 w 77"/>
                <a:gd name="T1" fmla="*/ 16 h 16"/>
                <a:gd name="T2" fmla="*/ 77 w 77"/>
                <a:gd name="T3" fmla="*/ 13 h 16"/>
                <a:gd name="T4" fmla="*/ 1 w 77"/>
                <a:gd name="T5" fmla="*/ 0 h 16"/>
                <a:gd name="T6" fmla="*/ 0 w 77"/>
                <a:gd name="T7" fmla="*/ 3 h 16"/>
                <a:gd name="T8" fmla="*/ 77 w 77"/>
                <a:gd name="T9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6">
                  <a:moveTo>
                    <a:pt x="77" y="16"/>
                  </a:moveTo>
                  <a:cubicBezTo>
                    <a:pt x="77" y="15"/>
                    <a:pt x="77" y="14"/>
                    <a:pt x="77" y="1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lnTo>
                    <a:pt x="77" y="16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任意多边形: 形状 183" descr="05bf4efc-f4f9-4518-b1a8-2cf4a06652ee"/>
            <p:cNvSpPr/>
            <p:nvPr/>
          </p:nvSpPr>
          <p:spPr bwMode="auto">
            <a:xfrm>
              <a:off x="7058818" y="2470151"/>
              <a:ext cx="246063" cy="69850"/>
            </a:xfrm>
            <a:custGeom>
              <a:gdLst>
                <a:gd name="T0" fmla="*/ 84 w 90"/>
                <a:gd name="T1" fmla="*/ 26 h 26"/>
                <a:gd name="T2" fmla="*/ 4 w 90"/>
                <a:gd name="T3" fmla="*/ 13 h 26"/>
                <a:gd name="T4" fmla="*/ 0 w 90"/>
                <a:gd name="T5" fmla="*/ 10 h 26"/>
                <a:gd name="T6" fmla="*/ 2 w 90"/>
                <a:gd name="T7" fmla="*/ 2 h 26"/>
                <a:gd name="T8" fmla="*/ 6 w 90"/>
                <a:gd name="T9" fmla="*/ 1 h 26"/>
                <a:gd name="T10" fmla="*/ 86 w 90"/>
                <a:gd name="T11" fmla="*/ 14 h 26"/>
                <a:gd name="T12" fmla="*/ 90 w 90"/>
                <a:gd name="T13" fmla="*/ 16 h 26"/>
                <a:gd name="T14" fmla="*/ 88 w 90"/>
                <a:gd name="T15" fmla="*/ 25 h 26"/>
                <a:gd name="T16" fmla="*/ 84 w 90"/>
                <a:gd name="T17" fmla="*/ 26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26">
                  <a:moveTo>
                    <a:pt x="84" y="26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2" y="13"/>
                    <a:pt x="0" y="12"/>
                    <a:pt x="0" y="1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8" y="14"/>
                    <a:pt x="90" y="15"/>
                    <a:pt x="90" y="16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8" y="26"/>
                    <a:pt x="86" y="26"/>
                    <a:pt x="84" y="26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任意多边形: 形状 184" descr="3630cac8-8f69-4c8e-af78-713545f7f10d"/>
            <p:cNvSpPr/>
            <p:nvPr/>
          </p:nvSpPr>
          <p:spPr bwMode="auto">
            <a:xfrm>
              <a:off x="5357018" y="1890713"/>
              <a:ext cx="160338" cy="290513"/>
            </a:xfrm>
            <a:custGeom>
              <a:gdLst>
                <a:gd name="T0" fmla="*/ 49 w 59"/>
                <a:gd name="T1" fmla="*/ 0 h 107"/>
                <a:gd name="T2" fmla="*/ 49 w 59"/>
                <a:gd name="T3" fmla="*/ 77 h 107"/>
                <a:gd name="T4" fmla="*/ 29 w 59"/>
                <a:gd name="T5" fmla="*/ 96 h 107"/>
                <a:gd name="T6" fmla="*/ 10 w 59"/>
                <a:gd name="T7" fmla="*/ 77 h 107"/>
                <a:gd name="T8" fmla="*/ 5 w 59"/>
                <a:gd name="T9" fmla="*/ 72 h 107"/>
                <a:gd name="T10" fmla="*/ 0 w 59"/>
                <a:gd name="T11" fmla="*/ 77 h 107"/>
                <a:gd name="T12" fmla="*/ 29 w 59"/>
                <a:gd name="T13" fmla="*/ 107 h 107"/>
                <a:gd name="T14" fmla="*/ 59 w 59"/>
                <a:gd name="T15" fmla="*/ 77 h 107"/>
                <a:gd name="T16" fmla="*/ 59 w 59"/>
                <a:gd name="T17" fmla="*/ 0 h 107"/>
                <a:gd name="T18" fmla="*/ 49 w 59"/>
                <a:gd name="T19" fmla="*/ 0 h 10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107">
                  <a:moveTo>
                    <a:pt x="49" y="0"/>
                  </a:moveTo>
                  <a:cubicBezTo>
                    <a:pt x="49" y="77"/>
                    <a:pt x="49" y="77"/>
                    <a:pt x="49" y="77"/>
                  </a:cubicBezTo>
                  <a:cubicBezTo>
                    <a:pt x="49" y="88"/>
                    <a:pt x="40" y="96"/>
                    <a:pt x="29" y="96"/>
                  </a:cubicBezTo>
                  <a:cubicBezTo>
                    <a:pt x="19" y="96"/>
                    <a:pt x="10" y="88"/>
                    <a:pt x="10" y="77"/>
                  </a:cubicBezTo>
                  <a:cubicBezTo>
                    <a:pt x="10" y="74"/>
                    <a:pt x="8" y="72"/>
                    <a:pt x="5" y="72"/>
                  </a:cubicBezTo>
                  <a:cubicBezTo>
                    <a:pt x="2" y="72"/>
                    <a:pt x="0" y="74"/>
                    <a:pt x="0" y="77"/>
                  </a:cubicBezTo>
                  <a:cubicBezTo>
                    <a:pt x="0" y="93"/>
                    <a:pt x="13" y="107"/>
                    <a:pt x="29" y="107"/>
                  </a:cubicBezTo>
                  <a:cubicBezTo>
                    <a:pt x="46" y="107"/>
                    <a:pt x="59" y="93"/>
                    <a:pt x="59" y="77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任意多边形: 形状 185" descr="4647f77d-6db9-490b-a267-ac0968aaa45a"/>
            <p:cNvSpPr/>
            <p:nvPr/>
          </p:nvSpPr>
          <p:spPr bwMode="auto">
            <a:xfrm>
              <a:off x="5345906" y="1658938"/>
              <a:ext cx="307975" cy="231775"/>
            </a:xfrm>
            <a:custGeom>
              <a:gdLst>
                <a:gd name="T0" fmla="*/ 58 w 113"/>
                <a:gd name="T1" fmla="*/ 0 h 85"/>
                <a:gd name="T2" fmla="*/ 58 w 113"/>
                <a:gd name="T3" fmla="*/ 0 h 85"/>
                <a:gd name="T4" fmla="*/ 0 w 113"/>
                <a:gd name="T5" fmla="*/ 85 h 85"/>
                <a:gd name="T6" fmla="*/ 113 w 113"/>
                <a:gd name="T7" fmla="*/ 85 h 85"/>
                <a:gd name="T8" fmla="*/ 58 w 113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85">
                  <a:moveTo>
                    <a:pt x="58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0" y="22"/>
                    <a:pt x="0" y="85"/>
                  </a:cubicBezTo>
                  <a:cubicBezTo>
                    <a:pt x="113" y="85"/>
                    <a:pt x="113" y="85"/>
                    <a:pt x="113" y="85"/>
                  </a:cubicBezTo>
                  <a:cubicBezTo>
                    <a:pt x="113" y="22"/>
                    <a:pt x="58" y="0"/>
                    <a:pt x="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任意多边形: 形状 186" descr="5ce66447-0c76-4750-8087-aad570d4f7d6"/>
            <p:cNvSpPr/>
            <p:nvPr/>
          </p:nvSpPr>
          <p:spPr bwMode="auto">
            <a:xfrm>
              <a:off x="5447506" y="1658938"/>
              <a:ext cx="111125" cy="231775"/>
            </a:xfrm>
            <a:custGeom>
              <a:gdLst>
                <a:gd name="T0" fmla="*/ 21 w 41"/>
                <a:gd name="T1" fmla="*/ 0 h 85"/>
                <a:gd name="T2" fmla="*/ 21 w 41"/>
                <a:gd name="T3" fmla="*/ 0 h 85"/>
                <a:gd name="T4" fmla="*/ 0 w 41"/>
                <a:gd name="T5" fmla="*/ 85 h 85"/>
                <a:gd name="T6" fmla="*/ 41 w 41"/>
                <a:gd name="T7" fmla="*/ 85 h 85"/>
                <a:gd name="T8" fmla="*/ 21 w 41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85"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0" y="22"/>
                    <a:pt x="0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22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任意多边形: 形状 187" descr="82bf1c90-b4d8-4ad3-8153-574d1bf5a140"/>
            <p:cNvSpPr/>
            <p:nvPr/>
          </p:nvSpPr>
          <p:spPr bwMode="auto">
            <a:xfrm>
              <a:off x="5269706" y="1658938"/>
              <a:ext cx="233363" cy="231775"/>
            </a:xfrm>
            <a:custGeom>
              <a:gdLst>
                <a:gd name="T0" fmla="*/ 86 w 86"/>
                <a:gd name="T1" fmla="*/ 0 h 85"/>
                <a:gd name="T2" fmla="*/ 0 w 86"/>
                <a:gd name="T3" fmla="*/ 85 h 85"/>
                <a:gd name="T4" fmla="*/ 1 w 86"/>
                <a:gd name="T5" fmla="*/ 85 h 85"/>
                <a:gd name="T6" fmla="*/ 28 w 86"/>
                <a:gd name="T7" fmla="*/ 85 h 85"/>
                <a:gd name="T8" fmla="*/ 86 w 86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86" y="0"/>
                  </a:moveTo>
                  <a:cubicBezTo>
                    <a:pt x="39" y="0"/>
                    <a:pt x="0" y="38"/>
                    <a:pt x="0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28" y="22"/>
                    <a:pt x="86" y="0"/>
                    <a:pt x="86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任意多边形: 形状 188" descr="fe10f709-d508-403e-aeb3-23bd3243737e"/>
            <p:cNvSpPr/>
            <p:nvPr/>
          </p:nvSpPr>
          <p:spPr bwMode="auto">
            <a:xfrm>
              <a:off x="5503068" y="1658938"/>
              <a:ext cx="234950" cy="231775"/>
            </a:xfrm>
            <a:custGeom>
              <a:gdLst>
                <a:gd name="T0" fmla="*/ 0 w 86"/>
                <a:gd name="T1" fmla="*/ 0 h 85"/>
                <a:gd name="T2" fmla="*/ 0 w 86"/>
                <a:gd name="T3" fmla="*/ 0 h 85"/>
                <a:gd name="T4" fmla="*/ 55 w 86"/>
                <a:gd name="T5" fmla="*/ 85 h 85"/>
                <a:gd name="T6" fmla="*/ 85 w 86"/>
                <a:gd name="T7" fmla="*/ 85 h 85"/>
                <a:gd name="T8" fmla="*/ 86 w 86"/>
                <a:gd name="T9" fmla="*/ 85 h 85"/>
                <a:gd name="T10" fmla="*/ 0 w 86"/>
                <a:gd name="T11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5" y="22"/>
                    <a:pt x="55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86" y="38"/>
                    <a:pt x="47" y="0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任意多边形: 形状 189" descr="ae16ebd7-e937-4f9e-9ece-1faccad0a6dd"/>
            <p:cNvSpPr/>
            <p:nvPr/>
          </p:nvSpPr>
          <p:spPr bwMode="auto">
            <a:xfrm>
              <a:off x="5276056" y="1600201"/>
              <a:ext cx="123825" cy="130175"/>
            </a:xfrm>
            <a:custGeom>
              <a:gdLst>
                <a:gd name="T0" fmla="*/ 23 w 46"/>
                <a:gd name="T1" fmla="*/ 35 h 48"/>
                <a:gd name="T2" fmla="*/ 2 w 46"/>
                <a:gd name="T3" fmla="*/ 0 h 48"/>
                <a:gd name="T4" fmla="*/ 23 w 46"/>
                <a:gd name="T5" fmla="*/ 35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48">
                  <a:moveTo>
                    <a:pt x="23" y="35"/>
                  </a:moveTo>
                  <a:cubicBezTo>
                    <a:pt x="0" y="48"/>
                    <a:pt x="2" y="0"/>
                    <a:pt x="2" y="0"/>
                  </a:cubicBezTo>
                  <a:cubicBezTo>
                    <a:pt x="2" y="0"/>
                    <a:pt x="46" y="22"/>
                    <a:pt x="23" y="35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任意多边形: 形状 190" descr="6120d7ee-abaf-40d7-a903-42ed7ac35b8f"/>
            <p:cNvSpPr/>
            <p:nvPr/>
          </p:nvSpPr>
          <p:spPr bwMode="auto">
            <a:xfrm>
              <a:off x="5314156" y="1509713"/>
              <a:ext cx="76200" cy="79375"/>
            </a:xfrm>
            <a:custGeom>
              <a:gdLst>
                <a:gd name="T0" fmla="*/ 14 w 28"/>
                <a:gd name="T1" fmla="*/ 21 h 29"/>
                <a:gd name="T2" fmla="*/ 2 w 28"/>
                <a:gd name="T3" fmla="*/ 0 h 29"/>
                <a:gd name="T4" fmla="*/ 14 w 28"/>
                <a:gd name="T5" fmla="*/ 21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8">
                  <a:moveTo>
                    <a:pt x="14" y="21"/>
                  </a:moveTo>
                  <a:cubicBezTo>
                    <a:pt x="0" y="29"/>
                    <a:pt x="2" y="0"/>
                    <a:pt x="2" y="0"/>
                  </a:cubicBezTo>
                  <a:cubicBezTo>
                    <a:pt x="2" y="0"/>
                    <a:pt x="28" y="14"/>
                    <a:pt x="14" y="21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任意多边形: 形状 191" descr="67aa5930-e93f-4626-b012-e7e4765955ba"/>
            <p:cNvSpPr/>
            <p:nvPr/>
          </p:nvSpPr>
          <p:spPr bwMode="auto">
            <a:xfrm>
              <a:off x="5418931" y="1536701"/>
              <a:ext cx="98425" cy="103188"/>
            </a:xfrm>
            <a:custGeom>
              <a:gdLst>
                <a:gd name="T0" fmla="*/ 18 w 36"/>
                <a:gd name="T1" fmla="*/ 28 h 38"/>
                <a:gd name="T2" fmla="*/ 2 w 36"/>
                <a:gd name="T3" fmla="*/ 0 h 38"/>
                <a:gd name="T4" fmla="*/ 18 w 36"/>
                <a:gd name="T5" fmla="*/ 28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8">
                  <a:moveTo>
                    <a:pt x="18" y="28"/>
                  </a:moveTo>
                  <a:cubicBezTo>
                    <a:pt x="0" y="38"/>
                    <a:pt x="2" y="0"/>
                    <a:pt x="2" y="0"/>
                  </a:cubicBezTo>
                  <a:cubicBezTo>
                    <a:pt x="2" y="0"/>
                    <a:pt x="36" y="18"/>
                    <a:pt x="18" y="28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任意多边形: 形状 192" descr="7a569f45-d38a-46e1-806b-dcb348633536"/>
            <p:cNvSpPr/>
            <p:nvPr/>
          </p:nvSpPr>
          <p:spPr bwMode="auto">
            <a:xfrm>
              <a:off x="5585618" y="1493838"/>
              <a:ext cx="117475" cy="271463"/>
            </a:xfrm>
            <a:custGeom>
              <a:gdLst>
                <a:gd name="T0" fmla="*/ 22 w 74"/>
                <a:gd name="T1" fmla="*/ 3 h 171"/>
                <a:gd name="T2" fmla="*/ 0 w 74"/>
                <a:gd name="T3" fmla="*/ 79 h 171"/>
                <a:gd name="T4" fmla="*/ 38 w 74"/>
                <a:gd name="T5" fmla="*/ 74 h 171"/>
                <a:gd name="T6" fmla="*/ 0 w 74"/>
                <a:gd name="T7" fmla="*/ 171 h 171"/>
                <a:gd name="T8" fmla="*/ 74 w 74"/>
                <a:gd name="T9" fmla="*/ 58 h 171"/>
                <a:gd name="T10" fmla="*/ 27 w 74"/>
                <a:gd name="T11" fmla="*/ 60 h 171"/>
                <a:gd name="T12" fmla="*/ 55 w 74"/>
                <a:gd name="T13" fmla="*/ 0 h 171"/>
                <a:gd name="T14" fmla="*/ 22 w 74"/>
                <a:gd name="T15" fmla="*/ 3 h 1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71">
                  <a:moveTo>
                    <a:pt x="22" y="3"/>
                  </a:moveTo>
                  <a:lnTo>
                    <a:pt x="0" y="79"/>
                  </a:lnTo>
                  <a:lnTo>
                    <a:pt x="38" y="74"/>
                  </a:lnTo>
                  <a:lnTo>
                    <a:pt x="0" y="171"/>
                  </a:lnTo>
                  <a:lnTo>
                    <a:pt x="74" y="58"/>
                  </a:lnTo>
                  <a:lnTo>
                    <a:pt x="27" y="60"/>
                  </a:lnTo>
                  <a:lnTo>
                    <a:pt x="55" y="0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任意多边形: 形状 193" descr="3a3d960b-d17c-4a98-ae0f-61b356fff638"/>
            <p:cNvSpPr/>
            <p:nvPr/>
          </p:nvSpPr>
          <p:spPr bwMode="auto">
            <a:xfrm>
              <a:off x="4887118" y="3040063"/>
              <a:ext cx="458788" cy="563563"/>
            </a:xfrm>
            <a:custGeom>
              <a:gdLst>
                <a:gd name="T0" fmla="*/ 289 w 289"/>
                <a:gd name="T1" fmla="*/ 317 h 355"/>
                <a:gd name="T2" fmla="*/ 42 w 289"/>
                <a:gd name="T3" fmla="*/ 355 h 355"/>
                <a:gd name="T4" fmla="*/ 0 w 289"/>
                <a:gd name="T5" fmla="*/ 72 h 355"/>
                <a:gd name="T6" fmla="*/ 25 w 289"/>
                <a:gd name="T7" fmla="*/ 35 h 355"/>
                <a:gd name="T8" fmla="*/ 239 w 289"/>
                <a:gd name="T9" fmla="*/ 0 h 355"/>
                <a:gd name="T10" fmla="*/ 289 w 289"/>
                <a:gd name="T11" fmla="*/ 317 h 35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9" h="355">
                  <a:moveTo>
                    <a:pt x="289" y="317"/>
                  </a:moveTo>
                  <a:lnTo>
                    <a:pt x="42" y="355"/>
                  </a:lnTo>
                  <a:lnTo>
                    <a:pt x="0" y="72"/>
                  </a:lnTo>
                  <a:lnTo>
                    <a:pt x="25" y="35"/>
                  </a:lnTo>
                  <a:lnTo>
                    <a:pt x="239" y="0"/>
                  </a:lnTo>
                  <a:lnTo>
                    <a:pt x="289" y="31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任意多边形: 形状 194" descr="ecb87ea9-bdea-4892-a38c-86fdc7638dc5"/>
            <p:cNvSpPr/>
            <p:nvPr/>
          </p:nvSpPr>
          <p:spPr bwMode="auto">
            <a:xfrm>
              <a:off x="4887118" y="3095626"/>
              <a:ext cx="47625" cy="58738"/>
            </a:xfrm>
            <a:custGeom>
              <a:gdLst>
                <a:gd name="T0" fmla="*/ 25 w 30"/>
                <a:gd name="T1" fmla="*/ 0 h 37"/>
                <a:gd name="T2" fmla="*/ 0 w 30"/>
                <a:gd name="T3" fmla="*/ 37 h 37"/>
                <a:gd name="T4" fmla="*/ 30 w 30"/>
                <a:gd name="T5" fmla="*/ 32 h 37"/>
                <a:gd name="T6" fmla="*/ 25 w 30"/>
                <a:gd name="T7" fmla="*/ 0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37">
                  <a:moveTo>
                    <a:pt x="25" y="0"/>
                  </a:moveTo>
                  <a:lnTo>
                    <a:pt x="0" y="37"/>
                  </a:lnTo>
                  <a:lnTo>
                    <a:pt x="30" y="3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任意多边形: 形状 195" descr="1be325db-be96-40aa-b528-5da07d42fffe"/>
            <p:cNvSpPr/>
            <p:nvPr/>
          </p:nvSpPr>
          <p:spPr bwMode="auto">
            <a:xfrm>
              <a:off x="5006181" y="3554413"/>
              <a:ext cx="87313" cy="111125"/>
            </a:xfrm>
            <a:custGeom>
              <a:gdLst>
                <a:gd name="T0" fmla="*/ 55 w 55"/>
                <a:gd name="T1" fmla="*/ 64 h 70"/>
                <a:gd name="T2" fmla="*/ 31 w 55"/>
                <a:gd name="T3" fmla="*/ 55 h 70"/>
                <a:gd name="T4" fmla="*/ 9 w 55"/>
                <a:gd name="T5" fmla="*/ 70 h 70"/>
                <a:gd name="T6" fmla="*/ 0 w 55"/>
                <a:gd name="T7" fmla="*/ 7 h 70"/>
                <a:gd name="T8" fmla="*/ 45 w 55"/>
                <a:gd name="T9" fmla="*/ 0 h 70"/>
                <a:gd name="T10" fmla="*/ 55 w 55"/>
                <a:gd name="T11" fmla="*/ 64 h 7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70">
                  <a:moveTo>
                    <a:pt x="55" y="64"/>
                  </a:moveTo>
                  <a:lnTo>
                    <a:pt x="31" y="55"/>
                  </a:lnTo>
                  <a:lnTo>
                    <a:pt x="9" y="70"/>
                  </a:lnTo>
                  <a:lnTo>
                    <a:pt x="0" y="7"/>
                  </a:lnTo>
                  <a:lnTo>
                    <a:pt x="45" y="0"/>
                  </a:lnTo>
                  <a:lnTo>
                    <a:pt x="55" y="64"/>
                  </a:lnTo>
                  <a:close/>
                </a:path>
              </a:pathLst>
            </a:custGeom>
            <a:solidFill>
              <a:srgbClr val="943E3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任意多边形: 形状 196" descr="9257178e-fdf3-480d-858d-26226d2242bb"/>
            <p:cNvSpPr/>
            <p:nvPr/>
          </p:nvSpPr>
          <p:spPr bwMode="auto">
            <a:xfrm>
              <a:off x="4976018" y="3462338"/>
              <a:ext cx="117475" cy="117475"/>
            </a:xfrm>
            <a:custGeom>
              <a:gdLst>
                <a:gd name="T0" fmla="*/ 41 w 43"/>
                <a:gd name="T1" fmla="*/ 19 h 43"/>
                <a:gd name="T2" fmla="*/ 25 w 43"/>
                <a:gd name="T3" fmla="*/ 42 h 43"/>
                <a:gd name="T4" fmla="*/ 2 w 43"/>
                <a:gd name="T5" fmla="*/ 25 h 43"/>
                <a:gd name="T6" fmla="*/ 18 w 43"/>
                <a:gd name="T7" fmla="*/ 2 h 43"/>
                <a:gd name="T8" fmla="*/ 41 w 43"/>
                <a:gd name="T9" fmla="*/ 19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3">
                  <a:moveTo>
                    <a:pt x="41" y="19"/>
                  </a:moveTo>
                  <a:cubicBezTo>
                    <a:pt x="43" y="30"/>
                    <a:pt x="36" y="40"/>
                    <a:pt x="25" y="42"/>
                  </a:cubicBezTo>
                  <a:cubicBezTo>
                    <a:pt x="14" y="43"/>
                    <a:pt x="3" y="36"/>
                    <a:pt x="2" y="25"/>
                  </a:cubicBezTo>
                  <a:cubicBezTo>
                    <a:pt x="0" y="14"/>
                    <a:pt x="7" y="4"/>
                    <a:pt x="18" y="2"/>
                  </a:cubicBezTo>
                  <a:cubicBezTo>
                    <a:pt x="29" y="0"/>
                    <a:pt x="40" y="8"/>
                    <a:pt x="41" y="19"/>
                  </a:cubicBezTo>
                  <a:close/>
                </a:path>
              </a:pathLst>
            </a:custGeom>
            <a:solidFill>
              <a:srgbClr val="BD70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任意多边形: 形状 197" descr="612e27b6-effe-4a22-93fb-18281d62968f"/>
            <p:cNvSpPr/>
            <p:nvPr/>
          </p:nvSpPr>
          <p:spPr bwMode="auto">
            <a:xfrm>
              <a:off x="4987131" y="3476626"/>
              <a:ext cx="95250" cy="92075"/>
            </a:xfrm>
            <a:custGeom>
              <a:gdLst>
                <a:gd name="T0" fmla="*/ 33 w 35"/>
                <a:gd name="T1" fmla="*/ 14 h 34"/>
                <a:gd name="T2" fmla="*/ 20 w 35"/>
                <a:gd name="T3" fmla="*/ 33 h 34"/>
                <a:gd name="T4" fmla="*/ 2 w 35"/>
                <a:gd name="T5" fmla="*/ 19 h 34"/>
                <a:gd name="T6" fmla="*/ 15 w 35"/>
                <a:gd name="T7" fmla="*/ 1 h 34"/>
                <a:gd name="T8" fmla="*/ 33 w 35"/>
                <a:gd name="T9" fmla="*/ 14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4">
                  <a:moveTo>
                    <a:pt x="33" y="14"/>
                  </a:moveTo>
                  <a:cubicBezTo>
                    <a:pt x="35" y="23"/>
                    <a:pt x="29" y="31"/>
                    <a:pt x="20" y="33"/>
                  </a:cubicBezTo>
                  <a:cubicBezTo>
                    <a:pt x="11" y="34"/>
                    <a:pt x="3" y="28"/>
                    <a:pt x="2" y="19"/>
                  </a:cubicBezTo>
                  <a:cubicBezTo>
                    <a:pt x="0" y="11"/>
                    <a:pt x="6" y="2"/>
                    <a:pt x="15" y="1"/>
                  </a:cubicBezTo>
                  <a:cubicBezTo>
                    <a:pt x="24" y="0"/>
                    <a:pt x="32" y="6"/>
                    <a:pt x="33" y="14"/>
                  </a:cubicBezTo>
                  <a:close/>
                </a:path>
              </a:pathLst>
            </a:custGeom>
            <a:solidFill>
              <a:srgbClr val="82474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任意多边形: 形状 198" descr="744baa2d-1c7b-4635-b9bf-e033f20a6142"/>
            <p:cNvSpPr/>
            <p:nvPr/>
          </p:nvSpPr>
          <p:spPr bwMode="auto">
            <a:xfrm>
              <a:off x="4926806" y="3130551"/>
              <a:ext cx="311150" cy="80963"/>
            </a:xfrm>
            <a:custGeom>
              <a:gdLst>
                <a:gd name="T0" fmla="*/ 196 w 196"/>
                <a:gd name="T1" fmla="*/ 21 h 51"/>
                <a:gd name="T2" fmla="*/ 2 w 196"/>
                <a:gd name="T3" fmla="*/ 51 h 51"/>
                <a:gd name="T4" fmla="*/ 0 w 196"/>
                <a:gd name="T5" fmla="*/ 31 h 51"/>
                <a:gd name="T6" fmla="*/ 192 w 196"/>
                <a:gd name="T7" fmla="*/ 0 h 51"/>
                <a:gd name="T8" fmla="*/ 196 w 196"/>
                <a:gd name="T9" fmla="*/ 21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51">
                  <a:moveTo>
                    <a:pt x="196" y="21"/>
                  </a:moveTo>
                  <a:lnTo>
                    <a:pt x="2" y="51"/>
                  </a:lnTo>
                  <a:lnTo>
                    <a:pt x="0" y="31"/>
                  </a:lnTo>
                  <a:lnTo>
                    <a:pt x="192" y="0"/>
                  </a:lnTo>
                  <a:lnTo>
                    <a:pt x="196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任意多边形: 形状 199" descr="5986637d-4b00-4471-85c0-8fa3653f3b82"/>
            <p:cNvSpPr/>
            <p:nvPr/>
          </p:nvSpPr>
          <p:spPr bwMode="auto">
            <a:xfrm>
              <a:off x="4934743" y="3192463"/>
              <a:ext cx="312738" cy="82550"/>
            </a:xfrm>
            <a:custGeom>
              <a:gdLst>
                <a:gd name="T0" fmla="*/ 197 w 197"/>
                <a:gd name="T1" fmla="*/ 21 h 52"/>
                <a:gd name="T2" fmla="*/ 4 w 197"/>
                <a:gd name="T3" fmla="*/ 52 h 52"/>
                <a:gd name="T4" fmla="*/ 0 w 197"/>
                <a:gd name="T5" fmla="*/ 31 h 52"/>
                <a:gd name="T6" fmla="*/ 194 w 197"/>
                <a:gd name="T7" fmla="*/ 0 h 52"/>
                <a:gd name="T8" fmla="*/ 197 w 197"/>
                <a:gd name="T9" fmla="*/ 21 h 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52">
                  <a:moveTo>
                    <a:pt x="197" y="21"/>
                  </a:moveTo>
                  <a:lnTo>
                    <a:pt x="4" y="52"/>
                  </a:lnTo>
                  <a:lnTo>
                    <a:pt x="0" y="31"/>
                  </a:lnTo>
                  <a:lnTo>
                    <a:pt x="194" y="0"/>
                  </a:lnTo>
                  <a:lnTo>
                    <a:pt x="197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任意多边形: 形状 200" descr="683ffaec-f1d6-42f3-ab05-56f688b5e35e"/>
            <p:cNvSpPr/>
            <p:nvPr/>
          </p:nvSpPr>
          <p:spPr bwMode="auto">
            <a:xfrm>
              <a:off x="4945856" y="3255963"/>
              <a:ext cx="311150" cy="80963"/>
            </a:xfrm>
            <a:custGeom>
              <a:gdLst>
                <a:gd name="T0" fmla="*/ 196 w 196"/>
                <a:gd name="T1" fmla="*/ 20 h 51"/>
                <a:gd name="T2" fmla="*/ 4 w 196"/>
                <a:gd name="T3" fmla="*/ 51 h 51"/>
                <a:gd name="T4" fmla="*/ 0 w 196"/>
                <a:gd name="T5" fmla="*/ 31 h 51"/>
                <a:gd name="T6" fmla="*/ 192 w 196"/>
                <a:gd name="T7" fmla="*/ 0 h 51"/>
                <a:gd name="T8" fmla="*/ 196 w 196"/>
                <a:gd name="T9" fmla="*/ 20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51">
                  <a:moveTo>
                    <a:pt x="196" y="20"/>
                  </a:moveTo>
                  <a:lnTo>
                    <a:pt x="4" y="51"/>
                  </a:lnTo>
                  <a:lnTo>
                    <a:pt x="0" y="31"/>
                  </a:lnTo>
                  <a:lnTo>
                    <a:pt x="192" y="0"/>
                  </a:lnTo>
                  <a:lnTo>
                    <a:pt x="196" y="20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任意多边形: 形状 201" descr="b3800f20-e7bb-4d59-bb70-e76fcf511f67"/>
            <p:cNvSpPr/>
            <p:nvPr/>
          </p:nvSpPr>
          <p:spPr bwMode="auto">
            <a:xfrm>
              <a:off x="4953793" y="3333751"/>
              <a:ext cx="201613" cy="63500"/>
            </a:xfrm>
            <a:custGeom>
              <a:gdLst>
                <a:gd name="T0" fmla="*/ 127 w 127"/>
                <a:gd name="T1" fmla="*/ 21 h 40"/>
                <a:gd name="T2" fmla="*/ 4 w 127"/>
                <a:gd name="T3" fmla="*/ 40 h 40"/>
                <a:gd name="T4" fmla="*/ 0 w 127"/>
                <a:gd name="T5" fmla="*/ 21 h 40"/>
                <a:gd name="T6" fmla="*/ 124 w 127"/>
                <a:gd name="T7" fmla="*/ 0 h 40"/>
                <a:gd name="T8" fmla="*/ 127 w 127"/>
                <a:gd name="T9" fmla="*/ 21 h 4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40">
                  <a:moveTo>
                    <a:pt x="127" y="21"/>
                  </a:moveTo>
                  <a:lnTo>
                    <a:pt x="4" y="40"/>
                  </a:lnTo>
                  <a:lnTo>
                    <a:pt x="0" y="21"/>
                  </a:lnTo>
                  <a:lnTo>
                    <a:pt x="124" y="0"/>
                  </a:lnTo>
                  <a:lnTo>
                    <a:pt x="127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任意多边形: 形状 202" descr="e3144b58-c3d5-4a8d-a1da-06756e5fe8ba"/>
            <p:cNvSpPr/>
            <p:nvPr/>
          </p:nvSpPr>
          <p:spPr bwMode="auto">
            <a:xfrm>
              <a:off x="5150643" y="3459163"/>
              <a:ext cx="138113" cy="53975"/>
            </a:xfrm>
            <a:custGeom>
              <a:gdLst>
                <a:gd name="T0" fmla="*/ 87 w 87"/>
                <a:gd name="T1" fmla="*/ 21 h 34"/>
                <a:gd name="T2" fmla="*/ 3 w 87"/>
                <a:gd name="T3" fmla="*/ 34 h 34"/>
                <a:gd name="T4" fmla="*/ 0 w 87"/>
                <a:gd name="T5" fmla="*/ 14 h 34"/>
                <a:gd name="T6" fmla="*/ 84 w 87"/>
                <a:gd name="T7" fmla="*/ 0 h 34"/>
                <a:gd name="T8" fmla="*/ 87 w 87"/>
                <a:gd name="T9" fmla="*/ 21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34">
                  <a:moveTo>
                    <a:pt x="87" y="21"/>
                  </a:moveTo>
                  <a:lnTo>
                    <a:pt x="3" y="34"/>
                  </a:lnTo>
                  <a:lnTo>
                    <a:pt x="0" y="14"/>
                  </a:lnTo>
                  <a:lnTo>
                    <a:pt x="84" y="0"/>
                  </a:lnTo>
                  <a:lnTo>
                    <a:pt x="87" y="21"/>
                  </a:lnTo>
                  <a:close/>
                </a:path>
              </a:pathLst>
            </a:custGeom>
            <a:solidFill>
              <a:srgbClr val="4058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任意多边形: 形状 203" descr="fe8b182c-743a-4312-aca9-9c55535c17d4"/>
            <p:cNvSpPr/>
            <p:nvPr/>
          </p:nvSpPr>
          <p:spPr bwMode="auto">
            <a:xfrm>
              <a:off x="4307681" y="3073401"/>
              <a:ext cx="485775" cy="514350"/>
            </a:xfrm>
            <a:custGeom>
              <a:gdLst>
                <a:gd name="T0" fmla="*/ 98 w 179"/>
                <a:gd name="T1" fmla="*/ 189 h 189"/>
                <a:gd name="T2" fmla="*/ 0 w 179"/>
                <a:gd name="T3" fmla="*/ 29 h 189"/>
                <a:gd name="T4" fmla="*/ 146 w 179"/>
                <a:gd name="T5" fmla="*/ 0 h 189"/>
                <a:gd name="T6" fmla="*/ 98 w 179"/>
                <a:gd name="T7" fmla="*/ 189 h 18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89">
                  <a:moveTo>
                    <a:pt x="98" y="189"/>
                  </a:moveTo>
                  <a:cubicBezTo>
                    <a:pt x="98" y="189"/>
                    <a:pt x="99" y="104"/>
                    <a:pt x="0" y="29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9" y="93"/>
                    <a:pt x="98" y="189"/>
                    <a:pt x="98" y="1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任意多边形: 形状 204" descr="7255ca70-3c27-4386-9cc0-58cf78536055"/>
            <p:cNvSpPr/>
            <p:nvPr/>
          </p:nvSpPr>
          <p:spPr bwMode="auto">
            <a:xfrm>
              <a:off x="4293393" y="3027363"/>
              <a:ext cx="415925" cy="160338"/>
            </a:xfrm>
            <a:custGeom>
              <a:gdLst>
                <a:gd name="T0" fmla="*/ 151 w 153"/>
                <a:gd name="T1" fmla="*/ 17 h 59"/>
                <a:gd name="T2" fmla="*/ 80 w 153"/>
                <a:gd name="T3" fmla="*/ 52 h 59"/>
                <a:gd name="T4" fmla="*/ 2 w 153"/>
                <a:gd name="T5" fmla="*/ 41 h 59"/>
                <a:gd name="T6" fmla="*/ 73 w 153"/>
                <a:gd name="T7" fmla="*/ 6 h 59"/>
                <a:gd name="T8" fmla="*/ 151 w 153"/>
                <a:gd name="T9" fmla="*/ 17 h 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59">
                  <a:moveTo>
                    <a:pt x="151" y="17"/>
                  </a:moveTo>
                  <a:cubicBezTo>
                    <a:pt x="153" y="29"/>
                    <a:pt x="121" y="45"/>
                    <a:pt x="80" y="52"/>
                  </a:cubicBezTo>
                  <a:cubicBezTo>
                    <a:pt x="39" y="59"/>
                    <a:pt x="4" y="54"/>
                    <a:pt x="2" y="41"/>
                  </a:cubicBezTo>
                  <a:cubicBezTo>
                    <a:pt x="0" y="29"/>
                    <a:pt x="32" y="13"/>
                    <a:pt x="73" y="6"/>
                  </a:cubicBezTo>
                  <a:cubicBezTo>
                    <a:pt x="114" y="0"/>
                    <a:pt x="149" y="4"/>
                    <a:pt x="151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任意多边形: 形状 205" descr="ab0493d1-b394-411b-96fd-0c853df07956"/>
            <p:cNvSpPr/>
            <p:nvPr/>
          </p:nvSpPr>
          <p:spPr bwMode="auto">
            <a:xfrm>
              <a:off x="4337843" y="3040063"/>
              <a:ext cx="333375" cy="131763"/>
            </a:xfrm>
            <a:custGeom>
              <a:gdLst>
                <a:gd name="T0" fmla="*/ 121 w 123"/>
                <a:gd name="T1" fmla="*/ 14 h 48"/>
                <a:gd name="T2" fmla="*/ 64 w 123"/>
                <a:gd name="T3" fmla="*/ 42 h 48"/>
                <a:gd name="T4" fmla="*/ 1 w 123"/>
                <a:gd name="T5" fmla="*/ 34 h 48"/>
                <a:gd name="T6" fmla="*/ 58 w 123"/>
                <a:gd name="T7" fmla="*/ 6 h 48"/>
                <a:gd name="T8" fmla="*/ 121 w 123"/>
                <a:gd name="T9" fmla="*/ 14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8">
                  <a:moveTo>
                    <a:pt x="121" y="14"/>
                  </a:moveTo>
                  <a:cubicBezTo>
                    <a:pt x="123" y="24"/>
                    <a:pt x="97" y="37"/>
                    <a:pt x="64" y="42"/>
                  </a:cubicBezTo>
                  <a:cubicBezTo>
                    <a:pt x="31" y="48"/>
                    <a:pt x="3" y="44"/>
                    <a:pt x="1" y="34"/>
                  </a:cubicBezTo>
                  <a:cubicBezTo>
                    <a:pt x="0" y="24"/>
                    <a:pt x="25" y="11"/>
                    <a:pt x="58" y="6"/>
                  </a:cubicBezTo>
                  <a:cubicBezTo>
                    <a:pt x="91" y="0"/>
                    <a:pt x="120" y="4"/>
                    <a:pt x="121" y="1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任意多边形: 形状 206" descr="5ddf79b2-a0af-4fd4-90cb-fba3e92c78df"/>
            <p:cNvSpPr/>
            <p:nvPr/>
          </p:nvSpPr>
          <p:spPr bwMode="auto">
            <a:xfrm>
              <a:off x="4375943" y="3062288"/>
              <a:ext cx="257175" cy="98425"/>
            </a:xfrm>
            <a:custGeom>
              <a:gdLst>
                <a:gd name="T0" fmla="*/ 94 w 95"/>
                <a:gd name="T1" fmla="*/ 10 h 36"/>
                <a:gd name="T2" fmla="*/ 50 w 95"/>
                <a:gd name="T3" fmla="*/ 32 h 36"/>
                <a:gd name="T4" fmla="*/ 1 w 95"/>
                <a:gd name="T5" fmla="*/ 26 h 36"/>
                <a:gd name="T6" fmla="*/ 45 w 95"/>
                <a:gd name="T7" fmla="*/ 4 h 36"/>
                <a:gd name="T8" fmla="*/ 94 w 95"/>
                <a:gd name="T9" fmla="*/ 10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36">
                  <a:moveTo>
                    <a:pt x="94" y="10"/>
                  </a:moveTo>
                  <a:cubicBezTo>
                    <a:pt x="95" y="18"/>
                    <a:pt x="75" y="28"/>
                    <a:pt x="50" y="32"/>
                  </a:cubicBezTo>
                  <a:cubicBezTo>
                    <a:pt x="24" y="36"/>
                    <a:pt x="2" y="34"/>
                    <a:pt x="1" y="26"/>
                  </a:cubicBezTo>
                  <a:cubicBezTo>
                    <a:pt x="0" y="18"/>
                    <a:pt x="19" y="8"/>
                    <a:pt x="45" y="4"/>
                  </a:cubicBezTo>
                  <a:cubicBezTo>
                    <a:pt x="70" y="0"/>
                    <a:pt x="92" y="3"/>
                    <a:pt x="94" y="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任意多边形: 形状 207" descr="32ab8307-0e9e-4d12-bd46-370e028951dd"/>
            <p:cNvSpPr/>
            <p:nvPr/>
          </p:nvSpPr>
          <p:spPr bwMode="auto">
            <a:xfrm>
              <a:off x="4410868" y="3078163"/>
              <a:ext cx="190500" cy="74613"/>
            </a:xfrm>
            <a:custGeom>
              <a:gdLst>
                <a:gd name="T0" fmla="*/ 69 w 70"/>
                <a:gd name="T1" fmla="*/ 8 h 27"/>
                <a:gd name="T2" fmla="*/ 37 w 70"/>
                <a:gd name="T3" fmla="*/ 24 h 27"/>
                <a:gd name="T4" fmla="*/ 1 w 70"/>
                <a:gd name="T5" fmla="*/ 19 h 27"/>
                <a:gd name="T6" fmla="*/ 33 w 70"/>
                <a:gd name="T7" fmla="*/ 3 h 27"/>
                <a:gd name="T8" fmla="*/ 69 w 70"/>
                <a:gd name="T9" fmla="*/ 8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27">
                  <a:moveTo>
                    <a:pt x="69" y="8"/>
                  </a:moveTo>
                  <a:cubicBezTo>
                    <a:pt x="70" y="14"/>
                    <a:pt x="55" y="21"/>
                    <a:pt x="37" y="24"/>
                  </a:cubicBezTo>
                  <a:cubicBezTo>
                    <a:pt x="18" y="27"/>
                    <a:pt x="2" y="25"/>
                    <a:pt x="1" y="19"/>
                  </a:cubicBezTo>
                  <a:cubicBezTo>
                    <a:pt x="0" y="14"/>
                    <a:pt x="14" y="6"/>
                    <a:pt x="33" y="3"/>
                  </a:cubicBezTo>
                  <a:cubicBezTo>
                    <a:pt x="52" y="0"/>
                    <a:pt x="68" y="2"/>
                    <a:pt x="69" y="8"/>
                  </a:cubicBez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任意多边形: 形状 208" descr="912a6549-650e-4af6-9793-21198e909f10"/>
            <p:cNvSpPr/>
            <p:nvPr/>
          </p:nvSpPr>
          <p:spPr bwMode="auto">
            <a:xfrm>
              <a:off x="4421981" y="3228975"/>
              <a:ext cx="225425" cy="57150"/>
            </a:xfrm>
            <a:custGeom>
              <a:gdLst>
                <a:gd name="T0" fmla="*/ 9 w 83"/>
                <a:gd name="T1" fmla="*/ 21 h 21"/>
                <a:gd name="T2" fmla="*/ 0 w 83"/>
                <a:gd name="T3" fmla="*/ 10 h 21"/>
                <a:gd name="T4" fmla="*/ 83 w 83"/>
                <a:gd name="T5" fmla="*/ 0 h 21"/>
                <a:gd name="T6" fmla="*/ 9 w 83"/>
                <a:gd name="T7" fmla="*/ 21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21">
                  <a:moveTo>
                    <a:pt x="9" y="2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9" y="15"/>
                    <a:pt x="83" y="0"/>
                  </a:cubicBezTo>
                  <a:cubicBezTo>
                    <a:pt x="47" y="20"/>
                    <a:pt x="9" y="21"/>
                    <a:pt x="9" y="2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任意多边形: 形状 209" descr="25d643f9-014b-4cac-bd35-25bb9971a616"/>
            <p:cNvSpPr/>
            <p:nvPr/>
          </p:nvSpPr>
          <p:spPr bwMode="auto">
            <a:xfrm>
              <a:off x="4556918" y="3352800"/>
              <a:ext cx="144463" cy="49213"/>
            </a:xfrm>
            <a:custGeom>
              <a:gdLst>
                <a:gd name="T0" fmla="*/ 49 w 53"/>
                <a:gd name="T1" fmla="*/ 10 h 18"/>
                <a:gd name="T2" fmla="*/ 0 w 53"/>
                <a:gd name="T3" fmla="*/ 13 h 18"/>
                <a:gd name="T4" fmla="*/ 53 w 53"/>
                <a:gd name="T5" fmla="*/ 0 h 18"/>
                <a:gd name="T6" fmla="*/ 49 w 53"/>
                <a:gd name="T7" fmla="*/ 1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8">
                  <a:moveTo>
                    <a:pt x="49" y="10"/>
                  </a:moveTo>
                  <a:cubicBezTo>
                    <a:pt x="49" y="10"/>
                    <a:pt x="25" y="18"/>
                    <a:pt x="0" y="13"/>
                  </a:cubicBezTo>
                  <a:cubicBezTo>
                    <a:pt x="30" y="12"/>
                    <a:pt x="53" y="0"/>
                    <a:pt x="53" y="0"/>
                  </a:cubicBezTo>
                  <a:lnTo>
                    <a:pt x="49" y="1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任意多边形: 形状 210" descr="82db61cd-33b9-42a1-854c-298353427314"/>
            <p:cNvSpPr/>
            <p:nvPr/>
          </p:nvSpPr>
          <p:spPr bwMode="auto">
            <a:xfrm>
              <a:off x="4263231" y="3413125"/>
              <a:ext cx="236538" cy="63500"/>
            </a:xfrm>
            <a:custGeom>
              <a:gdLst>
                <a:gd name="T0" fmla="*/ 84 w 87"/>
                <a:gd name="T1" fmla="*/ 8 h 23"/>
                <a:gd name="T2" fmla="*/ 5 w 87"/>
                <a:gd name="T3" fmla="*/ 23 h 23"/>
                <a:gd name="T4" fmla="*/ 0 w 87"/>
                <a:gd name="T5" fmla="*/ 20 h 23"/>
                <a:gd name="T6" fmla="*/ 3 w 87"/>
                <a:gd name="T7" fmla="*/ 15 h 23"/>
                <a:gd name="T8" fmla="*/ 82 w 87"/>
                <a:gd name="T9" fmla="*/ 1 h 23"/>
                <a:gd name="T10" fmla="*/ 87 w 87"/>
                <a:gd name="T11" fmla="*/ 4 h 23"/>
                <a:gd name="T12" fmla="*/ 84 w 87"/>
                <a:gd name="T13" fmla="*/ 8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23">
                  <a:moveTo>
                    <a:pt x="84" y="8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3" y="23"/>
                    <a:pt x="1" y="22"/>
                    <a:pt x="0" y="20"/>
                  </a:cubicBezTo>
                  <a:cubicBezTo>
                    <a:pt x="0" y="18"/>
                    <a:pt x="1" y="16"/>
                    <a:pt x="3" y="15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84" y="0"/>
                    <a:pt x="86" y="2"/>
                    <a:pt x="87" y="4"/>
                  </a:cubicBezTo>
                  <a:cubicBezTo>
                    <a:pt x="87" y="6"/>
                    <a:pt x="86" y="8"/>
                    <a:pt x="84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任意多边形: 形状 211" descr="7e4bc64a-113e-459d-8c17-9aa64e44cafb"/>
            <p:cNvSpPr/>
            <p:nvPr/>
          </p:nvSpPr>
          <p:spPr bwMode="auto">
            <a:xfrm>
              <a:off x="4252118" y="3362325"/>
              <a:ext cx="201613" cy="53975"/>
            </a:xfrm>
            <a:custGeom>
              <a:gdLst>
                <a:gd name="T0" fmla="*/ 70 w 74"/>
                <a:gd name="T1" fmla="*/ 8 h 20"/>
                <a:gd name="T2" fmla="*/ 5 w 74"/>
                <a:gd name="T3" fmla="*/ 20 h 20"/>
                <a:gd name="T4" fmla="*/ 0 w 74"/>
                <a:gd name="T5" fmla="*/ 17 h 20"/>
                <a:gd name="T6" fmla="*/ 3 w 74"/>
                <a:gd name="T7" fmla="*/ 12 h 20"/>
                <a:gd name="T8" fmla="*/ 69 w 74"/>
                <a:gd name="T9" fmla="*/ 0 h 20"/>
                <a:gd name="T10" fmla="*/ 74 w 74"/>
                <a:gd name="T11" fmla="*/ 3 h 20"/>
                <a:gd name="T12" fmla="*/ 70 w 74"/>
                <a:gd name="T13" fmla="*/ 8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20">
                  <a:moveTo>
                    <a:pt x="70" y="8"/>
                  </a:moveTo>
                  <a:cubicBezTo>
                    <a:pt x="5" y="20"/>
                    <a:pt x="5" y="20"/>
                    <a:pt x="5" y="20"/>
                  </a:cubicBezTo>
                  <a:cubicBezTo>
                    <a:pt x="3" y="20"/>
                    <a:pt x="0" y="19"/>
                    <a:pt x="0" y="17"/>
                  </a:cubicBezTo>
                  <a:cubicBezTo>
                    <a:pt x="0" y="15"/>
                    <a:pt x="1" y="13"/>
                    <a:pt x="3" y="12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1" y="0"/>
                    <a:pt x="73" y="1"/>
                    <a:pt x="74" y="3"/>
                  </a:cubicBezTo>
                  <a:cubicBezTo>
                    <a:pt x="74" y="5"/>
                    <a:pt x="73" y="7"/>
                    <a:pt x="70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任意多边形: 形状 212" descr="f374d3e3-038a-4d84-b0b8-1cb88beadef2"/>
            <p:cNvSpPr/>
            <p:nvPr/>
          </p:nvSpPr>
          <p:spPr bwMode="auto">
            <a:xfrm>
              <a:off x="4250531" y="3306763"/>
              <a:ext cx="163513" cy="49213"/>
            </a:xfrm>
            <a:custGeom>
              <a:gdLst>
                <a:gd name="T0" fmla="*/ 57 w 60"/>
                <a:gd name="T1" fmla="*/ 8 h 18"/>
                <a:gd name="T2" fmla="*/ 4 w 60"/>
                <a:gd name="T3" fmla="*/ 17 h 18"/>
                <a:gd name="T4" fmla="*/ 0 w 60"/>
                <a:gd name="T5" fmla="*/ 14 h 18"/>
                <a:gd name="T6" fmla="*/ 3 w 60"/>
                <a:gd name="T7" fmla="*/ 10 h 18"/>
                <a:gd name="T8" fmla="*/ 56 w 60"/>
                <a:gd name="T9" fmla="*/ 0 h 18"/>
                <a:gd name="T10" fmla="*/ 60 w 60"/>
                <a:gd name="T11" fmla="*/ 3 h 18"/>
                <a:gd name="T12" fmla="*/ 57 w 60"/>
                <a:gd name="T13" fmla="*/ 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57" y="8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2" y="18"/>
                    <a:pt x="0" y="16"/>
                    <a:pt x="0" y="14"/>
                  </a:cubicBezTo>
                  <a:cubicBezTo>
                    <a:pt x="0" y="12"/>
                    <a:pt x="1" y="10"/>
                    <a:pt x="3" y="1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8" y="0"/>
                    <a:pt x="60" y="1"/>
                    <a:pt x="60" y="3"/>
                  </a:cubicBezTo>
                  <a:cubicBezTo>
                    <a:pt x="60" y="5"/>
                    <a:pt x="59" y="7"/>
                    <a:pt x="57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任意多边形: 形状 213" descr="3292764c-883d-4069-8d3c-b49efb70495c"/>
            <p:cNvSpPr/>
            <p:nvPr/>
          </p:nvSpPr>
          <p:spPr bwMode="auto">
            <a:xfrm>
              <a:off x="7439818" y="2671763"/>
              <a:ext cx="433388" cy="387350"/>
            </a:xfrm>
            <a:custGeom>
              <a:gdLst>
                <a:gd name="T0" fmla="*/ 273 w 273"/>
                <a:gd name="T1" fmla="*/ 107 h 244"/>
                <a:gd name="T2" fmla="*/ 82 w 273"/>
                <a:gd name="T3" fmla="*/ 244 h 244"/>
                <a:gd name="T4" fmla="*/ 0 w 273"/>
                <a:gd name="T5" fmla="*/ 193 h 244"/>
                <a:gd name="T6" fmla="*/ 267 w 273"/>
                <a:gd name="T7" fmla="*/ 0 h 244"/>
                <a:gd name="T8" fmla="*/ 273 w 273"/>
                <a:gd name="T9" fmla="*/ 107 h 2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244">
                  <a:moveTo>
                    <a:pt x="273" y="107"/>
                  </a:moveTo>
                  <a:lnTo>
                    <a:pt x="82" y="244"/>
                  </a:lnTo>
                  <a:lnTo>
                    <a:pt x="0" y="193"/>
                  </a:lnTo>
                  <a:lnTo>
                    <a:pt x="267" y="0"/>
                  </a:lnTo>
                  <a:lnTo>
                    <a:pt x="273" y="107"/>
                  </a:lnTo>
                  <a:close/>
                </a:path>
              </a:pathLst>
            </a:custGeom>
            <a:solidFill>
              <a:srgbClr val="3B4F5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任意多边形: 形状 214" descr="43854744-4491-4b70-b9e7-1bb3c4e89bbf"/>
            <p:cNvSpPr/>
            <p:nvPr/>
          </p:nvSpPr>
          <p:spPr bwMode="auto">
            <a:xfrm>
              <a:off x="7504906" y="2692400"/>
              <a:ext cx="215900" cy="193675"/>
            </a:xfrm>
            <a:custGeom>
              <a:gdLst>
                <a:gd name="T0" fmla="*/ 96 w 136"/>
                <a:gd name="T1" fmla="*/ 0 h 122"/>
                <a:gd name="T2" fmla="*/ 0 w 136"/>
                <a:gd name="T3" fmla="*/ 69 h 122"/>
                <a:gd name="T4" fmla="*/ 40 w 136"/>
                <a:gd name="T5" fmla="*/ 122 h 122"/>
                <a:gd name="T6" fmla="*/ 136 w 136"/>
                <a:gd name="T7" fmla="*/ 53 h 122"/>
                <a:gd name="T8" fmla="*/ 96 w 136"/>
                <a:gd name="T9" fmla="*/ 0 h 1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22">
                  <a:moveTo>
                    <a:pt x="96" y="0"/>
                  </a:moveTo>
                  <a:lnTo>
                    <a:pt x="0" y="69"/>
                  </a:lnTo>
                  <a:lnTo>
                    <a:pt x="40" y="122"/>
                  </a:lnTo>
                  <a:lnTo>
                    <a:pt x="136" y="5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任意多边形: 形状 215" descr="4a3f2b97-3781-40ad-9a06-7d3b0b6a05e5"/>
            <p:cNvSpPr/>
            <p:nvPr/>
          </p:nvSpPr>
          <p:spPr bwMode="auto">
            <a:xfrm>
              <a:off x="7614443" y="2730500"/>
              <a:ext cx="61913" cy="65088"/>
            </a:xfrm>
            <a:custGeom>
              <a:gdLst>
                <a:gd name="T0" fmla="*/ 20 w 23"/>
                <a:gd name="T1" fmla="*/ 6 h 24"/>
                <a:gd name="T2" fmla="*/ 18 w 23"/>
                <a:gd name="T3" fmla="*/ 21 h 24"/>
                <a:gd name="T4" fmla="*/ 3 w 23"/>
                <a:gd name="T5" fmla="*/ 18 h 24"/>
                <a:gd name="T6" fmla="*/ 5 w 23"/>
                <a:gd name="T7" fmla="*/ 3 h 24"/>
                <a:gd name="T8" fmla="*/ 20 w 23"/>
                <a:gd name="T9" fmla="*/ 6 h 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20" y="6"/>
                  </a:moveTo>
                  <a:cubicBezTo>
                    <a:pt x="23" y="11"/>
                    <a:pt x="22" y="17"/>
                    <a:pt x="18" y="21"/>
                  </a:cubicBezTo>
                  <a:cubicBezTo>
                    <a:pt x="13" y="24"/>
                    <a:pt x="6" y="23"/>
                    <a:pt x="3" y="18"/>
                  </a:cubicBezTo>
                  <a:cubicBezTo>
                    <a:pt x="0" y="13"/>
                    <a:pt x="0" y="6"/>
                    <a:pt x="5" y="3"/>
                  </a:cubicBezTo>
                  <a:cubicBezTo>
                    <a:pt x="10" y="0"/>
                    <a:pt x="16" y="1"/>
                    <a:pt x="20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任意多边形: 形状 216" descr="c5c65a8f-5e04-4fee-9fae-5ca46fbc6c48"/>
            <p:cNvSpPr/>
            <p:nvPr/>
          </p:nvSpPr>
          <p:spPr bwMode="auto">
            <a:xfrm>
              <a:off x="7619206" y="2736850"/>
              <a:ext cx="52388" cy="53975"/>
            </a:xfrm>
            <a:custGeom>
              <a:gdLst>
                <a:gd name="T0" fmla="*/ 16 w 19"/>
                <a:gd name="T1" fmla="*/ 5 h 20"/>
                <a:gd name="T2" fmla="*/ 15 w 19"/>
                <a:gd name="T3" fmla="*/ 17 h 20"/>
                <a:gd name="T4" fmla="*/ 2 w 19"/>
                <a:gd name="T5" fmla="*/ 15 h 20"/>
                <a:gd name="T6" fmla="*/ 4 w 19"/>
                <a:gd name="T7" fmla="*/ 3 h 20"/>
                <a:gd name="T8" fmla="*/ 16 w 19"/>
                <a:gd name="T9" fmla="*/ 5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16" y="5"/>
                  </a:moveTo>
                  <a:cubicBezTo>
                    <a:pt x="19" y="9"/>
                    <a:pt x="18" y="14"/>
                    <a:pt x="15" y="17"/>
                  </a:cubicBezTo>
                  <a:cubicBezTo>
                    <a:pt x="11" y="20"/>
                    <a:pt x="5" y="19"/>
                    <a:pt x="2" y="15"/>
                  </a:cubicBezTo>
                  <a:cubicBezTo>
                    <a:pt x="0" y="11"/>
                    <a:pt x="0" y="5"/>
                    <a:pt x="4" y="3"/>
                  </a:cubicBezTo>
                  <a:cubicBezTo>
                    <a:pt x="8" y="0"/>
                    <a:pt x="14" y="1"/>
                    <a:pt x="16" y="5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任意多边形: 形状 217" descr="846a586a-1f77-4e4e-9c21-167be80bee88"/>
            <p:cNvSpPr/>
            <p:nvPr/>
          </p:nvSpPr>
          <p:spPr bwMode="auto">
            <a:xfrm>
              <a:off x="7469981" y="2727325"/>
              <a:ext cx="49213" cy="68263"/>
            </a:xfrm>
            <a:custGeom>
              <a:gdLst>
                <a:gd name="T0" fmla="*/ 3 w 31"/>
                <a:gd name="T1" fmla="*/ 0 h 43"/>
                <a:gd name="T2" fmla="*/ 0 w 31"/>
                <a:gd name="T3" fmla="*/ 4 h 43"/>
                <a:gd name="T4" fmla="*/ 27 w 31"/>
                <a:gd name="T5" fmla="*/ 43 h 43"/>
                <a:gd name="T6" fmla="*/ 31 w 31"/>
                <a:gd name="T7" fmla="*/ 40 h 43"/>
                <a:gd name="T8" fmla="*/ 3 w 31"/>
                <a:gd name="T9" fmla="*/ 0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43">
                  <a:moveTo>
                    <a:pt x="3" y="0"/>
                  </a:moveTo>
                  <a:lnTo>
                    <a:pt x="0" y="4"/>
                  </a:lnTo>
                  <a:lnTo>
                    <a:pt x="27" y="43"/>
                  </a:lnTo>
                  <a:lnTo>
                    <a:pt x="31" y="4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任意多边形: 形状 218" descr="c4fb035b-d221-494d-ad09-88ad15bc2dce"/>
            <p:cNvSpPr/>
            <p:nvPr/>
          </p:nvSpPr>
          <p:spPr bwMode="auto">
            <a:xfrm>
              <a:off x="7398543" y="2733675"/>
              <a:ext cx="95250" cy="84138"/>
            </a:xfrm>
            <a:custGeom>
              <a:gdLst>
                <a:gd name="T0" fmla="*/ 16 w 60"/>
                <a:gd name="T1" fmla="*/ 53 h 53"/>
                <a:gd name="T2" fmla="*/ 60 w 60"/>
                <a:gd name="T3" fmla="*/ 20 h 53"/>
                <a:gd name="T4" fmla="*/ 45 w 60"/>
                <a:gd name="T5" fmla="*/ 0 h 53"/>
                <a:gd name="T6" fmla="*/ 0 w 60"/>
                <a:gd name="T7" fmla="*/ 32 h 53"/>
                <a:gd name="T8" fmla="*/ 21 w 60"/>
                <a:gd name="T9" fmla="*/ 34 h 53"/>
                <a:gd name="T10" fmla="*/ 16 w 60"/>
                <a:gd name="T11" fmla="*/ 53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52">
                  <a:moveTo>
                    <a:pt x="16" y="53"/>
                  </a:moveTo>
                  <a:lnTo>
                    <a:pt x="60" y="20"/>
                  </a:lnTo>
                  <a:lnTo>
                    <a:pt x="45" y="0"/>
                  </a:lnTo>
                  <a:lnTo>
                    <a:pt x="0" y="32"/>
                  </a:lnTo>
                  <a:lnTo>
                    <a:pt x="21" y="34"/>
                  </a:lnTo>
                  <a:lnTo>
                    <a:pt x="16" y="53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任意多边形: 形状 219" descr="41fe163d-745d-45ad-ab2d-c85081e6dbca"/>
            <p:cNvSpPr/>
            <p:nvPr/>
          </p:nvSpPr>
          <p:spPr bwMode="auto">
            <a:xfrm>
              <a:off x="7466806" y="2708275"/>
              <a:ext cx="403225" cy="304800"/>
            </a:xfrm>
            <a:custGeom>
              <a:gdLst>
                <a:gd name="T0" fmla="*/ 254 w 254"/>
                <a:gd name="T1" fmla="*/ 23 h 192"/>
                <a:gd name="T2" fmla="*/ 17 w 254"/>
                <a:gd name="T3" fmla="*/ 192 h 192"/>
                <a:gd name="T4" fmla="*/ 0 w 254"/>
                <a:gd name="T5" fmla="*/ 180 h 192"/>
                <a:gd name="T6" fmla="*/ 252 w 254"/>
                <a:gd name="T7" fmla="*/ 0 h 192"/>
                <a:gd name="T8" fmla="*/ 254 w 254"/>
                <a:gd name="T9" fmla="*/ 23 h 19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92">
                  <a:moveTo>
                    <a:pt x="254" y="23"/>
                  </a:moveTo>
                  <a:lnTo>
                    <a:pt x="17" y="192"/>
                  </a:lnTo>
                  <a:lnTo>
                    <a:pt x="0" y="180"/>
                  </a:lnTo>
                  <a:lnTo>
                    <a:pt x="252" y="0"/>
                  </a:lnTo>
                  <a:lnTo>
                    <a:pt x="254" y="23"/>
                  </a:lnTo>
                  <a:close/>
                </a:path>
              </a:pathLst>
            </a:custGeom>
            <a:solidFill>
              <a:srgbClr val="A35C5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任意多边形: 形状 220" descr="22b90c29-8259-4e96-bb44-e810a9d356a9"/>
            <p:cNvSpPr/>
            <p:nvPr/>
          </p:nvSpPr>
          <p:spPr bwMode="auto">
            <a:xfrm>
              <a:off x="7417593" y="2909888"/>
              <a:ext cx="490538" cy="136525"/>
            </a:xfrm>
            <a:custGeom>
              <a:gdLst>
                <a:gd name="T0" fmla="*/ 171 w 180"/>
                <a:gd name="T1" fmla="*/ 49 h 50"/>
                <a:gd name="T2" fmla="*/ 168 w 180"/>
                <a:gd name="T3" fmla="*/ 47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3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8"/>
                    <a:pt x="168" y="47"/>
                  </a:cubicBezTo>
                  <a:cubicBezTo>
                    <a:pt x="168" y="47"/>
                    <a:pt x="155" y="35"/>
                    <a:pt x="136" y="32"/>
                  </a:cubicBezTo>
                  <a:cubicBezTo>
                    <a:pt x="130" y="31"/>
                    <a:pt x="123" y="33"/>
                    <a:pt x="116" y="34"/>
                  </a:cubicBezTo>
                  <a:cubicBezTo>
                    <a:pt x="107" y="36"/>
                    <a:pt x="99" y="37"/>
                    <a:pt x="91" y="36"/>
                  </a:cubicBezTo>
                  <a:cubicBezTo>
                    <a:pt x="76" y="34"/>
                    <a:pt x="70" y="29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3"/>
                    <a:pt x="3" y="22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4" y="10"/>
                    <a:pt x="21" y="0"/>
                    <a:pt x="49" y="5"/>
                  </a:cubicBezTo>
                  <a:cubicBezTo>
                    <a:pt x="63" y="7"/>
                    <a:pt x="69" y="11"/>
                    <a:pt x="73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2"/>
                    <a:pt x="113" y="21"/>
                  </a:cubicBezTo>
                  <a:cubicBezTo>
                    <a:pt x="122" y="19"/>
                    <a:pt x="130" y="18"/>
                    <a:pt x="138" y="19"/>
                  </a:cubicBezTo>
                  <a:cubicBezTo>
                    <a:pt x="161" y="23"/>
                    <a:pt x="177" y="37"/>
                    <a:pt x="177" y="38"/>
                  </a:cubicBezTo>
                  <a:cubicBezTo>
                    <a:pt x="180" y="40"/>
                    <a:pt x="180" y="45"/>
                    <a:pt x="177" y="47"/>
                  </a:cubicBezTo>
                  <a:cubicBezTo>
                    <a:pt x="176" y="49"/>
                    <a:pt x="173" y="50"/>
                    <a:pt x="171" y="49"/>
                  </a:cubicBezTo>
                  <a:close/>
                </a:path>
              </a:pathLst>
            </a:custGeom>
            <a:solidFill>
              <a:srgbClr val="445F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任意多边形: 形状 221" descr="083a0d39-d1c2-42f2-82d9-7ea434d3c4dd"/>
            <p:cNvSpPr/>
            <p:nvPr/>
          </p:nvSpPr>
          <p:spPr bwMode="auto">
            <a:xfrm>
              <a:off x="7412831" y="2943225"/>
              <a:ext cx="488950" cy="134938"/>
            </a:xfrm>
            <a:custGeom>
              <a:gdLst>
                <a:gd name="T0" fmla="*/ 171 w 180"/>
                <a:gd name="T1" fmla="*/ 49 h 50"/>
                <a:gd name="T2" fmla="*/ 168 w 180"/>
                <a:gd name="T3" fmla="*/ 48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3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7"/>
                    <a:pt x="155" y="35"/>
                    <a:pt x="136" y="32"/>
                  </a:cubicBezTo>
                  <a:cubicBezTo>
                    <a:pt x="130" y="31"/>
                    <a:pt x="123" y="33"/>
                    <a:pt x="116" y="34"/>
                  </a:cubicBezTo>
                  <a:cubicBezTo>
                    <a:pt x="108" y="36"/>
                    <a:pt x="99" y="38"/>
                    <a:pt x="91" y="36"/>
                  </a:cubicBezTo>
                  <a:cubicBezTo>
                    <a:pt x="76" y="34"/>
                    <a:pt x="70" y="29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4"/>
                    <a:pt x="3" y="22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4" y="10"/>
                    <a:pt x="21" y="0"/>
                    <a:pt x="49" y="5"/>
                  </a:cubicBezTo>
                  <a:cubicBezTo>
                    <a:pt x="63" y="7"/>
                    <a:pt x="69" y="11"/>
                    <a:pt x="73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2"/>
                    <a:pt x="113" y="21"/>
                  </a:cubicBezTo>
                  <a:cubicBezTo>
                    <a:pt x="122" y="19"/>
                    <a:pt x="130" y="18"/>
                    <a:pt x="138" y="19"/>
                  </a:cubicBezTo>
                  <a:cubicBezTo>
                    <a:pt x="161" y="23"/>
                    <a:pt x="177" y="37"/>
                    <a:pt x="177" y="38"/>
                  </a:cubicBezTo>
                  <a:cubicBezTo>
                    <a:pt x="180" y="40"/>
                    <a:pt x="180" y="45"/>
                    <a:pt x="177" y="47"/>
                  </a:cubicBezTo>
                  <a:cubicBezTo>
                    <a:pt x="176" y="49"/>
                    <a:pt x="174" y="50"/>
                    <a:pt x="171" y="49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任意多边形: 形状 222" descr="9f044ec0-da6a-487d-b6bf-41cf9af048b7"/>
            <p:cNvSpPr/>
            <p:nvPr/>
          </p:nvSpPr>
          <p:spPr bwMode="auto">
            <a:xfrm>
              <a:off x="7408068" y="2974975"/>
              <a:ext cx="488950" cy="136525"/>
            </a:xfrm>
            <a:custGeom>
              <a:gdLst>
                <a:gd name="T0" fmla="*/ 171 w 180"/>
                <a:gd name="T1" fmla="*/ 49 h 50"/>
                <a:gd name="T2" fmla="*/ 168 w 180"/>
                <a:gd name="T3" fmla="*/ 48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4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8"/>
                    <a:pt x="155" y="36"/>
                    <a:pt x="136" y="32"/>
                  </a:cubicBezTo>
                  <a:cubicBezTo>
                    <a:pt x="130" y="32"/>
                    <a:pt x="123" y="33"/>
                    <a:pt x="116" y="34"/>
                  </a:cubicBezTo>
                  <a:cubicBezTo>
                    <a:pt x="108" y="36"/>
                    <a:pt x="99" y="38"/>
                    <a:pt x="91" y="36"/>
                  </a:cubicBezTo>
                  <a:cubicBezTo>
                    <a:pt x="76" y="34"/>
                    <a:pt x="70" y="30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4"/>
                    <a:pt x="4" y="23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5" y="10"/>
                    <a:pt x="21" y="0"/>
                    <a:pt x="49" y="5"/>
                  </a:cubicBezTo>
                  <a:cubicBezTo>
                    <a:pt x="63" y="7"/>
                    <a:pt x="69" y="11"/>
                    <a:pt x="74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3"/>
                    <a:pt x="113" y="21"/>
                  </a:cubicBezTo>
                  <a:cubicBezTo>
                    <a:pt x="122" y="20"/>
                    <a:pt x="130" y="18"/>
                    <a:pt x="138" y="19"/>
                  </a:cubicBezTo>
                  <a:cubicBezTo>
                    <a:pt x="162" y="23"/>
                    <a:pt x="177" y="37"/>
                    <a:pt x="177" y="38"/>
                  </a:cubicBezTo>
                  <a:cubicBezTo>
                    <a:pt x="180" y="41"/>
                    <a:pt x="180" y="45"/>
                    <a:pt x="177" y="47"/>
                  </a:cubicBezTo>
                  <a:cubicBezTo>
                    <a:pt x="176" y="49"/>
                    <a:pt x="174" y="50"/>
                    <a:pt x="171" y="49"/>
                  </a:cubicBezTo>
                  <a:close/>
                </a:path>
              </a:pathLst>
            </a:custGeom>
            <a:solidFill>
              <a:srgbClr val="445F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任意多边形: 形状 223" descr="6344219a-abd2-47f2-ba0f-5d83043f85af"/>
            <p:cNvSpPr/>
            <p:nvPr/>
          </p:nvSpPr>
          <p:spPr bwMode="auto">
            <a:xfrm>
              <a:off x="7401718" y="3008313"/>
              <a:ext cx="490538" cy="136525"/>
            </a:xfrm>
            <a:custGeom>
              <a:gdLst>
                <a:gd name="T0" fmla="*/ 171 w 180"/>
                <a:gd name="T1" fmla="*/ 50 h 50"/>
                <a:gd name="T2" fmla="*/ 168 w 180"/>
                <a:gd name="T3" fmla="*/ 48 h 50"/>
                <a:gd name="T4" fmla="*/ 136 w 180"/>
                <a:gd name="T5" fmla="*/ 33 h 50"/>
                <a:gd name="T6" fmla="*/ 116 w 180"/>
                <a:gd name="T7" fmla="*/ 35 h 50"/>
                <a:gd name="T8" fmla="*/ 91 w 180"/>
                <a:gd name="T9" fmla="*/ 37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20 h 50"/>
                <a:gd name="T18" fmla="*/ 4 w 180"/>
                <a:gd name="T19" fmla="*/ 11 h 50"/>
                <a:gd name="T20" fmla="*/ 49 w 180"/>
                <a:gd name="T21" fmla="*/ 5 h 50"/>
                <a:gd name="T22" fmla="*/ 74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8 h 50"/>
                <a:gd name="T34" fmla="*/ 171 w 180"/>
                <a:gd name="T35" fmla="*/ 50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50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8"/>
                    <a:pt x="155" y="36"/>
                    <a:pt x="136" y="33"/>
                  </a:cubicBezTo>
                  <a:cubicBezTo>
                    <a:pt x="130" y="32"/>
                    <a:pt x="123" y="33"/>
                    <a:pt x="116" y="35"/>
                  </a:cubicBezTo>
                  <a:cubicBezTo>
                    <a:pt x="108" y="36"/>
                    <a:pt x="99" y="38"/>
                    <a:pt x="91" y="37"/>
                  </a:cubicBezTo>
                  <a:cubicBezTo>
                    <a:pt x="76" y="34"/>
                    <a:pt x="70" y="30"/>
                    <a:pt x="65" y="26"/>
                  </a:cubicBezTo>
                  <a:cubicBezTo>
                    <a:pt x="61" y="23"/>
                    <a:pt x="58" y="20"/>
                    <a:pt x="47" y="18"/>
                  </a:cubicBezTo>
                  <a:cubicBezTo>
                    <a:pt x="24" y="15"/>
                    <a:pt x="11" y="22"/>
                    <a:pt x="11" y="22"/>
                  </a:cubicBezTo>
                  <a:cubicBezTo>
                    <a:pt x="8" y="24"/>
                    <a:pt x="4" y="23"/>
                    <a:pt x="2" y="20"/>
                  </a:cubicBezTo>
                  <a:cubicBezTo>
                    <a:pt x="0" y="17"/>
                    <a:pt x="1" y="12"/>
                    <a:pt x="4" y="11"/>
                  </a:cubicBezTo>
                  <a:cubicBezTo>
                    <a:pt x="5" y="10"/>
                    <a:pt x="21" y="0"/>
                    <a:pt x="49" y="5"/>
                  </a:cubicBezTo>
                  <a:cubicBezTo>
                    <a:pt x="63" y="7"/>
                    <a:pt x="69" y="12"/>
                    <a:pt x="74" y="15"/>
                  </a:cubicBezTo>
                  <a:cubicBezTo>
                    <a:pt x="78" y="19"/>
                    <a:pt x="81" y="21"/>
                    <a:pt x="93" y="23"/>
                  </a:cubicBezTo>
                  <a:cubicBezTo>
                    <a:pt x="99" y="24"/>
                    <a:pt x="106" y="23"/>
                    <a:pt x="113" y="21"/>
                  </a:cubicBezTo>
                  <a:cubicBezTo>
                    <a:pt x="122" y="20"/>
                    <a:pt x="130" y="18"/>
                    <a:pt x="138" y="19"/>
                  </a:cubicBezTo>
                  <a:cubicBezTo>
                    <a:pt x="162" y="23"/>
                    <a:pt x="177" y="38"/>
                    <a:pt x="177" y="38"/>
                  </a:cubicBezTo>
                  <a:cubicBezTo>
                    <a:pt x="180" y="41"/>
                    <a:pt x="180" y="45"/>
                    <a:pt x="177" y="48"/>
                  </a:cubicBezTo>
                  <a:cubicBezTo>
                    <a:pt x="176" y="49"/>
                    <a:pt x="174" y="50"/>
                    <a:pt x="171" y="50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任意多边形: 形状 224" descr="65b52e62-7a3c-45b9-a407-4013632f80d9"/>
            <p:cNvSpPr/>
            <p:nvPr/>
          </p:nvSpPr>
          <p:spPr bwMode="auto">
            <a:xfrm>
              <a:off x="7844631" y="2878138"/>
              <a:ext cx="63500" cy="122238"/>
            </a:xfrm>
            <a:custGeom>
              <a:gdLst>
                <a:gd name="T0" fmla="*/ 7 w 23"/>
                <a:gd name="T1" fmla="*/ 22 h 45"/>
                <a:gd name="T2" fmla="*/ 0 w 23"/>
                <a:gd name="T3" fmla="*/ 33 h 45"/>
                <a:gd name="T4" fmla="*/ 8 w 23"/>
                <a:gd name="T5" fmla="*/ 45 h 45"/>
                <a:gd name="T6" fmla="*/ 21 w 23"/>
                <a:gd name="T7" fmla="*/ 24 h 45"/>
                <a:gd name="T8" fmla="*/ 16 w 23"/>
                <a:gd name="T9" fmla="*/ 0 h 45"/>
                <a:gd name="T10" fmla="*/ 4 w 23"/>
                <a:gd name="T11" fmla="*/ 8 h 45"/>
                <a:gd name="T12" fmla="*/ 7 w 23"/>
                <a:gd name="T13" fmla="*/ 22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45">
                  <a:moveTo>
                    <a:pt x="7" y="22"/>
                  </a:moveTo>
                  <a:cubicBezTo>
                    <a:pt x="6" y="27"/>
                    <a:pt x="3" y="31"/>
                    <a:pt x="0" y="3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5" y="40"/>
                    <a:pt x="20" y="33"/>
                    <a:pt x="21" y="24"/>
                  </a:cubicBezTo>
                  <a:cubicBezTo>
                    <a:pt x="23" y="15"/>
                    <a:pt x="20" y="6"/>
                    <a:pt x="16" y="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6" y="12"/>
                    <a:pt x="8" y="17"/>
                    <a:pt x="7" y="22"/>
                  </a:cubicBezTo>
                  <a:close/>
                </a:path>
              </a:pathLst>
            </a:custGeom>
            <a:solidFill>
              <a:srgbClr val="FF90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任意多边形: 形状 225" descr="5e958bfd-e48d-49f4-93a6-6029f4b28044"/>
            <p:cNvSpPr/>
            <p:nvPr/>
          </p:nvSpPr>
          <p:spPr bwMode="auto">
            <a:xfrm>
              <a:off x="7722393" y="2859088"/>
              <a:ext cx="60325" cy="119063"/>
            </a:xfrm>
            <a:custGeom>
              <a:gdLst>
                <a:gd name="T0" fmla="*/ 16 w 22"/>
                <a:gd name="T1" fmla="*/ 23 h 44"/>
                <a:gd name="T2" fmla="*/ 22 w 22"/>
                <a:gd name="T3" fmla="*/ 12 h 44"/>
                <a:gd name="T4" fmla="*/ 13 w 22"/>
                <a:gd name="T5" fmla="*/ 0 h 44"/>
                <a:gd name="T6" fmla="*/ 1 w 22"/>
                <a:gd name="T7" fmla="*/ 20 h 44"/>
                <a:gd name="T8" fmla="*/ 6 w 22"/>
                <a:gd name="T9" fmla="*/ 44 h 44"/>
                <a:gd name="T10" fmla="*/ 18 w 22"/>
                <a:gd name="T11" fmla="*/ 35 h 44"/>
                <a:gd name="T12" fmla="*/ 16 w 22"/>
                <a:gd name="T13" fmla="*/ 23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44">
                  <a:moveTo>
                    <a:pt x="16" y="23"/>
                  </a:moveTo>
                  <a:cubicBezTo>
                    <a:pt x="16" y="18"/>
                    <a:pt x="19" y="14"/>
                    <a:pt x="22" y="1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5"/>
                    <a:pt x="3" y="12"/>
                    <a:pt x="1" y="20"/>
                  </a:cubicBezTo>
                  <a:cubicBezTo>
                    <a:pt x="0" y="29"/>
                    <a:pt x="2" y="37"/>
                    <a:pt x="6" y="44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6" y="31"/>
                    <a:pt x="15" y="27"/>
                    <a:pt x="16" y="23"/>
                  </a:cubicBezTo>
                  <a:close/>
                </a:path>
              </a:pathLst>
            </a:custGeom>
            <a:solidFill>
              <a:srgbClr val="FF90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任意多边形: 形状 226" descr="41cce9e4-d15b-4a25-8a40-98d9dbfe3ca4"/>
            <p:cNvSpPr/>
            <p:nvPr/>
          </p:nvSpPr>
          <p:spPr bwMode="auto">
            <a:xfrm>
              <a:off x="7758906" y="2836863"/>
              <a:ext cx="130175" cy="61913"/>
            </a:xfrm>
            <a:custGeom>
              <a:gdLst>
                <a:gd name="T0" fmla="*/ 47 w 48"/>
                <a:gd name="T1" fmla="*/ 13 h 23"/>
                <a:gd name="T2" fmla="*/ 26 w 48"/>
                <a:gd name="T3" fmla="*/ 1 h 23"/>
                <a:gd name="T4" fmla="*/ 2 w 48"/>
                <a:gd name="T5" fmla="*/ 7 h 23"/>
                <a:gd name="T6" fmla="*/ 0 w 48"/>
                <a:gd name="T7" fmla="*/ 8 h 23"/>
                <a:gd name="T8" fmla="*/ 9 w 48"/>
                <a:gd name="T9" fmla="*/ 20 h 23"/>
                <a:gd name="T10" fmla="*/ 10 w 48"/>
                <a:gd name="T11" fmla="*/ 19 h 23"/>
                <a:gd name="T12" fmla="*/ 24 w 48"/>
                <a:gd name="T13" fmla="*/ 15 h 23"/>
                <a:gd name="T14" fmla="*/ 35 w 48"/>
                <a:gd name="T15" fmla="*/ 22 h 23"/>
                <a:gd name="T16" fmla="*/ 36 w 48"/>
                <a:gd name="T17" fmla="*/ 23 h 23"/>
                <a:gd name="T18" fmla="*/ 48 w 48"/>
                <a:gd name="T19" fmla="*/ 15 h 23"/>
                <a:gd name="T20" fmla="*/ 47 w 48"/>
                <a:gd name="T21" fmla="*/ 1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23">
                  <a:moveTo>
                    <a:pt x="47" y="13"/>
                  </a:moveTo>
                  <a:cubicBezTo>
                    <a:pt x="42" y="7"/>
                    <a:pt x="34" y="2"/>
                    <a:pt x="26" y="1"/>
                  </a:cubicBezTo>
                  <a:cubicBezTo>
                    <a:pt x="17" y="0"/>
                    <a:pt x="8" y="2"/>
                    <a:pt x="2" y="7"/>
                  </a:cubicBezTo>
                  <a:cubicBezTo>
                    <a:pt x="1" y="7"/>
                    <a:pt x="1" y="8"/>
                    <a:pt x="0" y="8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10" y="19"/>
                    <a:pt x="10" y="19"/>
                  </a:cubicBezTo>
                  <a:cubicBezTo>
                    <a:pt x="14" y="16"/>
                    <a:pt x="19" y="15"/>
                    <a:pt x="24" y="15"/>
                  </a:cubicBezTo>
                  <a:cubicBezTo>
                    <a:pt x="28" y="16"/>
                    <a:pt x="32" y="19"/>
                    <a:pt x="35" y="22"/>
                  </a:cubicBezTo>
                  <a:cubicBezTo>
                    <a:pt x="35" y="22"/>
                    <a:pt x="35" y="23"/>
                    <a:pt x="36" y="23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7" y="14"/>
                    <a:pt x="47" y="14"/>
                    <a:pt x="47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任意多边形: 形状 227" descr="ed2f448a-0a77-456b-b938-506eae5ee719"/>
            <p:cNvSpPr/>
            <p:nvPr/>
          </p:nvSpPr>
          <p:spPr bwMode="auto">
            <a:xfrm>
              <a:off x="7739856" y="2954338"/>
              <a:ext cx="127000" cy="65088"/>
            </a:xfrm>
            <a:custGeom>
              <a:gdLst>
                <a:gd name="T0" fmla="*/ 39 w 47"/>
                <a:gd name="T1" fmla="*/ 5 h 24"/>
                <a:gd name="T2" fmla="*/ 37 w 47"/>
                <a:gd name="T3" fmla="*/ 6 h 24"/>
                <a:gd name="T4" fmla="*/ 25 w 47"/>
                <a:gd name="T5" fmla="*/ 9 h 24"/>
                <a:gd name="T6" fmla="*/ 13 w 47"/>
                <a:gd name="T7" fmla="*/ 2 h 24"/>
                <a:gd name="T8" fmla="*/ 12 w 47"/>
                <a:gd name="T9" fmla="*/ 0 h 24"/>
                <a:gd name="T10" fmla="*/ 0 w 47"/>
                <a:gd name="T11" fmla="*/ 9 h 24"/>
                <a:gd name="T12" fmla="*/ 1 w 47"/>
                <a:gd name="T13" fmla="*/ 10 h 24"/>
                <a:gd name="T14" fmla="*/ 22 w 47"/>
                <a:gd name="T15" fmla="*/ 23 h 24"/>
                <a:gd name="T16" fmla="*/ 46 w 47"/>
                <a:gd name="T17" fmla="*/ 18 h 24"/>
                <a:gd name="T18" fmla="*/ 47 w 47"/>
                <a:gd name="T19" fmla="*/ 17 h 24"/>
                <a:gd name="T20" fmla="*/ 39 w 47"/>
                <a:gd name="T21" fmla="*/ 5 h 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24">
                  <a:moveTo>
                    <a:pt x="39" y="5"/>
                  </a:moveTo>
                  <a:cubicBezTo>
                    <a:pt x="38" y="6"/>
                    <a:pt x="38" y="6"/>
                    <a:pt x="37" y="6"/>
                  </a:cubicBezTo>
                  <a:cubicBezTo>
                    <a:pt x="34" y="8"/>
                    <a:pt x="29" y="9"/>
                    <a:pt x="25" y="9"/>
                  </a:cubicBezTo>
                  <a:cubicBezTo>
                    <a:pt x="20" y="8"/>
                    <a:pt x="16" y="5"/>
                    <a:pt x="13" y="2"/>
                  </a:cubicBezTo>
                  <a:cubicBezTo>
                    <a:pt x="13" y="1"/>
                    <a:pt x="12" y="1"/>
                    <a:pt x="12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6" y="17"/>
                    <a:pt x="14" y="22"/>
                    <a:pt x="22" y="23"/>
                  </a:cubicBezTo>
                  <a:cubicBezTo>
                    <a:pt x="31" y="24"/>
                    <a:pt x="39" y="22"/>
                    <a:pt x="46" y="18"/>
                  </a:cubicBezTo>
                  <a:cubicBezTo>
                    <a:pt x="46" y="18"/>
                    <a:pt x="47" y="18"/>
                    <a:pt x="47" y="17"/>
                  </a:cubicBezTo>
                  <a:lnTo>
                    <a:pt x="39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任意多边形: 形状 228" descr="98a30c3f-bda0-436d-b393-b878149be724"/>
            <p:cNvSpPr/>
            <p:nvPr/>
          </p:nvSpPr>
          <p:spPr bwMode="auto">
            <a:xfrm>
              <a:off x="6515893" y="1727200"/>
              <a:ext cx="495300" cy="450850"/>
            </a:xfrm>
            <a:custGeom>
              <a:gdLst>
                <a:gd name="T0" fmla="*/ 164 w 182"/>
                <a:gd name="T1" fmla="*/ 19 h 166"/>
                <a:gd name="T2" fmla="*/ 91 w 182"/>
                <a:gd name="T3" fmla="*/ 0 h 166"/>
                <a:gd name="T4" fmla="*/ 18 w 182"/>
                <a:gd name="T5" fmla="*/ 19 h 166"/>
                <a:gd name="T6" fmla="*/ 91 w 182"/>
                <a:gd name="T7" fmla="*/ 166 h 166"/>
                <a:gd name="T8" fmla="*/ 164 w 182"/>
                <a:gd name="T9" fmla="*/ 19 h 1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166">
                  <a:moveTo>
                    <a:pt x="164" y="19"/>
                  </a:moveTo>
                  <a:cubicBezTo>
                    <a:pt x="164" y="19"/>
                    <a:pt x="127" y="30"/>
                    <a:pt x="91" y="0"/>
                  </a:cubicBezTo>
                  <a:cubicBezTo>
                    <a:pt x="55" y="30"/>
                    <a:pt x="18" y="19"/>
                    <a:pt x="18" y="19"/>
                  </a:cubicBezTo>
                  <a:cubicBezTo>
                    <a:pt x="18" y="19"/>
                    <a:pt x="0" y="122"/>
                    <a:pt x="91" y="166"/>
                  </a:cubicBezTo>
                  <a:cubicBezTo>
                    <a:pt x="182" y="122"/>
                    <a:pt x="164" y="19"/>
                    <a:pt x="164" y="19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任意多边形: 形状 229" descr="c27a943e-34ed-4e09-a678-1333c419e1e7"/>
            <p:cNvSpPr/>
            <p:nvPr/>
          </p:nvSpPr>
          <p:spPr bwMode="auto">
            <a:xfrm>
              <a:off x="6547643" y="1765300"/>
              <a:ext cx="430213" cy="385763"/>
            </a:xfrm>
            <a:custGeom>
              <a:gdLst>
                <a:gd name="T0" fmla="*/ 142 w 158"/>
                <a:gd name="T1" fmla="*/ 17 h 142"/>
                <a:gd name="T2" fmla="*/ 79 w 158"/>
                <a:gd name="T3" fmla="*/ 0 h 142"/>
                <a:gd name="T4" fmla="*/ 16 w 158"/>
                <a:gd name="T5" fmla="*/ 17 h 142"/>
                <a:gd name="T6" fmla="*/ 79 w 158"/>
                <a:gd name="T7" fmla="*/ 142 h 142"/>
                <a:gd name="T8" fmla="*/ 142 w 158"/>
                <a:gd name="T9" fmla="*/ 17 h 1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42">
                  <a:moveTo>
                    <a:pt x="142" y="17"/>
                  </a:moveTo>
                  <a:cubicBezTo>
                    <a:pt x="142" y="17"/>
                    <a:pt x="110" y="26"/>
                    <a:pt x="79" y="0"/>
                  </a:cubicBezTo>
                  <a:cubicBezTo>
                    <a:pt x="48" y="26"/>
                    <a:pt x="16" y="17"/>
                    <a:pt x="16" y="17"/>
                  </a:cubicBezTo>
                  <a:cubicBezTo>
                    <a:pt x="16" y="17"/>
                    <a:pt x="0" y="104"/>
                    <a:pt x="79" y="142"/>
                  </a:cubicBezTo>
                  <a:cubicBezTo>
                    <a:pt x="158" y="104"/>
                    <a:pt x="142" y="17"/>
                    <a:pt x="142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任意多边形: 形状 230" descr="6cecd77f-1ed0-4781-9f19-0da976b36da1"/>
            <p:cNvSpPr/>
            <p:nvPr/>
          </p:nvSpPr>
          <p:spPr bwMode="auto">
            <a:xfrm>
              <a:off x="6569868" y="1784350"/>
              <a:ext cx="384175" cy="350838"/>
            </a:xfrm>
            <a:custGeom>
              <a:gdLst>
                <a:gd name="T0" fmla="*/ 129 w 141"/>
                <a:gd name="T1" fmla="*/ 16 h 129"/>
                <a:gd name="T2" fmla="*/ 71 w 141"/>
                <a:gd name="T3" fmla="*/ 0 h 129"/>
                <a:gd name="T4" fmla="*/ 13 w 141"/>
                <a:gd name="T5" fmla="*/ 16 h 129"/>
                <a:gd name="T6" fmla="*/ 71 w 141"/>
                <a:gd name="T7" fmla="*/ 129 h 129"/>
                <a:gd name="T8" fmla="*/ 129 w 141"/>
                <a:gd name="T9" fmla="*/ 16 h 1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129">
                  <a:moveTo>
                    <a:pt x="129" y="16"/>
                  </a:moveTo>
                  <a:cubicBezTo>
                    <a:pt x="129" y="16"/>
                    <a:pt x="99" y="24"/>
                    <a:pt x="71" y="0"/>
                  </a:cubicBezTo>
                  <a:cubicBezTo>
                    <a:pt x="43" y="24"/>
                    <a:pt x="13" y="16"/>
                    <a:pt x="13" y="16"/>
                  </a:cubicBezTo>
                  <a:cubicBezTo>
                    <a:pt x="13" y="16"/>
                    <a:pt x="0" y="95"/>
                    <a:pt x="71" y="129"/>
                  </a:cubicBezTo>
                  <a:cubicBezTo>
                    <a:pt x="141" y="95"/>
                    <a:pt x="129" y="16"/>
                    <a:pt x="129" y="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任意多边形: 形状 231" descr="926defce-08d7-448d-a9ce-f371d5398f6a"/>
            <p:cNvSpPr/>
            <p:nvPr/>
          </p:nvSpPr>
          <p:spPr bwMode="auto">
            <a:xfrm>
              <a:off x="6673056" y="1857375"/>
              <a:ext cx="179388" cy="179388"/>
            </a:xfrm>
            <a:custGeom>
              <a:gdLst>
                <a:gd name="T0" fmla="*/ 70 w 113"/>
                <a:gd name="T1" fmla="*/ 43 h 113"/>
                <a:gd name="T2" fmla="*/ 70 w 113"/>
                <a:gd name="T3" fmla="*/ 0 h 113"/>
                <a:gd name="T4" fmla="*/ 43 w 113"/>
                <a:gd name="T5" fmla="*/ 0 h 113"/>
                <a:gd name="T6" fmla="*/ 43 w 113"/>
                <a:gd name="T7" fmla="*/ 43 h 113"/>
                <a:gd name="T8" fmla="*/ 0 w 113"/>
                <a:gd name="T9" fmla="*/ 43 h 113"/>
                <a:gd name="T10" fmla="*/ 0 w 113"/>
                <a:gd name="T11" fmla="*/ 69 h 113"/>
                <a:gd name="T12" fmla="*/ 43 w 113"/>
                <a:gd name="T13" fmla="*/ 69 h 113"/>
                <a:gd name="T14" fmla="*/ 43 w 113"/>
                <a:gd name="T15" fmla="*/ 113 h 113"/>
                <a:gd name="T16" fmla="*/ 70 w 113"/>
                <a:gd name="T17" fmla="*/ 113 h 113"/>
                <a:gd name="T18" fmla="*/ 70 w 113"/>
                <a:gd name="T19" fmla="*/ 69 h 113"/>
                <a:gd name="T20" fmla="*/ 113 w 113"/>
                <a:gd name="T21" fmla="*/ 69 h 113"/>
                <a:gd name="T22" fmla="*/ 113 w 113"/>
                <a:gd name="T23" fmla="*/ 43 h 113"/>
                <a:gd name="T24" fmla="*/ 70 w 113"/>
                <a:gd name="T25" fmla="*/ 43 h 1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3" h="113">
                  <a:moveTo>
                    <a:pt x="70" y="43"/>
                  </a:moveTo>
                  <a:lnTo>
                    <a:pt x="7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lnTo>
                    <a:pt x="0" y="69"/>
                  </a:lnTo>
                  <a:lnTo>
                    <a:pt x="43" y="69"/>
                  </a:lnTo>
                  <a:lnTo>
                    <a:pt x="43" y="113"/>
                  </a:lnTo>
                  <a:lnTo>
                    <a:pt x="70" y="113"/>
                  </a:lnTo>
                  <a:lnTo>
                    <a:pt x="70" y="69"/>
                  </a:lnTo>
                  <a:lnTo>
                    <a:pt x="113" y="69"/>
                  </a:lnTo>
                  <a:lnTo>
                    <a:pt x="113" y="43"/>
                  </a:lnTo>
                  <a:lnTo>
                    <a:pt x="70" y="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任意多边形: 形状 232" descr="269ff269-e14b-4ea2-bdc5-67f18f9f58e8"/>
            <p:cNvSpPr/>
            <p:nvPr/>
          </p:nvSpPr>
          <p:spPr bwMode="auto">
            <a:xfrm>
              <a:off x="5795168" y="1357312"/>
              <a:ext cx="725488" cy="500063"/>
            </a:xfrm>
            <a:custGeom>
              <a:gdLst>
                <a:gd name="T0" fmla="*/ 134 w 267"/>
                <a:gd name="T1" fmla="*/ 64 h 184"/>
                <a:gd name="T2" fmla="*/ 220 w 267"/>
                <a:gd name="T3" fmla="*/ 51 h 184"/>
                <a:gd name="T4" fmla="*/ 134 w 267"/>
                <a:gd name="T5" fmla="*/ 184 h 184"/>
                <a:gd name="T6" fmla="*/ 47 w 267"/>
                <a:gd name="T7" fmla="*/ 51 h 184"/>
                <a:gd name="T8" fmla="*/ 134 w 267"/>
                <a:gd name="T9" fmla="*/ 64 h 18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184">
                  <a:moveTo>
                    <a:pt x="134" y="64"/>
                  </a:moveTo>
                  <a:cubicBezTo>
                    <a:pt x="134" y="64"/>
                    <a:pt x="183" y="0"/>
                    <a:pt x="220" y="51"/>
                  </a:cubicBezTo>
                  <a:cubicBezTo>
                    <a:pt x="267" y="117"/>
                    <a:pt x="134" y="184"/>
                    <a:pt x="134" y="184"/>
                  </a:cubicBezTo>
                  <a:cubicBezTo>
                    <a:pt x="134" y="184"/>
                    <a:pt x="0" y="117"/>
                    <a:pt x="47" y="51"/>
                  </a:cubicBezTo>
                  <a:cubicBezTo>
                    <a:pt x="84" y="0"/>
                    <a:pt x="134" y="64"/>
                    <a:pt x="134" y="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任意多边形: 形状 233" descr="b4f7df19-0f7e-4583-9060-08e6e81513ed"/>
            <p:cNvSpPr/>
            <p:nvPr/>
          </p:nvSpPr>
          <p:spPr bwMode="auto">
            <a:xfrm>
              <a:off x="5998368" y="1608138"/>
              <a:ext cx="311150" cy="138113"/>
            </a:xfrm>
            <a:custGeom>
              <a:gdLst>
                <a:gd name="T0" fmla="*/ 71 w 114"/>
                <a:gd name="T1" fmla="*/ 51 h 51"/>
                <a:gd name="T2" fmla="*/ 68 w 114"/>
                <a:gd name="T3" fmla="*/ 49 h 51"/>
                <a:gd name="T4" fmla="*/ 47 w 114"/>
                <a:gd name="T5" fmla="*/ 12 h 51"/>
                <a:gd name="T6" fmla="*/ 38 w 114"/>
                <a:gd name="T7" fmla="*/ 28 h 51"/>
                <a:gd name="T8" fmla="*/ 34 w 114"/>
                <a:gd name="T9" fmla="*/ 30 h 51"/>
                <a:gd name="T10" fmla="*/ 4 w 114"/>
                <a:gd name="T11" fmla="*/ 30 h 51"/>
                <a:gd name="T12" fmla="*/ 0 w 114"/>
                <a:gd name="T13" fmla="*/ 26 h 51"/>
                <a:gd name="T14" fmla="*/ 4 w 114"/>
                <a:gd name="T15" fmla="*/ 22 h 51"/>
                <a:gd name="T16" fmla="*/ 32 w 114"/>
                <a:gd name="T17" fmla="*/ 22 h 51"/>
                <a:gd name="T18" fmla="*/ 43 w 114"/>
                <a:gd name="T19" fmla="*/ 2 h 51"/>
                <a:gd name="T20" fmla="*/ 47 w 114"/>
                <a:gd name="T21" fmla="*/ 0 h 51"/>
                <a:gd name="T22" fmla="*/ 50 w 114"/>
                <a:gd name="T23" fmla="*/ 2 h 51"/>
                <a:gd name="T24" fmla="*/ 71 w 114"/>
                <a:gd name="T25" fmla="*/ 38 h 51"/>
                <a:gd name="T26" fmla="*/ 77 w 114"/>
                <a:gd name="T27" fmla="*/ 24 h 51"/>
                <a:gd name="T28" fmla="*/ 80 w 114"/>
                <a:gd name="T29" fmla="*/ 21 h 51"/>
                <a:gd name="T30" fmla="*/ 110 w 114"/>
                <a:gd name="T31" fmla="*/ 21 h 51"/>
                <a:gd name="T32" fmla="*/ 114 w 114"/>
                <a:gd name="T33" fmla="*/ 25 h 51"/>
                <a:gd name="T34" fmla="*/ 110 w 114"/>
                <a:gd name="T35" fmla="*/ 29 h 51"/>
                <a:gd name="T36" fmla="*/ 83 w 114"/>
                <a:gd name="T37" fmla="*/ 29 h 51"/>
                <a:gd name="T38" fmla="*/ 75 w 114"/>
                <a:gd name="T39" fmla="*/ 49 h 51"/>
                <a:gd name="T40" fmla="*/ 72 w 114"/>
                <a:gd name="T41" fmla="*/ 51 h 51"/>
                <a:gd name="T42" fmla="*/ 71 w 114"/>
                <a:gd name="T43" fmla="*/ 51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51">
                  <a:moveTo>
                    <a:pt x="71" y="51"/>
                  </a:moveTo>
                  <a:cubicBezTo>
                    <a:pt x="70" y="51"/>
                    <a:pt x="69" y="50"/>
                    <a:pt x="68" y="49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9"/>
                    <a:pt x="36" y="30"/>
                    <a:pt x="3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28"/>
                    <a:pt x="0" y="26"/>
                  </a:cubicBezTo>
                  <a:cubicBezTo>
                    <a:pt x="0" y="23"/>
                    <a:pt x="2" y="22"/>
                    <a:pt x="4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0"/>
                    <a:pt x="45" y="0"/>
                    <a:pt x="47" y="0"/>
                  </a:cubicBezTo>
                  <a:cubicBezTo>
                    <a:pt x="48" y="0"/>
                    <a:pt x="50" y="0"/>
                    <a:pt x="50" y="2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77" y="22"/>
                    <a:pt x="79" y="21"/>
                    <a:pt x="80" y="2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13" y="21"/>
                    <a:pt x="114" y="23"/>
                    <a:pt x="114" y="25"/>
                  </a:cubicBezTo>
                  <a:cubicBezTo>
                    <a:pt x="114" y="28"/>
                    <a:pt x="113" y="29"/>
                    <a:pt x="110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50"/>
                    <a:pt x="73" y="51"/>
                    <a:pt x="72" y="51"/>
                  </a:cubicBezTo>
                  <a:lnTo>
                    <a:pt x="71" y="51"/>
                  </a:ln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任意多边形: 形状 234" descr="8dcf3115-9b7e-4878-8096-ea33273c0008"/>
            <p:cNvSpPr/>
            <p:nvPr/>
          </p:nvSpPr>
          <p:spPr bwMode="auto">
            <a:xfrm>
              <a:off x="4952206" y="2089150"/>
              <a:ext cx="80963" cy="107950"/>
            </a:xfrm>
            <a:custGeom>
              <a:gdLst>
                <a:gd name="T0" fmla="*/ 51 w 51"/>
                <a:gd name="T1" fmla="*/ 62 h 68"/>
                <a:gd name="T2" fmla="*/ 8 w 51"/>
                <a:gd name="T3" fmla="*/ 68 h 68"/>
                <a:gd name="T4" fmla="*/ 0 w 51"/>
                <a:gd name="T5" fmla="*/ 7 h 68"/>
                <a:gd name="T6" fmla="*/ 43 w 51"/>
                <a:gd name="T7" fmla="*/ 0 h 68"/>
                <a:gd name="T8" fmla="*/ 51 w 51"/>
                <a:gd name="T9" fmla="*/ 62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8">
                  <a:moveTo>
                    <a:pt x="51" y="62"/>
                  </a:moveTo>
                  <a:lnTo>
                    <a:pt x="8" y="68"/>
                  </a:lnTo>
                  <a:lnTo>
                    <a:pt x="0" y="7"/>
                  </a:lnTo>
                  <a:lnTo>
                    <a:pt x="43" y="0"/>
                  </a:lnTo>
                  <a:lnTo>
                    <a:pt x="51" y="62"/>
                  </a:lnTo>
                  <a:close/>
                </a:path>
              </a:pathLst>
            </a:cu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任意多边形: 形状 235" descr="a81fc6e8-5276-4d13-88d7-82f67a8e5959"/>
            <p:cNvSpPr/>
            <p:nvPr/>
          </p:nvSpPr>
          <p:spPr bwMode="auto">
            <a:xfrm>
              <a:off x="4925218" y="2141538"/>
              <a:ext cx="180975" cy="173038"/>
            </a:xfrm>
            <a:custGeom>
              <a:gdLst>
                <a:gd name="T0" fmla="*/ 38 w 67"/>
                <a:gd name="T1" fmla="*/ 1 h 64"/>
                <a:gd name="T2" fmla="*/ 29 w 67"/>
                <a:gd name="T3" fmla="*/ 16 h 64"/>
                <a:gd name="T4" fmla="*/ 25 w 67"/>
                <a:gd name="T5" fmla="*/ 16 h 64"/>
                <a:gd name="T6" fmla="*/ 13 w 67"/>
                <a:gd name="T7" fmla="*/ 5 h 64"/>
                <a:gd name="T8" fmla="*/ 10 w 67"/>
                <a:gd name="T9" fmla="*/ 5 h 64"/>
                <a:gd name="T10" fmla="*/ 10 w 67"/>
                <a:gd name="T11" fmla="*/ 5 h 64"/>
                <a:gd name="T12" fmla="*/ 9 w 67"/>
                <a:gd name="T13" fmla="*/ 7 h 64"/>
                <a:gd name="T14" fmla="*/ 0 w 67"/>
                <a:gd name="T15" fmla="*/ 53 h 64"/>
                <a:gd name="T16" fmla="*/ 4 w 67"/>
                <a:gd name="T17" fmla="*/ 64 h 64"/>
                <a:gd name="T18" fmla="*/ 65 w 67"/>
                <a:gd name="T19" fmla="*/ 55 h 64"/>
                <a:gd name="T20" fmla="*/ 66 w 67"/>
                <a:gd name="T21" fmla="*/ 43 h 64"/>
                <a:gd name="T22" fmla="*/ 43 w 67"/>
                <a:gd name="T23" fmla="*/ 2 h 64"/>
                <a:gd name="T24" fmla="*/ 41 w 67"/>
                <a:gd name="T25" fmla="*/ 1 h 64"/>
                <a:gd name="T26" fmla="*/ 40 w 67"/>
                <a:gd name="T27" fmla="*/ 1 h 64"/>
                <a:gd name="T28" fmla="*/ 38 w 67"/>
                <a:gd name="T29" fmla="*/ 1 h 6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64">
                  <a:moveTo>
                    <a:pt x="38" y="1"/>
                  </a:moveTo>
                  <a:cubicBezTo>
                    <a:pt x="29" y="16"/>
                    <a:pt x="29" y="16"/>
                    <a:pt x="29" y="16"/>
                  </a:cubicBezTo>
                  <a:cubicBezTo>
                    <a:pt x="28" y="17"/>
                    <a:pt x="26" y="17"/>
                    <a:pt x="25" y="16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4"/>
                    <a:pt x="11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9" y="6"/>
                    <a:pt x="9" y="7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64"/>
                    <a:pt x="4" y="64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7" y="55"/>
                    <a:pt x="66" y="45"/>
                    <a:pt x="66" y="43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1"/>
                    <a:pt x="42" y="1"/>
                    <a:pt x="41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9" y="1"/>
                    <a:pt x="38" y="0"/>
                    <a:pt x="38" y="1"/>
                  </a:cubicBez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任意多边形: 形状 236" descr="fa95fe67-bd90-4564-a916-865311a1bdfa"/>
            <p:cNvSpPr/>
            <p:nvPr/>
          </p:nvSpPr>
          <p:spPr bwMode="auto">
            <a:xfrm>
              <a:off x="4869656" y="1947863"/>
              <a:ext cx="209550" cy="171450"/>
            </a:xfrm>
            <a:custGeom>
              <a:gdLst>
                <a:gd name="T0" fmla="*/ 1 w 77"/>
                <a:gd name="T1" fmla="*/ 20 h 63"/>
                <a:gd name="T2" fmla="*/ 26 w 77"/>
                <a:gd name="T3" fmla="*/ 63 h 63"/>
                <a:gd name="T4" fmla="*/ 60 w 77"/>
                <a:gd name="T5" fmla="*/ 58 h 63"/>
                <a:gd name="T6" fmla="*/ 72 w 77"/>
                <a:gd name="T7" fmla="*/ 9 h 63"/>
                <a:gd name="T8" fmla="*/ 37 w 77"/>
                <a:gd name="T9" fmla="*/ 0 h 63"/>
                <a:gd name="T10" fmla="*/ 1 w 77"/>
                <a:gd name="T11" fmla="*/ 20 h 6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62">
                  <a:moveTo>
                    <a:pt x="1" y="20"/>
                  </a:moveTo>
                  <a:cubicBezTo>
                    <a:pt x="0" y="33"/>
                    <a:pt x="8" y="57"/>
                    <a:pt x="26" y="63"/>
                  </a:cubicBezTo>
                  <a:cubicBezTo>
                    <a:pt x="34" y="61"/>
                    <a:pt x="52" y="59"/>
                    <a:pt x="60" y="58"/>
                  </a:cubicBezTo>
                  <a:cubicBezTo>
                    <a:pt x="77" y="45"/>
                    <a:pt x="76" y="17"/>
                    <a:pt x="72" y="9"/>
                  </a:cubicBezTo>
                  <a:cubicBezTo>
                    <a:pt x="62" y="5"/>
                    <a:pt x="37" y="0"/>
                    <a:pt x="37" y="0"/>
                  </a:cubicBezTo>
                  <a:cubicBezTo>
                    <a:pt x="37" y="0"/>
                    <a:pt x="7" y="13"/>
                    <a:pt x="1" y="20"/>
                  </a:cubicBez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任意多边形: 形状 237" descr="e6ce728a-96ad-47aa-aef7-4c43d8b7186c"/>
            <p:cNvSpPr/>
            <p:nvPr/>
          </p:nvSpPr>
          <p:spPr bwMode="auto">
            <a:xfrm>
              <a:off x="4783931" y="2143125"/>
              <a:ext cx="187325" cy="190500"/>
            </a:xfrm>
            <a:custGeom>
              <a:gdLst>
                <a:gd name="T0" fmla="*/ 69 w 69"/>
                <a:gd name="T1" fmla="*/ 61 h 70"/>
                <a:gd name="T2" fmla="*/ 6 w 69"/>
                <a:gd name="T3" fmla="*/ 70 h 70"/>
                <a:gd name="T4" fmla="*/ 10 w 69"/>
                <a:gd name="T5" fmla="*/ 25 h 70"/>
                <a:gd name="T6" fmla="*/ 60 w 69"/>
                <a:gd name="T7" fmla="*/ 0 h 70"/>
                <a:gd name="T8" fmla="*/ 69 w 69"/>
                <a:gd name="T9" fmla="*/ 61 h 7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70">
                  <a:moveTo>
                    <a:pt x="69" y="61"/>
                  </a:move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0" y="47"/>
                    <a:pt x="10" y="25"/>
                  </a:cubicBezTo>
                  <a:cubicBezTo>
                    <a:pt x="9" y="16"/>
                    <a:pt x="60" y="0"/>
                    <a:pt x="60" y="0"/>
                  </a:cubicBezTo>
                  <a:lnTo>
                    <a:pt x="69" y="61"/>
                  </a:lnTo>
                  <a:close/>
                </a:path>
              </a:pathLst>
            </a:custGeom>
            <a:solidFill>
              <a:srgbClr val="3857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 descr="d0ded886-fd92-4d8a-a0db-2dc28b620f9f"/>
            <p:cNvSpPr/>
            <p:nvPr/>
          </p:nvSpPr>
          <p:spPr bwMode="auto">
            <a:xfrm>
              <a:off x="5033168" y="2130425"/>
              <a:ext cx="198438" cy="165100"/>
            </a:xfrm>
            <a:custGeom>
              <a:gdLst>
                <a:gd name="T0" fmla="*/ 9 w 73"/>
                <a:gd name="T1" fmla="*/ 61 h 61"/>
                <a:gd name="T2" fmla="*/ 73 w 73"/>
                <a:gd name="T3" fmla="*/ 52 h 61"/>
                <a:gd name="T4" fmla="*/ 56 w 73"/>
                <a:gd name="T5" fmla="*/ 10 h 61"/>
                <a:gd name="T6" fmla="*/ 0 w 73"/>
                <a:gd name="T7" fmla="*/ 0 h 61"/>
                <a:gd name="T8" fmla="*/ 9 w 73"/>
                <a:gd name="T9" fmla="*/ 61 h 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61">
                  <a:moveTo>
                    <a:pt x="9" y="61"/>
                  </a:moveTo>
                  <a:cubicBezTo>
                    <a:pt x="73" y="52"/>
                    <a:pt x="73" y="52"/>
                    <a:pt x="73" y="52"/>
                  </a:cubicBezTo>
                  <a:cubicBezTo>
                    <a:pt x="73" y="52"/>
                    <a:pt x="71" y="28"/>
                    <a:pt x="56" y="10"/>
                  </a:cubicBezTo>
                  <a:cubicBezTo>
                    <a:pt x="55" y="0"/>
                    <a:pt x="0" y="0"/>
                    <a:pt x="0" y="0"/>
                  </a:cubicBezTo>
                  <a:lnTo>
                    <a:pt x="9" y="61"/>
                  </a:lnTo>
                  <a:close/>
                </a:path>
              </a:pathLst>
            </a:custGeom>
            <a:solidFill>
              <a:srgbClr val="3857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任意多边形: 形状 239" descr="9d2ebcd1-c281-4b27-8289-0f210e500928"/>
            <p:cNvSpPr/>
            <p:nvPr/>
          </p:nvSpPr>
          <p:spPr bwMode="auto">
            <a:xfrm>
              <a:off x="4841081" y="1971675"/>
              <a:ext cx="53975" cy="68263"/>
            </a:xfrm>
            <a:custGeom>
              <a:gdLst>
                <a:gd name="T0" fmla="*/ 15 w 20"/>
                <a:gd name="T1" fmla="*/ 23 h 25"/>
                <a:gd name="T2" fmla="*/ 3 w 20"/>
                <a:gd name="T3" fmla="*/ 16 h 25"/>
                <a:gd name="T4" fmla="*/ 8 w 20"/>
                <a:gd name="T5" fmla="*/ 2 h 25"/>
                <a:gd name="T6" fmla="*/ 15 w 20"/>
                <a:gd name="T7" fmla="*/ 23 h 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5">
                  <a:moveTo>
                    <a:pt x="15" y="23"/>
                  </a:moveTo>
                  <a:cubicBezTo>
                    <a:pt x="10" y="25"/>
                    <a:pt x="5" y="21"/>
                    <a:pt x="3" y="16"/>
                  </a:cubicBezTo>
                  <a:cubicBezTo>
                    <a:pt x="0" y="10"/>
                    <a:pt x="3" y="4"/>
                    <a:pt x="8" y="2"/>
                  </a:cubicBezTo>
                  <a:cubicBezTo>
                    <a:pt x="13" y="0"/>
                    <a:pt x="20" y="21"/>
                    <a:pt x="15" y="23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 descr="980d7c3c-ee44-4241-9927-34a6abecf068"/>
            <p:cNvSpPr/>
            <p:nvPr/>
          </p:nvSpPr>
          <p:spPr bwMode="auto">
            <a:xfrm>
              <a:off x="5049043" y="1947863"/>
              <a:ext cx="44450" cy="60325"/>
            </a:xfrm>
            <a:custGeom>
              <a:gdLst>
                <a:gd name="T0" fmla="*/ 5 w 16"/>
                <a:gd name="T1" fmla="*/ 22 h 22"/>
                <a:gd name="T2" fmla="*/ 16 w 16"/>
                <a:gd name="T3" fmla="*/ 12 h 22"/>
                <a:gd name="T4" fmla="*/ 6 w 16"/>
                <a:gd name="T5" fmla="*/ 0 h 22"/>
                <a:gd name="T6" fmla="*/ 5 w 16"/>
                <a:gd name="T7" fmla="*/ 22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22">
                  <a:moveTo>
                    <a:pt x="5" y="22"/>
                  </a:moveTo>
                  <a:cubicBezTo>
                    <a:pt x="11" y="22"/>
                    <a:pt x="15" y="18"/>
                    <a:pt x="16" y="12"/>
                  </a:cubicBezTo>
                  <a:cubicBezTo>
                    <a:pt x="16" y="6"/>
                    <a:pt x="12" y="0"/>
                    <a:pt x="6" y="0"/>
                  </a:cubicBezTo>
                  <a:cubicBezTo>
                    <a:pt x="1" y="0"/>
                    <a:pt x="0" y="22"/>
                    <a:pt x="5" y="22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任意多边形: 形状 241" descr="5f727b26-9590-4736-9164-48775184ff3e"/>
            <p:cNvSpPr/>
            <p:nvPr/>
          </p:nvSpPr>
          <p:spPr bwMode="auto">
            <a:xfrm>
              <a:off x="4864893" y="1844675"/>
              <a:ext cx="241300" cy="298450"/>
            </a:xfrm>
            <a:custGeom>
              <a:gdLst>
                <a:gd name="T0" fmla="*/ 46 w 89"/>
                <a:gd name="T1" fmla="*/ 103 h 110"/>
                <a:gd name="T2" fmla="*/ 71 w 89"/>
                <a:gd name="T3" fmla="*/ 24 h 110"/>
                <a:gd name="T4" fmla="*/ 32 w 89"/>
                <a:gd name="T5" fmla="*/ 5 h 110"/>
                <a:gd name="T6" fmla="*/ 0 w 89"/>
                <a:gd name="T7" fmla="*/ 35 h 110"/>
                <a:gd name="T8" fmla="*/ 46 w 89"/>
                <a:gd name="T9" fmla="*/ 103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10">
                  <a:moveTo>
                    <a:pt x="46" y="103"/>
                  </a:moveTo>
                  <a:cubicBezTo>
                    <a:pt x="89" y="97"/>
                    <a:pt x="71" y="24"/>
                    <a:pt x="71" y="24"/>
                  </a:cubicBezTo>
                  <a:cubicBezTo>
                    <a:pt x="71" y="24"/>
                    <a:pt x="66" y="0"/>
                    <a:pt x="32" y="5"/>
                  </a:cubicBezTo>
                  <a:cubicBezTo>
                    <a:pt x="3" y="9"/>
                    <a:pt x="0" y="35"/>
                    <a:pt x="0" y="35"/>
                  </a:cubicBezTo>
                  <a:cubicBezTo>
                    <a:pt x="0" y="35"/>
                    <a:pt x="2" y="110"/>
                    <a:pt x="46" y="103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任意多边形: 形状 242" descr="5b1e645f-8e19-4682-b000-99b65c235058"/>
            <p:cNvSpPr/>
            <p:nvPr/>
          </p:nvSpPr>
          <p:spPr bwMode="auto">
            <a:xfrm>
              <a:off x="4812506" y="1795463"/>
              <a:ext cx="292100" cy="198438"/>
            </a:xfrm>
            <a:custGeom>
              <a:gdLst>
                <a:gd name="T0" fmla="*/ 16 w 107"/>
                <a:gd name="T1" fmla="*/ 68 h 73"/>
                <a:gd name="T2" fmla="*/ 24 w 107"/>
                <a:gd name="T3" fmla="*/ 73 h 73"/>
                <a:gd name="T4" fmla="*/ 22 w 107"/>
                <a:gd name="T5" fmla="*/ 47 h 73"/>
                <a:gd name="T6" fmla="*/ 79 w 107"/>
                <a:gd name="T7" fmla="*/ 44 h 73"/>
                <a:gd name="T8" fmla="*/ 84 w 107"/>
                <a:gd name="T9" fmla="*/ 38 h 73"/>
                <a:gd name="T10" fmla="*/ 91 w 107"/>
                <a:gd name="T11" fmla="*/ 65 h 73"/>
                <a:gd name="T12" fmla="*/ 97 w 107"/>
                <a:gd name="T13" fmla="*/ 57 h 73"/>
                <a:gd name="T14" fmla="*/ 45 w 107"/>
                <a:gd name="T15" fmla="*/ 9 h 73"/>
                <a:gd name="T16" fmla="*/ 19 w 107"/>
                <a:gd name="T17" fmla="*/ 30 h 73"/>
                <a:gd name="T18" fmla="*/ 16 w 107"/>
                <a:gd name="T19" fmla="*/ 68 h 7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73">
                  <a:moveTo>
                    <a:pt x="16" y="68"/>
                  </a:moveTo>
                  <a:cubicBezTo>
                    <a:pt x="19" y="67"/>
                    <a:pt x="24" y="73"/>
                    <a:pt x="24" y="73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39" y="56"/>
                    <a:pt x="79" y="44"/>
                  </a:cubicBezTo>
                  <a:cubicBezTo>
                    <a:pt x="77" y="36"/>
                    <a:pt x="84" y="38"/>
                    <a:pt x="84" y="38"/>
                  </a:cubicBezTo>
                  <a:cubicBezTo>
                    <a:pt x="84" y="38"/>
                    <a:pt x="91" y="66"/>
                    <a:pt x="91" y="65"/>
                  </a:cubicBezTo>
                  <a:cubicBezTo>
                    <a:pt x="92" y="57"/>
                    <a:pt x="97" y="57"/>
                    <a:pt x="97" y="57"/>
                  </a:cubicBezTo>
                  <a:cubicBezTo>
                    <a:pt x="97" y="57"/>
                    <a:pt x="107" y="0"/>
                    <a:pt x="45" y="9"/>
                  </a:cubicBezTo>
                  <a:cubicBezTo>
                    <a:pt x="24" y="12"/>
                    <a:pt x="24" y="20"/>
                    <a:pt x="19" y="30"/>
                  </a:cubicBezTo>
                  <a:cubicBezTo>
                    <a:pt x="0" y="38"/>
                    <a:pt x="16" y="67"/>
                    <a:pt x="16" y="68"/>
                  </a:cubicBez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任意多边形: 形状 243" descr="bdacd4e0-88a5-42c5-98ba-eb6afee01312"/>
            <p:cNvSpPr/>
            <p:nvPr/>
          </p:nvSpPr>
          <p:spPr bwMode="auto">
            <a:xfrm>
              <a:off x="4990306" y="2189163"/>
              <a:ext cx="50800" cy="117475"/>
            </a:xfrm>
            <a:custGeom>
              <a:gdLst>
                <a:gd name="T0" fmla="*/ 0 w 19"/>
                <a:gd name="T1" fmla="*/ 43 h 43"/>
                <a:gd name="T2" fmla="*/ 19 w 19"/>
                <a:gd name="T3" fmla="*/ 40 h 43"/>
                <a:gd name="T4" fmla="*/ 4 w 19"/>
                <a:gd name="T5" fmla="*/ 0 h 43"/>
                <a:gd name="T6" fmla="*/ 3 w 19"/>
                <a:gd name="T7" fmla="*/ 0 h 43"/>
                <a:gd name="T8" fmla="*/ 0 w 19"/>
                <a:gd name="T9" fmla="*/ 43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3">
                  <a:moveTo>
                    <a:pt x="0" y="43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lnTo>
                    <a:pt x="0" y="43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 descr="48618a52-86fa-4f5c-b5c3-a55e7c3f7b8c"/>
            <p:cNvSpPr/>
            <p:nvPr/>
          </p:nvSpPr>
          <p:spPr bwMode="auto">
            <a:xfrm>
              <a:off x="4972843" y="2157413"/>
              <a:ext cx="44450" cy="31750"/>
            </a:xfrm>
            <a:custGeom>
              <a:gdLst>
                <a:gd name="T0" fmla="*/ 1 w 16"/>
                <a:gd name="T1" fmla="*/ 2 h 12"/>
                <a:gd name="T2" fmla="*/ 15 w 16"/>
                <a:gd name="T3" fmla="*/ 0 h 12"/>
                <a:gd name="T4" fmla="*/ 16 w 16"/>
                <a:gd name="T5" fmla="*/ 5 h 12"/>
                <a:gd name="T6" fmla="*/ 10 w 16"/>
                <a:gd name="T7" fmla="*/ 11 h 12"/>
                <a:gd name="T8" fmla="*/ 9 w 16"/>
                <a:gd name="T9" fmla="*/ 12 h 12"/>
                <a:gd name="T10" fmla="*/ 1 w 16"/>
                <a:gd name="T11" fmla="*/ 7 h 12"/>
                <a:gd name="T12" fmla="*/ 1 w 16"/>
                <a:gd name="T13" fmla="*/ 2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2">
                  <a:moveTo>
                    <a:pt x="1" y="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6" y="5"/>
                    <a:pt x="16" y="5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9" y="12"/>
                    <a:pt x="9" y="12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任意多边形: 形状 245" descr="9d7761cf-ee37-4cfd-bd80-158f7d0e703a"/>
            <p:cNvSpPr/>
            <p:nvPr/>
          </p:nvSpPr>
          <p:spPr bwMode="auto">
            <a:xfrm>
              <a:off x="4995068" y="2116138"/>
              <a:ext cx="44450" cy="61913"/>
            </a:xfrm>
            <a:custGeom>
              <a:gdLst>
                <a:gd name="T0" fmla="*/ 1 w 16"/>
                <a:gd name="T1" fmla="*/ 16 h 23"/>
                <a:gd name="T2" fmla="*/ 13 w 16"/>
                <a:gd name="T3" fmla="*/ 23 h 23"/>
                <a:gd name="T4" fmla="*/ 14 w 16"/>
                <a:gd name="T5" fmla="*/ 23 h 23"/>
                <a:gd name="T6" fmla="*/ 16 w 16"/>
                <a:gd name="T7" fmla="*/ 5 h 23"/>
                <a:gd name="T8" fmla="*/ 16 w 16"/>
                <a:gd name="T9" fmla="*/ 5 h 23"/>
                <a:gd name="T10" fmla="*/ 12 w 16"/>
                <a:gd name="T11" fmla="*/ 0 h 23"/>
                <a:gd name="T12" fmla="*/ 11 w 16"/>
                <a:gd name="T13" fmla="*/ 0 h 23"/>
                <a:gd name="T14" fmla="*/ 0 w 16"/>
                <a:gd name="T15" fmla="*/ 15 h 23"/>
                <a:gd name="T16" fmla="*/ 1 w 16"/>
                <a:gd name="T17" fmla="*/ 16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23">
                  <a:moveTo>
                    <a:pt x="1" y="16"/>
                  </a:move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4" y="23"/>
                    <a:pt x="14" y="2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任意多边形: 形状 246" descr="ce87aed9-51bc-471c-8fea-b6c712d6cb17"/>
            <p:cNvSpPr/>
            <p:nvPr/>
          </p:nvSpPr>
          <p:spPr bwMode="auto">
            <a:xfrm>
              <a:off x="4944268" y="2127250"/>
              <a:ext cx="47625" cy="61913"/>
            </a:xfrm>
            <a:custGeom>
              <a:gdLst>
                <a:gd name="T0" fmla="*/ 18 w 18"/>
                <a:gd name="T1" fmla="*/ 13 h 23"/>
                <a:gd name="T2" fmla="*/ 8 w 18"/>
                <a:gd name="T3" fmla="*/ 23 h 23"/>
                <a:gd name="T4" fmla="*/ 7 w 18"/>
                <a:gd name="T5" fmla="*/ 22 h 23"/>
                <a:gd name="T6" fmla="*/ 0 w 18"/>
                <a:gd name="T7" fmla="*/ 7 h 23"/>
                <a:gd name="T8" fmla="*/ 0 w 18"/>
                <a:gd name="T9" fmla="*/ 6 h 23"/>
                <a:gd name="T10" fmla="*/ 3 w 18"/>
                <a:gd name="T11" fmla="*/ 0 h 23"/>
                <a:gd name="T12" fmla="*/ 4 w 18"/>
                <a:gd name="T13" fmla="*/ 0 h 23"/>
                <a:gd name="T14" fmla="*/ 18 w 18"/>
                <a:gd name="T15" fmla="*/ 12 h 23"/>
                <a:gd name="T16" fmla="*/ 18 w 18"/>
                <a:gd name="T17" fmla="*/ 1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3">
                  <a:moveTo>
                    <a:pt x="18" y="1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3"/>
                    <a:pt x="7" y="2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18" y="12"/>
                    <a:pt x="18" y="12"/>
                    <a:pt x="18" y="12"/>
                  </a:cubicBezTo>
                  <a:lnTo>
                    <a:pt x="18" y="13"/>
                  </a:ln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 descr="7ff9c259-2216-4188-aad1-42d50afdb103"/>
            <p:cNvSpPr/>
            <p:nvPr/>
          </p:nvSpPr>
          <p:spPr bwMode="auto">
            <a:xfrm>
              <a:off x="4929981" y="2047875"/>
              <a:ext cx="49213" cy="33338"/>
            </a:xfrm>
            <a:custGeom>
              <a:gdLst>
                <a:gd name="T0" fmla="*/ 18 w 18"/>
                <a:gd name="T1" fmla="*/ 6 h 12"/>
                <a:gd name="T2" fmla="*/ 0 w 18"/>
                <a:gd name="T3" fmla="*/ 12 h 12"/>
                <a:gd name="T4" fmla="*/ 1 w 18"/>
                <a:gd name="T5" fmla="*/ 10 h 12"/>
                <a:gd name="T6" fmla="*/ 10 w 18"/>
                <a:gd name="T7" fmla="*/ 1 h 12"/>
                <a:gd name="T8" fmla="*/ 17 w 18"/>
                <a:gd name="T9" fmla="*/ 0 h 12"/>
                <a:gd name="T10" fmla="*/ 18 w 18"/>
                <a:gd name="T11" fmla="*/ 6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2">
                  <a:moveTo>
                    <a:pt x="18" y="6"/>
                  </a:moveTo>
                  <a:cubicBezTo>
                    <a:pt x="16" y="10"/>
                    <a:pt x="0" y="12"/>
                    <a:pt x="0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5"/>
                    <a:pt x="5" y="2"/>
                    <a:pt x="10" y="1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8" y="6"/>
                  </a:ln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 descr="8aff51f0-fa5d-4899-ad39-270eb105d013"/>
            <p:cNvSpPr/>
            <p:nvPr/>
          </p:nvSpPr>
          <p:spPr bwMode="auto">
            <a:xfrm>
              <a:off x="4976018" y="2043113"/>
              <a:ext cx="53975" cy="30163"/>
            </a:xfrm>
            <a:custGeom>
              <a:gdLst>
                <a:gd name="T0" fmla="*/ 1 w 20"/>
                <a:gd name="T1" fmla="*/ 8 h 11"/>
                <a:gd name="T2" fmla="*/ 20 w 20"/>
                <a:gd name="T3" fmla="*/ 9 h 11"/>
                <a:gd name="T4" fmla="*/ 19 w 20"/>
                <a:gd name="T5" fmla="*/ 7 h 11"/>
                <a:gd name="T6" fmla="*/ 8 w 20"/>
                <a:gd name="T7" fmla="*/ 1 h 11"/>
                <a:gd name="T8" fmla="*/ 0 w 20"/>
                <a:gd name="T9" fmla="*/ 2 h 11"/>
                <a:gd name="T10" fmla="*/ 1 w 20"/>
                <a:gd name="T11" fmla="*/ 8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1">
                  <a:moveTo>
                    <a:pt x="1" y="8"/>
                  </a:moveTo>
                  <a:cubicBezTo>
                    <a:pt x="4" y="11"/>
                    <a:pt x="20" y="9"/>
                    <a:pt x="20" y="9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2"/>
                    <a:pt x="12" y="0"/>
                    <a:pt x="8" y="1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1" y="8"/>
                  </a:ln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 descr="8bff8932-82e4-4e20-a01a-c281a3cd0c41"/>
            <p:cNvSpPr/>
            <p:nvPr/>
          </p:nvSpPr>
          <p:spPr bwMode="auto">
            <a:xfrm>
              <a:off x="5077618" y="2216150"/>
              <a:ext cx="76200" cy="25400"/>
            </a:xfrm>
            <a:custGeom>
              <a:gdLst>
                <a:gd name="T0" fmla="*/ 48 w 48"/>
                <a:gd name="T1" fmla="*/ 9 h 16"/>
                <a:gd name="T2" fmla="*/ 1 w 48"/>
                <a:gd name="T3" fmla="*/ 16 h 16"/>
                <a:gd name="T4" fmla="*/ 0 w 48"/>
                <a:gd name="T5" fmla="*/ 7 h 16"/>
                <a:gd name="T6" fmla="*/ 46 w 48"/>
                <a:gd name="T7" fmla="*/ 0 h 16"/>
                <a:gd name="T8" fmla="*/ 48 w 48"/>
                <a:gd name="T9" fmla="*/ 9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6">
                  <a:moveTo>
                    <a:pt x="48" y="9"/>
                  </a:moveTo>
                  <a:lnTo>
                    <a:pt x="1" y="16"/>
                  </a:lnTo>
                  <a:lnTo>
                    <a:pt x="0" y="7"/>
                  </a:lnTo>
                  <a:lnTo>
                    <a:pt x="46" y="0"/>
                  </a:lnTo>
                  <a:lnTo>
                    <a:pt x="48" y="9"/>
                  </a:lnTo>
                  <a:close/>
                </a:path>
              </a:pathLst>
            </a:custGeom>
            <a:solidFill>
              <a:srgbClr val="87645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 descr="c16afc03-9b56-427f-a11d-c883836a04c1"/>
            <p:cNvSpPr/>
            <p:nvPr/>
          </p:nvSpPr>
          <p:spPr bwMode="auto">
            <a:xfrm>
              <a:off x="5082381" y="2230438"/>
              <a:ext cx="80963" cy="92075"/>
            </a:xfrm>
            <a:custGeom>
              <a:gdLst>
                <a:gd name="T0" fmla="*/ 51 w 51"/>
                <a:gd name="T1" fmla="*/ 51 h 58"/>
                <a:gd name="T2" fmla="*/ 7 w 51"/>
                <a:gd name="T3" fmla="*/ 58 h 58"/>
                <a:gd name="T4" fmla="*/ 0 w 51"/>
                <a:gd name="T5" fmla="*/ 7 h 58"/>
                <a:gd name="T6" fmla="*/ 43 w 51"/>
                <a:gd name="T7" fmla="*/ 0 h 58"/>
                <a:gd name="T8" fmla="*/ 51 w 51"/>
                <a:gd name="T9" fmla="*/ 51 h 5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7">
                  <a:moveTo>
                    <a:pt x="51" y="51"/>
                  </a:moveTo>
                  <a:lnTo>
                    <a:pt x="7" y="58"/>
                  </a:lnTo>
                  <a:lnTo>
                    <a:pt x="0" y="7"/>
                  </a:lnTo>
                  <a:lnTo>
                    <a:pt x="43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任意多边形: 形状 251" descr="2d0d6bc3-af23-497e-abb1-09489da9e5e3"/>
            <p:cNvSpPr/>
            <p:nvPr/>
          </p:nvSpPr>
          <p:spPr bwMode="auto">
            <a:xfrm>
              <a:off x="5090318" y="2244725"/>
              <a:ext cx="19050" cy="23813"/>
            </a:xfrm>
            <a:custGeom>
              <a:gdLst>
                <a:gd name="T0" fmla="*/ 12 w 12"/>
                <a:gd name="T1" fmla="*/ 13 h 15"/>
                <a:gd name="T2" fmla="*/ 2 w 12"/>
                <a:gd name="T3" fmla="*/ 15 h 15"/>
                <a:gd name="T4" fmla="*/ 0 w 12"/>
                <a:gd name="T5" fmla="*/ 1 h 15"/>
                <a:gd name="T6" fmla="*/ 10 w 12"/>
                <a:gd name="T7" fmla="*/ 0 h 15"/>
                <a:gd name="T8" fmla="*/ 12 w 12"/>
                <a:gd name="T9" fmla="*/ 13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12" y="13"/>
                  </a:moveTo>
                  <a:lnTo>
                    <a:pt x="2" y="15"/>
                  </a:lnTo>
                  <a:lnTo>
                    <a:pt x="0" y="1"/>
                  </a:lnTo>
                  <a:lnTo>
                    <a:pt x="10" y="0"/>
                  </a:lnTo>
                  <a:lnTo>
                    <a:pt x="12" y="13"/>
                  </a:lnTo>
                  <a:close/>
                </a:path>
              </a:pathLst>
            </a:custGeom>
            <a:solidFill>
              <a:srgbClr val="FFA6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任意多边形: 形状 252" descr="f2855127-bcd2-4f1c-bbf0-76572aff9b13"/>
            <p:cNvSpPr/>
            <p:nvPr/>
          </p:nvSpPr>
          <p:spPr bwMode="auto">
            <a:xfrm>
              <a:off x="5096668" y="2273300"/>
              <a:ext cx="53975" cy="17463"/>
            </a:xfrm>
            <a:custGeom>
              <a:gdLst>
                <a:gd name="T0" fmla="*/ 34 w 34"/>
                <a:gd name="T1" fmla="*/ 6 h 11"/>
                <a:gd name="T2" fmla="*/ 0 w 34"/>
                <a:gd name="T3" fmla="*/ 11 h 11"/>
                <a:gd name="T4" fmla="*/ 0 w 34"/>
                <a:gd name="T5" fmla="*/ 6 h 11"/>
                <a:gd name="T6" fmla="*/ 34 w 34"/>
                <a:gd name="T7" fmla="*/ 0 h 11"/>
                <a:gd name="T8" fmla="*/ 34 w 34"/>
                <a:gd name="T9" fmla="*/ 6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1">
                  <a:moveTo>
                    <a:pt x="34" y="6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34" y="0"/>
                  </a:lnTo>
                  <a:lnTo>
                    <a:pt x="34" y="6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任意多边形: 形状 253" descr="006f61f4-2b44-4803-9e95-348237255828"/>
            <p:cNvSpPr/>
            <p:nvPr/>
          </p:nvSpPr>
          <p:spPr bwMode="auto">
            <a:xfrm>
              <a:off x="5096668" y="2287588"/>
              <a:ext cx="57150" cy="15875"/>
            </a:xfrm>
            <a:custGeom>
              <a:gdLst>
                <a:gd name="T0" fmla="*/ 36 w 36"/>
                <a:gd name="T1" fmla="*/ 5 h 10"/>
                <a:gd name="T2" fmla="*/ 1 w 36"/>
                <a:gd name="T3" fmla="*/ 10 h 10"/>
                <a:gd name="T4" fmla="*/ 0 w 36"/>
                <a:gd name="T5" fmla="*/ 5 h 10"/>
                <a:gd name="T6" fmla="*/ 34 w 36"/>
                <a:gd name="T7" fmla="*/ 0 h 10"/>
                <a:gd name="T8" fmla="*/ 36 w 36"/>
                <a:gd name="T9" fmla="*/ 5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0">
                  <a:moveTo>
                    <a:pt x="36" y="5"/>
                  </a:moveTo>
                  <a:lnTo>
                    <a:pt x="1" y="10"/>
                  </a:lnTo>
                  <a:lnTo>
                    <a:pt x="0" y="5"/>
                  </a:lnTo>
                  <a:lnTo>
                    <a:pt x="34" y="0"/>
                  </a:lnTo>
                  <a:lnTo>
                    <a:pt x="36" y="5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任意多边形: 形状 254" descr="b549f55a-7510-4f5b-82eb-00cd42c37242"/>
            <p:cNvSpPr/>
            <p:nvPr/>
          </p:nvSpPr>
          <p:spPr bwMode="auto">
            <a:xfrm>
              <a:off x="5104606" y="2214563"/>
              <a:ext cx="19050" cy="11113"/>
            </a:xfrm>
            <a:custGeom>
              <a:gdLst>
                <a:gd name="T0" fmla="*/ 10 w 12"/>
                <a:gd name="T1" fmla="*/ 0 h 7"/>
                <a:gd name="T2" fmla="*/ 0 w 12"/>
                <a:gd name="T3" fmla="*/ 1 h 7"/>
                <a:gd name="T4" fmla="*/ 1 w 12"/>
                <a:gd name="T5" fmla="*/ 7 h 7"/>
                <a:gd name="T6" fmla="*/ 12 w 12"/>
                <a:gd name="T7" fmla="*/ 5 h 7"/>
                <a:gd name="T8" fmla="*/ 10 w 12"/>
                <a:gd name="T9" fmla="*/ 0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0" y="0"/>
                  </a:moveTo>
                  <a:lnTo>
                    <a:pt x="0" y="1"/>
                  </a:lnTo>
                  <a:lnTo>
                    <a:pt x="1" y="7"/>
                  </a:lnTo>
                  <a:lnTo>
                    <a:pt x="12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任意多边形: 形状 255" descr="290917d2-980d-49ea-ae92-dca0e71e83d6"/>
            <p:cNvSpPr/>
            <p:nvPr/>
          </p:nvSpPr>
          <p:spPr bwMode="auto">
            <a:xfrm>
              <a:off x="7001668" y="1890713"/>
              <a:ext cx="547688" cy="312738"/>
            </a:xfrm>
            <a:custGeom>
              <a:gdLst>
                <a:gd name="T0" fmla="*/ 162 w 201"/>
                <a:gd name="T1" fmla="*/ 59 h 115"/>
                <a:gd name="T2" fmla="*/ 157 w 201"/>
                <a:gd name="T3" fmla="*/ 58 h 115"/>
                <a:gd name="T4" fmla="*/ 157 w 201"/>
                <a:gd name="T5" fmla="*/ 58 h 115"/>
                <a:gd name="T6" fmla="*/ 148 w 201"/>
                <a:gd name="T7" fmla="*/ 44 h 115"/>
                <a:gd name="T8" fmla="*/ 116 w 201"/>
                <a:gd name="T9" fmla="*/ 5 h 115"/>
                <a:gd name="T10" fmla="*/ 69 w 201"/>
                <a:gd name="T11" fmla="*/ 24 h 115"/>
                <a:gd name="T12" fmla="*/ 62 w 201"/>
                <a:gd name="T13" fmla="*/ 21 h 115"/>
                <a:gd name="T14" fmla="*/ 36 w 201"/>
                <a:gd name="T15" fmla="*/ 34 h 115"/>
                <a:gd name="T16" fmla="*/ 35 w 201"/>
                <a:gd name="T17" fmla="*/ 39 h 115"/>
                <a:gd name="T18" fmla="*/ 34 w 201"/>
                <a:gd name="T19" fmla="*/ 39 h 115"/>
                <a:gd name="T20" fmla="*/ 3 w 201"/>
                <a:gd name="T21" fmla="*/ 55 h 115"/>
                <a:gd name="T22" fmla="*/ 23 w 201"/>
                <a:gd name="T23" fmla="*/ 84 h 115"/>
                <a:gd name="T24" fmla="*/ 46 w 201"/>
                <a:gd name="T25" fmla="*/ 80 h 115"/>
                <a:gd name="T26" fmla="*/ 89 w 201"/>
                <a:gd name="T27" fmla="*/ 108 h 115"/>
                <a:gd name="T28" fmla="*/ 145 w 201"/>
                <a:gd name="T29" fmla="*/ 95 h 115"/>
                <a:gd name="T30" fmla="*/ 153 w 201"/>
                <a:gd name="T31" fmla="*/ 97 h 115"/>
                <a:gd name="T32" fmla="*/ 198 w 201"/>
                <a:gd name="T33" fmla="*/ 88 h 115"/>
                <a:gd name="T34" fmla="*/ 162 w 201"/>
                <a:gd name="T35" fmla="*/ 59 h 1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1" h="115">
                  <a:moveTo>
                    <a:pt x="162" y="59"/>
                  </a:moveTo>
                  <a:cubicBezTo>
                    <a:pt x="161" y="58"/>
                    <a:pt x="159" y="58"/>
                    <a:pt x="157" y="58"/>
                  </a:cubicBezTo>
                  <a:cubicBezTo>
                    <a:pt x="157" y="58"/>
                    <a:pt x="157" y="58"/>
                    <a:pt x="157" y="58"/>
                  </a:cubicBezTo>
                  <a:cubicBezTo>
                    <a:pt x="159" y="52"/>
                    <a:pt x="155" y="46"/>
                    <a:pt x="148" y="44"/>
                  </a:cubicBezTo>
                  <a:cubicBezTo>
                    <a:pt x="149" y="27"/>
                    <a:pt x="136" y="10"/>
                    <a:pt x="116" y="5"/>
                  </a:cubicBezTo>
                  <a:cubicBezTo>
                    <a:pt x="96" y="0"/>
                    <a:pt x="76" y="8"/>
                    <a:pt x="69" y="24"/>
                  </a:cubicBezTo>
                  <a:cubicBezTo>
                    <a:pt x="67" y="22"/>
                    <a:pt x="65" y="21"/>
                    <a:pt x="62" y="21"/>
                  </a:cubicBezTo>
                  <a:cubicBezTo>
                    <a:pt x="50" y="18"/>
                    <a:pt x="38" y="24"/>
                    <a:pt x="36" y="34"/>
                  </a:cubicBezTo>
                  <a:cubicBezTo>
                    <a:pt x="35" y="36"/>
                    <a:pt x="35" y="38"/>
                    <a:pt x="35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20" y="36"/>
                    <a:pt x="6" y="43"/>
                    <a:pt x="3" y="55"/>
                  </a:cubicBezTo>
                  <a:cubicBezTo>
                    <a:pt x="0" y="67"/>
                    <a:pt x="9" y="80"/>
                    <a:pt x="23" y="84"/>
                  </a:cubicBezTo>
                  <a:cubicBezTo>
                    <a:pt x="32" y="86"/>
                    <a:pt x="40" y="84"/>
                    <a:pt x="46" y="80"/>
                  </a:cubicBezTo>
                  <a:cubicBezTo>
                    <a:pt x="51" y="92"/>
                    <a:pt x="68" y="103"/>
                    <a:pt x="89" y="108"/>
                  </a:cubicBezTo>
                  <a:cubicBezTo>
                    <a:pt x="116" y="115"/>
                    <a:pt x="141" y="109"/>
                    <a:pt x="145" y="95"/>
                  </a:cubicBezTo>
                  <a:cubicBezTo>
                    <a:pt x="148" y="96"/>
                    <a:pt x="150" y="97"/>
                    <a:pt x="153" y="97"/>
                  </a:cubicBezTo>
                  <a:cubicBezTo>
                    <a:pt x="175" y="103"/>
                    <a:pt x="195" y="98"/>
                    <a:pt x="198" y="88"/>
                  </a:cubicBezTo>
                  <a:cubicBezTo>
                    <a:pt x="201" y="77"/>
                    <a:pt x="185" y="64"/>
                    <a:pt x="16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任意多边形: 形状 256" descr="b38b8575-04dc-4a71-b988-71ca3d065f98"/>
            <p:cNvSpPr/>
            <p:nvPr/>
          </p:nvSpPr>
          <p:spPr bwMode="auto">
            <a:xfrm>
              <a:off x="7168356" y="2124075"/>
              <a:ext cx="125413" cy="198438"/>
            </a:xfrm>
            <a:custGeom>
              <a:gdLst>
                <a:gd name="T0" fmla="*/ 50 w 79"/>
                <a:gd name="T1" fmla="*/ 0 h 125"/>
                <a:gd name="T2" fmla="*/ 17 w 79"/>
                <a:gd name="T3" fmla="*/ 53 h 125"/>
                <a:gd name="T4" fmla="*/ 48 w 79"/>
                <a:gd name="T5" fmla="*/ 58 h 125"/>
                <a:gd name="T6" fmla="*/ 0 w 79"/>
                <a:gd name="T7" fmla="*/ 125 h 125"/>
                <a:gd name="T8" fmla="*/ 79 w 79"/>
                <a:gd name="T9" fmla="*/ 52 h 125"/>
                <a:gd name="T10" fmla="*/ 43 w 79"/>
                <a:gd name="T11" fmla="*/ 46 h 125"/>
                <a:gd name="T12" fmla="*/ 75 w 79"/>
                <a:gd name="T13" fmla="*/ 5 h 125"/>
                <a:gd name="T14" fmla="*/ 50 w 79"/>
                <a:gd name="T15" fmla="*/ 0 h 1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25">
                  <a:moveTo>
                    <a:pt x="50" y="0"/>
                  </a:moveTo>
                  <a:lnTo>
                    <a:pt x="17" y="53"/>
                  </a:lnTo>
                  <a:lnTo>
                    <a:pt x="48" y="58"/>
                  </a:lnTo>
                  <a:lnTo>
                    <a:pt x="0" y="125"/>
                  </a:lnTo>
                  <a:lnTo>
                    <a:pt x="79" y="52"/>
                  </a:lnTo>
                  <a:lnTo>
                    <a:pt x="43" y="46"/>
                  </a:lnTo>
                  <a:lnTo>
                    <a:pt x="75" y="5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任意多边形: 形状 257" descr="5874a814-6b83-4554-9dc3-de2d163794d1"/>
            <p:cNvSpPr/>
            <p:nvPr/>
          </p:nvSpPr>
          <p:spPr bwMode="auto">
            <a:xfrm>
              <a:off x="7293768" y="2230438"/>
              <a:ext cx="57150" cy="53975"/>
            </a:xfrm>
            <a:custGeom>
              <a:gdLst>
                <a:gd name="T0" fmla="*/ 11 w 21"/>
                <a:gd name="T1" fmla="*/ 16 h 20"/>
                <a:gd name="T2" fmla="*/ 17 w 21"/>
                <a:gd name="T3" fmla="*/ 0 h 20"/>
                <a:gd name="T4" fmla="*/ 11 w 21"/>
                <a:gd name="T5" fmla="*/ 16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20">
                  <a:moveTo>
                    <a:pt x="11" y="16"/>
                  </a:moveTo>
                  <a:cubicBezTo>
                    <a:pt x="21" y="20"/>
                    <a:pt x="17" y="0"/>
                    <a:pt x="17" y="0"/>
                  </a:cubicBezTo>
                  <a:cubicBezTo>
                    <a:pt x="17" y="0"/>
                    <a:pt x="0" y="12"/>
                    <a:pt x="11" y="16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任意多边形: 形状 258" descr="872d11f8-b216-48cd-8bc5-4634c2882681"/>
            <p:cNvSpPr/>
            <p:nvPr/>
          </p:nvSpPr>
          <p:spPr bwMode="auto">
            <a:xfrm>
              <a:off x="7363618" y="2173288"/>
              <a:ext cx="41275" cy="42863"/>
            </a:xfrm>
            <a:custGeom>
              <a:gdLst>
                <a:gd name="T0" fmla="*/ 7 w 15"/>
                <a:gd name="T1" fmla="*/ 12 h 16"/>
                <a:gd name="T2" fmla="*/ 14 w 15"/>
                <a:gd name="T3" fmla="*/ 0 h 16"/>
                <a:gd name="T4" fmla="*/ 7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7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7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任意多边形: 形状 259" descr="8d488258-af53-424c-acf9-a06ea3d70b66"/>
            <p:cNvSpPr/>
            <p:nvPr/>
          </p:nvSpPr>
          <p:spPr bwMode="auto">
            <a:xfrm>
              <a:off x="7039768" y="2127250"/>
              <a:ext cx="41275" cy="42863"/>
            </a:xfrm>
            <a:custGeom>
              <a:gdLst>
                <a:gd name="T0" fmla="*/ 8 w 15"/>
                <a:gd name="T1" fmla="*/ 12 h 16"/>
                <a:gd name="T2" fmla="*/ 14 w 15"/>
                <a:gd name="T3" fmla="*/ 0 h 16"/>
                <a:gd name="T4" fmla="*/ 8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8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8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任意多边形: 形状 260" descr="4b20e13c-b0a8-4ca4-aa6a-ad63bd8de4d1"/>
            <p:cNvSpPr/>
            <p:nvPr/>
          </p:nvSpPr>
          <p:spPr bwMode="auto">
            <a:xfrm>
              <a:off x="7039768" y="2187575"/>
              <a:ext cx="41275" cy="42863"/>
            </a:xfrm>
            <a:custGeom>
              <a:gdLst>
                <a:gd name="T0" fmla="*/ 8 w 15"/>
                <a:gd name="T1" fmla="*/ 12 h 16"/>
                <a:gd name="T2" fmla="*/ 14 w 15"/>
                <a:gd name="T3" fmla="*/ 0 h 16"/>
                <a:gd name="T4" fmla="*/ 8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8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8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任意多边形: 形状 261" descr="18112163-84b5-4df1-9b58-f572913fdb7d"/>
            <p:cNvSpPr/>
            <p:nvPr/>
          </p:nvSpPr>
          <p:spPr bwMode="auto">
            <a:xfrm>
              <a:off x="7092156" y="2165350"/>
              <a:ext cx="65088" cy="69850"/>
            </a:xfrm>
            <a:custGeom>
              <a:gdLst>
                <a:gd name="T0" fmla="*/ 12 w 24"/>
                <a:gd name="T1" fmla="*/ 18 h 26"/>
                <a:gd name="T2" fmla="*/ 24 w 24"/>
                <a:gd name="T3" fmla="*/ 0 h 26"/>
                <a:gd name="T4" fmla="*/ 12 w 24"/>
                <a:gd name="T5" fmla="*/ 18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26">
                  <a:moveTo>
                    <a:pt x="12" y="18"/>
                  </a:moveTo>
                  <a:cubicBezTo>
                    <a:pt x="24" y="26"/>
                    <a:pt x="24" y="0"/>
                    <a:pt x="24" y="0"/>
                  </a:cubicBezTo>
                  <a:cubicBezTo>
                    <a:pt x="24" y="0"/>
                    <a:pt x="0" y="10"/>
                    <a:pt x="12" y="18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任意多边形: 形状 262" descr="8be49a53-66cd-458e-8484-cf9a1dda7849"/>
            <p:cNvSpPr/>
            <p:nvPr/>
          </p:nvSpPr>
          <p:spPr bwMode="auto">
            <a:xfrm>
              <a:off x="7477918" y="2371725"/>
              <a:ext cx="441325" cy="119063"/>
            </a:xfrm>
            <a:custGeom>
              <a:gdLst>
                <a:gd name="T0" fmla="*/ 273 w 278"/>
                <a:gd name="T1" fmla="*/ 75 h 75"/>
                <a:gd name="T2" fmla="*/ 0 w 278"/>
                <a:gd name="T3" fmla="*/ 31 h 75"/>
                <a:gd name="T4" fmla="*/ 5 w 278"/>
                <a:gd name="T5" fmla="*/ 0 h 75"/>
                <a:gd name="T6" fmla="*/ 278 w 278"/>
                <a:gd name="T7" fmla="*/ 45 h 75"/>
                <a:gd name="T8" fmla="*/ 273 w 278"/>
                <a:gd name="T9" fmla="*/ 75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" h="75">
                  <a:moveTo>
                    <a:pt x="273" y="75"/>
                  </a:moveTo>
                  <a:lnTo>
                    <a:pt x="0" y="31"/>
                  </a:lnTo>
                  <a:lnTo>
                    <a:pt x="5" y="0"/>
                  </a:lnTo>
                  <a:lnTo>
                    <a:pt x="278" y="45"/>
                  </a:lnTo>
                  <a:lnTo>
                    <a:pt x="273" y="75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任意多边形: 形状 263" descr="2dd6a92a-16c1-404c-8e83-0be2d2651a4d"/>
            <p:cNvSpPr/>
            <p:nvPr/>
          </p:nvSpPr>
          <p:spPr bwMode="auto">
            <a:xfrm>
              <a:off x="7543006" y="2222500"/>
              <a:ext cx="280988" cy="130175"/>
            </a:xfrm>
            <a:custGeom>
              <a:gdLst>
                <a:gd name="T0" fmla="*/ 0 w 103"/>
                <a:gd name="T1" fmla="*/ 31 h 48"/>
                <a:gd name="T2" fmla="*/ 103 w 103"/>
                <a:gd name="T3" fmla="*/ 48 h 48"/>
                <a:gd name="T4" fmla="*/ 59 w 103"/>
                <a:gd name="T5" fmla="*/ 6 h 48"/>
                <a:gd name="T6" fmla="*/ 0 w 103"/>
                <a:gd name="T7" fmla="*/ 31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48">
                  <a:moveTo>
                    <a:pt x="0" y="31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8"/>
                    <a:pt x="95" y="12"/>
                    <a:pt x="59" y="6"/>
                  </a:cubicBezTo>
                  <a:cubicBezTo>
                    <a:pt x="23" y="0"/>
                    <a:pt x="0" y="31"/>
                    <a:pt x="0" y="31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任意多边形: 形状 264" descr="d3556db6-8e58-42c8-8f4d-5ab2b3dec6fb"/>
            <p:cNvSpPr>
              <a:spLocks noEditPoints="1"/>
            </p:cNvSpPr>
            <p:nvPr/>
          </p:nvSpPr>
          <p:spPr bwMode="auto">
            <a:xfrm>
              <a:off x="7447756" y="2222500"/>
              <a:ext cx="487363" cy="285750"/>
            </a:xfrm>
            <a:custGeom>
              <a:gdLst>
                <a:gd name="T0" fmla="*/ 142 w 179"/>
                <a:gd name="T1" fmla="*/ 47 h 105"/>
                <a:gd name="T2" fmla="*/ 94 w 179"/>
                <a:gd name="T3" fmla="*/ 5 h 105"/>
                <a:gd name="T4" fmla="*/ 29 w 179"/>
                <a:gd name="T5" fmla="*/ 35 h 105"/>
                <a:gd name="T6" fmla="*/ 0 w 179"/>
                <a:gd name="T7" fmla="*/ 76 h 105"/>
                <a:gd name="T8" fmla="*/ 11 w 179"/>
                <a:gd name="T9" fmla="*/ 78 h 105"/>
                <a:gd name="T10" fmla="*/ 13 w 179"/>
                <a:gd name="T11" fmla="*/ 78 h 105"/>
                <a:gd name="T12" fmla="*/ 35 w 179"/>
                <a:gd name="T13" fmla="*/ 62 h 105"/>
                <a:gd name="T14" fmla="*/ 52 w 179"/>
                <a:gd name="T15" fmla="*/ 84 h 105"/>
                <a:gd name="T16" fmla="*/ 82 w 179"/>
                <a:gd name="T17" fmla="*/ 90 h 105"/>
                <a:gd name="T18" fmla="*/ 93 w 179"/>
                <a:gd name="T19" fmla="*/ 91 h 105"/>
                <a:gd name="T20" fmla="*/ 128 w 179"/>
                <a:gd name="T21" fmla="*/ 97 h 105"/>
                <a:gd name="T22" fmla="*/ 151 w 179"/>
                <a:gd name="T23" fmla="*/ 81 h 105"/>
                <a:gd name="T24" fmla="*/ 167 w 179"/>
                <a:gd name="T25" fmla="*/ 104 h 105"/>
                <a:gd name="T26" fmla="*/ 175 w 179"/>
                <a:gd name="T27" fmla="*/ 105 h 105"/>
                <a:gd name="T28" fmla="*/ 142 w 179"/>
                <a:gd name="T29" fmla="*/ 47 h 105"/>
                <a:gd name="T30" fmla="*/ 86 w 179"/>
                <a:gd name="T31" fmla="*/ 38 h 105"/>
                <a:gd name="T32" fmla="*/ 41 w 179"/>
                <a:gd name="T33" fmla="*/ 31 h 105"/>
                <a:gd name="T34" fmla="*/ 91 w 179"/>
                <a:gd name="T35" fmla="*/ 10 h 105"/>
                <a:gd name="T36" fmla="*/ 92 w 179"/>
                <a:gd name="T37" fmla="*/ 7 h 105"/>
                <a:gd name="T38" fmla="*/ 86 w 179"/>
                <a:gd name="T39" fmla="*/ 38 h 105"/>
                <a:gd name="T40" fmla="*/ 92 w 179"/>
                <a:gd name="T41" fmla="*/ 39 h 105"/>
                <a:gd name="T42" fmla="*/ 97 w 179"/>
                <a:gd name="T43" fmla="*/ 11 h 105"/>
                <a:gd name="T44" fmla="*/ 135 w 179"/>
                <a:gd name="T45" fmla="*/ 46 h 105"/>
                <a:gd name="T46" fmla="*/ 92 w 179"/>
                <a:gd name="T47" fmla="*/ 39 h 1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9" h="105">
                  <a:moveTo>
                    <a:pt x="142" y="47"/>
                  </a:moveTo>
                  <a:cubicBezTo>
                    <a:pt x="133" y="25"/>
                    <a:pt x="116" y="8"/>
                    <a:pt x="94" y="5"/>
                  </a:cubicBezTo>
                  <a:cubicBezTo>
                    <a:pt x="69" y="0"/>
                    <a:pt x="45" y="13"/>
                    <a:pt x="29" y="35"/>
                  </a:cubicBezTo>
                  <a:cubicBezTo>
                    <a:pt x="8" y="32"/>
                    <a:pt x="4" y="57"/>
                    <a:pt x="0" y="76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5" y="67"/>
                    <a:pt x="25" y="60"/>
                    <a:pt x="35" y="62"/>
                  </a:cubicBezTo>
                  <a:cubicBezTo>
                    <a:pt x="46" y="64"/>
                    <a:pt x="53" y="74"/>
                    <a:pt x="52" y="84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93" y="91"/>
                    <a:pt x="93" y="91"/>
                    <a:pt x="93" y="91"/>
                  </a:cubicBezTo>
                  <a:cubicBezTo>
                    <a:pt x="128" y="97"/>
                    <a:pt x="128" y="97"/>
                    <a:pt x="128" y="97"/>
                  </a:cubicBezTo>
                  <a:cubicBezTo>
                    <a:pt x="130" y="86"/>
                    <a:pt x="140" y="79"/>
                    <a:pt x="151" y="81"/>
                  </a:cubicBezTo>
                  <a:cubicBezTo>
                    <a:pt x="161" y="83"/>
                    <a:pt x="169" y="93"/>
                    <a:pt x="167" y="104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9" y="77"/>
                    <a:pt x="173" y="52"/>
                    <a:pt x="142" y="47"/>
                  </a:cubicBezTo>
                  <a:close/>
                  <a:moveTo>
                    <a:pt x="86" y="38"/>
                  </a:moveTo>
                  <a:cubicBezTo>
                    <a:pt x="41" y="31"/>
                    <a:pt x="41" y="31"/>
                    <a:pt x="41" y="31"/>
                  </a:cubicBezTo>
                  <a:cubicBezTo>
                    <a:pt x="46" y="23"/>
                    <a:pt x="67" y="6"/>
                    <a:pt x="91" y="10"/>
                  </a:cubicBezTo>
                  <a:cubicBezTo>
                    <a:pt x="92" y="7"/>
                    <a:pt x="92" y="7"/>
                    <a:pt x="92" y="7"/>
                  </a:cubicBezTo>
                  <a:lnTo>
                    <a:pt x="86" y="38"/>
                  </a:lnTo>
                  <a:close/>
                  <a:moveTo>
                    <a:pt x="92" y="39"/>
                  </a:moveTo>
                  <a:cubicBezTo>
                    <a:pt x="97" y="11"/>
                    <a:pt x="97" y="11"/>
                    <a:pt x="97" y="11"/>
                  </a:cubicBezTo>
                  <a:cubicBezTo>
                    <a:pt x="120" y="17"/>
                    <a:pt x="132" y="33"/>
                    <a:pt x="135" y="46"/>
                  </a:cubicBezTo>
                  <a:lnTo>
                    <a:pt x="92" y="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任意多边形: 形状 265" descr="317fd88b-1fb6-4d76-93b3-e8a97f32bbf4"/>
            <p:cNvSpPr/>
            <p:nvPr/>
          </p:nvSpPr>
          <p:spPr bwMode="auto">
            <a:xfrm>
              <a:off x="7847806" y="2520950"/>
              <a:ext cx="103188" cy="103188"/>
            </a:xfrm>
            <a:custGeom>
              <a:gdLst>
                <a:gd name="T0" fmla="*/ 36 w 38"/>
                <a:gd name="T1" fmla="*/ 22 h 38"/>
                <a:gd name="T2" fmla="*/ 16 w 38"/>
                <a:gd name="T3" fmla="*/ 36 h 38"/>
                <a:gd name="T4" fmla="*/ 2 w 38"/>
                <a:gd name="T5" fmla="*/ 16 h 38"/>
                <a:gd name="T6" fmla="*/ 22 w 38"/>
                <a:gd name="T7" fmla="*/ 1 h 38"/>
                <a:gd name="T8" fmla="*/ 36 w 38"/>
                <a:gd name="T9" fmla="*/ 22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6" y="22"/>
                  </a:moveTo>
                  <a:cubicBezTo>
                    <a:pt x="35" y="31"/>
                    <a:pt x="26" y="38"/>
                    <a:pt x="16" y="36"/>
                  </a:cubicBezTo>
                  <a:cubicBezTo>
                    <a:pt x="7" y="34"/>
                    <a:pt x="0" y="25"/>
                    <a:pt x="2" y="16"/>
                  </a:cubicBezTo>
                  <a:cubicBezTo>
                    <a:pt x="3" y="6"/>
                    <a:pt x="12" y="0"/>
                    <a:pt x="22" y="1"/>
                  </a:cubicBezTo>
                  <a:cubicBezTo>
                    <a:pt x="32" y="3"/>
                    <a:pt x="38" y="12"/>
                    <a:pt x="36" y="22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任意多边形: 形状 266" descr="27e48cee-470e-42d8-9f04-97565f267932"/>
            <p:cNvSpPr/>
            <p:nvPr/>
          </p:nvSpPr>
          <p:spPr bwMode="auto">
            <a:xfrm>
              <a:off x="7863681" y="2538413"/>
              <a:ext cx="71438" cy="69850"/>
            </a:xfrm>
            <a:custGeom>
              <a:gdLst>
                <a:gd name="T0" fmla="*/ 25 w 26"/>
                <a:gd name="T1" fmla="*/ 15 h 26"/>
                <a:gd name="T2" fmla="*/ 11 w 26"/>
                <a:gd name="T3" fmla="*/ 25 h 26"/>
                <a:gd name="T4" fmla="*/ 1 w 26"/>
                <a:gd name="T5" fmla="*/ 11 h 26"/>
                <a:gd name="T6" fmla="*/ 15 w 26"/>
                <a:gd name="T7" fmla="*/ 1 h 26"/>
                <a:gd name="T8" fmla="*/ 25 w 26"/>
                <a:gd name="T9" fmla="*/ 15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25" y="15"/>
                  </a:moveTo>
                  <a:cubicBezTo>
                    <a:pt x="24" y="21"/>
                    <a:pt x="18" y="26"/>
                    <a:pt x="11" y="25"/>
                  </a:cubicBezTo>
                  <a:cubicBezTo>
                    <a:pt x="5" y="23"/>
                    <a:pt x="0" y="17"/>
                    <a:pt x="1" y="11"/>
                  </a:cubicBezTo>
                  <a:cubicBezTo>
                    <a:pt x="2" y="4"/>
                    <a:pt x="9" y="0"/>
                    <a:pt x="15" y="1"/>
                  </a:cubicBezTo>
                  <a:cubicBezTo>
                    <a:pt x="22" y="2"/>
                    <a:pt x="26" y="8"/>
                    <a:pt x="25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任意多边形: 形状 267" descr="eaddfd28-ad0b-4c1a-b43d-4209443c0ca2"/>
            <p:cNvSpPr/>
            <p:nvPr/>
          </p:nvSpPr>
          <p:spPr bwMode="auto">
            <a:xfrm>
              <a:off x="7877968" y="2547938"/>
              <a:ext cx="46038" cy="47625"/>
            </a:xfrm>
            <a:custGeom>
              <a:gdLst>
                <a:gd name="T0" fmla="*/ 16 w 17"/>
                <a:gd name="T1" fmla="*/ 10 h 17"/>
                <a:gd name="T2" fmla="*/ 7 w 17"/>
                <a:gd name="T3" fmla="*/ 16 h 17"/>
                <a:gd name="T4" fmla="*/ 0 w 17"/>
                <a:gd name="T5" fmla="*/ 7 h 17"/>
                <a:gd name="T6" fmla="*/ 9 w 17"/>
                <a:gd name="T7" fmla="*/ 1 h 17"/>
                <a:gd name="T8" fmla="*/ 16 w 17"/>
                <a:gd name="T9" fmla="*/ 1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6" y="10"/>
                  </a:moveTo>
                  <a:cubicBezTo>
                    <a:pt x="15" y="14"/>
                    <a:pt x="11" y="17"/>
                    <a:pt x="7" y="16"/>
                  </a:cubicBezTo>
                  <a:cubicBezTo>
                    <a:pt x="3" y="16"/>
                    <a:pt x="0" y="12"/>
                    <a:pt x="0" y="7"/>
                  </a:cubicBezTo>
                  <a:cubicBezTo>
                    <a:pt x="1" y="3"/>
                    <a:pt x="5" y="0"/>
                    <a:pt x="9" y="1"/>
                  </a:cubicBezTo>
                  <a:cubicBezTo>
                    <a:pt x="14" y="2"/>
                    <a:pt x="17" y="6"/>
                    <a:pt x="16" y="1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任意多边形: 形状 268" descr="1a39b2cf-a692-455c-980f-bd2fd0480d45"/>
            <p:cNvSpPr/>
            <p:nvPr/>
          </p:nvSpPr>
          <p:spPr bwMode="auto">
            <a:xfrm>
              <a:off x="7485856" y="2390775"/>
              <a:ext cx="101600" cy="103188"/>
            </a:xfrm>
            <a:custGeom>
              <a:gdLst>
                <a:gd name="T0" fmla="*/ 36 w 37"/>
                <a:gd name="T1" fmla="*/ 22 h 38"/>
                <a:gd name="T2" fmla="*/ 16 w 37"/>
                <a:gd name="T3" fmla="*/ 37 h 38"/>
                <a:gd name="T4" fmla="*/ 1 w 37"/>
                <a:gd name="T5" fmla="*/ 16 h 38"/>
                <a:gd name="T6" fmla="*/ 21 w 37"/>
                <a:gd name="T7" fmla="*/ 2 h 38"/>
                <a:gd name="T8" fmla="*/ 36 w 37"/>
                <a:gd name="T9" fmla="*/ 22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8">
                  <a:moveTo>
                    <a:pt x="36" y="22"/>
                  </a:moveTo>
                  <a:cubicBezTo>
                    <a:pt x="34" y="32"/>
                    <a:pt x="25" y="38"/>
                    <a:pt x="16" y="37"/>
                  </a:cubicBezTo>
                  <a:cubicBezTo>
                    <a:pt x="6" y="35"/>
                    <a:pt x="0" y="26"/>
                    <a:pt x="1" y="16"/>
                  </a:cubicBezTo>
                  <a:cubicBezTo>
                    <a:pt x="3" y="7"/>
                    <a:pt x="12" y="0"/>
                    <a:pt x="21" y="2"/>
                  </a:cubicBezTo>
                  <a:cubicBezTo>
                    <a:pt x="31" y="4"/>
                    <a:pt x="37" y="13"/>
                    <a:pt x="36" y="22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任意多边形: 形状 269" descr="752c7073-ebb7-4244-b6b9-73b5fa0dc898"/>
            <p:cNvSpPr/>
            <p:nvPr/>
          </p:nvSpPr>
          <p:spPr bwMode="auto">
            <a:xfrm>
              <a:off x="7500143" y="2406650"/>
              <a:ext cx="69850" cy="71438"/>
            </a:xfrm>
            <a:custGeom>
              <a:gdLst>
                <a:gd name="T0" fmla="*/ 25 w 26"/>
                <a:gd name="T1" fmla="*/ 15 h 26"/>
                <a:gd name="T2" fmla="*/ 11 w 26"/>
                <a:gd name="T3" fmla="*/ 25 h 26"/>
                <a:gd name="T4" fmla="*/ 2 w 26"/>
                <a:gd name="T5" fmla="*/ 11 h 26"/>
                <a:gd name="T6" fmla="*/ 15 w 26"/>
                <a:gd name="T7" fmla="*/ 1 h 26"/>
                <a:gd name="T8" fmla="*/ 25 w 26"/>
                <a:gd name="T9" fmla="*/ 15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25" y="15"/>
                  </a:moveTo>
                  <a:cubicBezTo>
                    <a:pt x="24" y="22"/>
                    <a:pt x="18" y="26"/>
                    <a:pt x="11" y="25"/>
                  </a:cubicBezTo>
                  <a:cubicBezTo>
                    <a:pt x="5" y="24"/>
                    <a:pt x="0" y="18"/>
                    <a:pt x="2" y="11"/>
                  </a:cubicBezTo>
                  <a:cubicBezTo>
                    <a:pt x="3" y="5"/>
                    <a:pt x="9" y="0"/>
                    <a:pt x="15" y="1"/>
                  </a:cubicBezTo>
                  <a:cubicBezTo>
                    <a:pt x="22" y="2"/>
                    <a:pt x="26" y="9"/>
                    <a:pt x="25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任意多边形: 形状 270" descr="402d3baf-c082-45cc-a1a1-20115c9165c0"/>
            <p:cNvSpPr/>
            <p:nvPr/>
          </p:nvSpPr>
          <p:spPr bwMode="auto">
            <a:xfrm>
              <a:off x="7512843" y="2420938"/>
              <a:ext cx="47625" cy="46038"/>
            </a:xfrm>
            <a:custGeom>
              <a:gdLst>
                <a:gd name="T0" fmla="*/ 16 w 17"/>
                <a:gd name="T1" fmla="*/ 10 h 17"/>
                <a:gd name="T2" fmla="*/ 7 w 17"/>
                <a:gd name="T3" fmla="*/ 16 h 17"/>
                <a:gd name="T4" fmla="*/ 1 w 17"/>
                <a:gd name="T5" fmla="*/ 7 h 17"/>
                <a:gd name="T6" fmla="*/ 10 w 17"/>
                <a:gd name="T7" fmla="*/ 0 h 17"/>
                <a:gd name="T8" fmla="*/ 16 w 17"/>
                <a:gd name="T9" fmla="*/ 1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6" y="10"/>
                  </a:moveTo>
                  <a:cubicBezTo>
                    <a:pt x="16" y="14"/>
                    <a:pt x="11" y="17"/>
                    <a:pt x="7" y="16"/>
                  </a:cubicBezTo>
                  <a:cubicBezTo>
                    <a:pt x="3" y="15"/>
                    <a:pt x="0" y="11"/>
                    <a:pt x="1" y="7"/>
                  </a:cubicBezTo>
                  <a:cubicBezTo>
                    <a:pt x="1" y="3"/>
                    <a:pt x="5" y="0"/>
                    <a:pt x="10" y="0"/>
                  </a:cubicBezTo>
                  <a:cubicBezTo>
                    <a:pt x="14" y="1"/>
                    <a:pt x="17" y="5"/>
                    <a:pt x="16" y="1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任意多边形: 形状 271" descr="d03d78ef-5eef-42e9-aebe-dca7623734d8"/>
            <p:cNvSpPr/>
            <p:nvPr/>
          </p:nvSpPr>
          <p:spPr bwMode="auto">
            <a:xfrm>
              <a:off x="7877968" y="2398713"/>
              <a:ext cx="23813" cy="44450"/>
            </a:xfrm>
            <a:custGeom>
              <a:gdLst>
                <a:gd name="T0" fmla="*/ 8 w 9"/>
                <a:gd name="T1" fmla="*/ 7 h 16"/>
                <a:gd name="T2" fmla="*/ 5 w 9"/>
                <a:gd name="T3" fmla="*/ 15 h 16"/>
                <a:gd name="T4" fmla="*/ 0 w 9"/>
                <a:gd name="T5" fmla="*/ 8 h 16"/>
                <a:gd name="T6" fmla="*/ 4 w 9"/>
                <a:gd name="T7" fmla="*/ 0 h 16"/>
                <a:gd name="T8" fmla="*/ 8 w 9"/>
                <a:gd name="T9" fmla="*/ 7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6">
                  <a:moveTo>
                    <a:pt x="8" y="7"/>
                  </a:moveTo>
                  <a:cubicBezTo>
                    <a:pt x="9" y="12"/>
                    <a:pt x="7" y="15"/>
                    <a:pt x="5" y="15"/>
                  </a:cubicBezTo>
                  <a:cubicBezTo>
                    <a:pt x="3" y="16"/>
                    <a:pt x="1" y="12"/>
                    <a:pt x="0" y="8"/>
                  </a:cubicBezTo>
                  <a:cubicBezTo>
                    <a:pt x="0" y="4"/>
                    <a:pt x="1" y="0"/>
                    <a:pt x="4" y="0"/>
                  </a:cubicBezTo>
                  <a:cubicBezTo>
                    <a:pt x="6" y="0"/>
                    <a:pt x="8" y="3"/>
                    <a:pt x="8" y="7"/>
                  </a:cubicBezTo>
                  <a:close/>
                </a:path>
              </a:pathLst>
            </a:custGeom>
            <a:solidFill>
              <a:srgbClr val="FDE3A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任意多边形: 形状 272" descr="cfa79849-6aa5-41ae-bcba-0f47f1bce87e"/>
            <p:cNvSpPr/>
            <p:nvPr/>
          </p:nvSpPr>
          <p:spPr bwMode="auto">
            <a:xfrm>
              <a:off x="7477918" y="2341563"/>
              <a:ext cx="22225" cy="33338"/>
            </a:xfrm>
            <a:custGeom>
              <a:gdLst>
                <a:gd name="T0" fmla="*/ 7 w 8"/>
                <a:gd name="T1" fmla="*/ 7 h 12"/>
                <a:gd name="T2" fmla="*/ 2 w 8"/>
                <a:gd name="T3" fmla="*/ 11 h 12"/>
                <a:gd name="T4" fmla="*/ 1 w 8"/>
                <a:gd name="T5" fmla="*/ 5 h 12"/>
                <a:gd name="T6" fmla="*/ 6 w 8"/>
                <a:gd name="T7" fmla="*/ 1 h 12"/>
                <a:gd name="T8" fmla="*/ 7 w 8"/>
                <a:gd name="T9" fmla="*/ 7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2">
                  <a:moveTo>
                    <a:pt x="7" y="7"/>
                  </a:moveTo>
                  <a:cubicBezTo>
                    <a:pt x="5" y="10"/>
                    <a:pt x="3" y="12"/>
                    <a:pt x="2" y="11"/>
                  </a:cubicBezTo>
                  <a:cubicBezTo>
                    <a:pt x="0" y="11"/>
                    <a:pt x="0" y="8"/>
                    <a:pt x="1" y="5"/>
                  </a:cubicBezTo>
                  <a:cubicBezTo>
                    <a:pt x="2" y="2"/>
                    <a:pt x="5" y="0"/>
                    <a:pt x="6" y="1"/>
                  </a:cubicBezTo>
                  <a:cubicBezTo>
                    <a:pt x="8" y="2"/>
                    <a:pt x="8" y="4"/>
                    <a:pt x="7" y="7"/>
                  </a:cubicBezTo>
                  <a:close/>
                </a:path>
              </a:pathLst>
            </a:custGeom>
            <a:solidFill>
              <a:srgbClr val="96281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任意多边形: 形状 273" descr="1f30eae0-7e8a-4986-951b-45346d89435a"/>
            <p:cNvSpPr/>
            <p:nvPr/>
          </p:nvSpPr>
          <p:spPr bwMode="auto">
            <a:xfrm>
              <a:off x="7695406" y="2347913"/>
              <a:ext cx="38100" cy="19050"/>
            </a:xfrm>
            <a:custGeom>
              <a:gdLst>
                <a:gd name="T0" fmla="*/ 11 w 14"/>
                <a:gd name="T1" fmla="*/ 6 h 7"/>
                <a:gd name="T2" fmla="*/ 3 w 14"/>
                <a:gd name="T3" fmla="*/ 5 h 7"/>
                <a:gd name="T4" fmla="*/ 1 w 14"/>
                <a:gd name="T5" fmla="*/ 2 h 7"/>
                <a:gd name="T6" fmla="*/ 1 w 14"/>
                <a:gd name="T7" fmla="*/ 2 h 7"/>
                <a:gd name="T8" fmla="*/ 4 w 14"/>
                <a:gd name="T9" fmla="*/ 0 h 7"/>
                <a:gd name="T10" fmla="*/ 11 w 14"/>
                <a:gd name="T11" fmla="*/ 2 h 7"/>
                <a:gd name="T12" fmla="*/ 14 w 14"/>
                <a:gd name="T13" fmla="*/ 4 h 7"/>
                <a:gd name="T14" fmla="*/ 14 w 14"/>
                <a:gd name="T15" fmla="*/ 4 h 7"/>
                <a:gd name="T16" fmla="*/ 11 w 14"/>
                <a:gd name="T17" fmla="*/ 6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7">
                  <a:moveTo>
                    <a:pt x="11" y="6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6"/>
                    <a:pt x="12" y="7"/>
                    <a:pt x="11" y="6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任意多边形: 形状 274" descr="f9dcb12f-b46c-4211-b3e8-908b8975eef8"/>
            <p:cNvSpPr/>
            <p:nvPr/>
          </p:nvSpPr>
          <p:spPr bwMode="auto">
            <a:xfrm>
              <a:off x="7752556" y="2482850"/>
              <a:ext cx="34925" cy="65088"/>
            </a:xfrm>
            <a:custGeom>
              <a:gdLst>
                <a:gd name="T0" fmla="*/ 12 w 22"/>
                <a:gd name="T1" fmla="*/ 41 h 41"/>
                <a:gd name="T2" fmla="*/ 0 w 22"/>
                <a:gd name="T3" fmla="*/ 38 h 41"/>
                <a:gd name="T4" fmla="*/ 10 w 22"/>
                <a:gd name="T5" fmla="*/ 0 h 41"/>
                <a:gd name="T6" fmla="*/ 22 w 22"/>
                <a:gd name="T7" fmla="*/ 2 h 41"/>
                <a:gd name="T8" fmla="*/ 12 w 22"/>
                <a:gd name="T9" fmla="*/ 41 h 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1">
                  <a:moveTo>
                    <a:pt x="12" y="41"/>
                  </a:moveTo>
                  <a:lnTo>
                    <a:pt x="0" y="38"/>
                  </a:lnTo>
                  <a:lnTo>
                    <a:pt x="10" y="0"/>
                  </a:lnTo>
                  <a:lnTo>
                    <a:pt x="22" y="2"/>
                  </a:lnTo>
                  <a:lnTo>
                    <a:pt x="12" y="41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任意多边形: 形状 275" descr="f7e957a9-8051-471b-a6eb-e5bc5a8af76b"/>
            <p:cNvSpPr/>
            <p:nvPr/>
          </p:nvSpPr>
          <p:spPr bwMode="auto">
            <a:xfrm>
              <a:off x="7733506" y="2538413"/>
              <a:ext cx="53975" cy="23813"/>
            </a:xfrm>
            <a:custGeom>
              <a:gdLst>
                <a:gd name="T0" fmla="*/ 33 w 34"/>
                <a:gd name="T1" fmla="*/ 15 h 15"/>
                <a:gd name="T2" fmla="*/ 0 w 34"/>
                <a:gd name="T3" fmla="*/ 6 h 15"/>
                <a:gd name="T4" fmla="*/ 2 w 34"/>
                <a:gd name="T5" fmla="*/ 0 h 15"/>
                <a:gd name="T6" fmla="*/ 34 w 34"/>
                <a:gd name="T7" fmla="*/ 8 h 15"/>
                <a:gd name="T8" fmla="*/ 33 w 34"/>
                <a:gd name="T9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5">
                  <a:moveTo>
                    <a:pt x="33" y="15"/>
                  </a:moveTo>
                  <a:lnTo>
                    <a:pt x="0" y="6"/>
                  </a:lnTo>
                  <a:lnTo>
                    <a:pt x="2" y="0"/>
                  </a:lnTo>
                  <a:lnTo>
                    <a:pt x="34" y="8"/>
                  </a:lnTo>
                  <a:lnTo>
                    <a:pt x="33" y="15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任意多边形: 形状 276" descr="5e320196-f04e-431d-9be8-12dbff39c86f"/>
            <p:cNvSpPr/>
            <p:nvPr/>
          </p:nvSpPr>
          <p:spPr bwMode="auto">
            <a:xfrm>
              <a:off x="7312818" y="2360613"/>
              <a:ext cx="228600" cy="212725"/>
            </a:xfrm>
            <a:custGeom>
              <a:gdLst>
                <a:gd name="T0" fmla="*/ 84 w 84"/>
                <a:gd name="T1" fmla="*/ 22 h 78"/>
                <a:gd name="T2" fmla="*/ 54 w 84"/>
                <a:gd name="T3" fmla="*/ 5 h 78"/>
                <a:gd name="T4" fmla="*/ 20 w 84"/>
                <a:gd name="T5" fmla="*/ 5 h 78"/>
                <a:gd name="T6" fmla="*/ 34 w 84"/>
                <a:gd name="T7" fmla="*/ 78 h 78"/>
                <a:gd name="T8" fmla="*/ 84 w 84"/>
                <a:gd name="T9" fmla="*/ 22 h 7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78">
                  <a:moveTo>
                    <a:pt x="84" y="22"/>
                  </a:moveTo>
                  <a:cubicBezTo>
                    <a:pt x="84" y="22"/>
                    <a:pt x="75" y="11"/>
                    <a:pt x="54" y="5"/>
                  </a:cubicBezTo>
                  <a:cubicBezTo>
                    <a:pt x="34" y="0"/>
                    <a:pt x="20" y="5"/>
                    <a:pt x="20" y="5"/>
                  </a:cubicBezTo>
                  <a:cubicBezTo>
                    <a:pt x="20" y="5"/>
                    <a:pt x="0" y="47"/>
                    <a:pt x="34" y="78"/>
                  </a:cubicBezTo>
                  <a:cubicBezTo>
                    <a:pt x="79" y="70"/>
                    <a:pt x="84" y="22"/>
                    <a:pt x="84" y="22"/>
                  </a:cubicBezTo>
                  <a:close/>
                </a:path>
              </a:pathLst>
            </a:custGeom>
            <a:solidFill>
              <a:srgbClr val="71AB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任意多边形: 形状 277" descr="92409ed9-6b02-4169-a43d-d6c9b8551c13"/>
            <p:cNvSpPr/>
            <p:nvPr/>
          </p:nvSpPr>
          <p:spPr bwMode="auto">
            <a:xfrm>
              <a:off x="7320756" y="2368550"/>
              <a:ext cx="211138" cy="196850"/>
            </a:xfrm>
            <a:custGeom>
              <a:gdLst>
                <a:gd name="T0" fmla="*/ 78 w 78"/>
                <a:gd name="T1" fmla="*/ 21 h 72"/>
                <a:gd name="T2" fmla="*/ 51 w 78"/>
                <a:gd name="T3" fmla="*/ 6 h 72"/>
                <a:gd name="T4" fmla="*/ 19 w 78"/>
                <a:gd name="T5" fmla="*/ 5 h 72"/>
                <a:gd name="T6" fmla="*/ 32 w 78"/>
                <a:gd name="T7" fmla="*/ 72 h 72"/>
                <a:gd name="T8" fmla="*/ 78 w 78"/>
                <a:gd name="T9" fmla="*/ 21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2">
                  <a:moveTo>
                    <a:pt x="78" y="21"/>
                  </a:moveTo>
                  <a:cubicBezTo>
                    <a:pt x="78" y="21"/>
                    <a:pt x="69" y="11"/>
                    <a:pt x="51" y="6"/>
                  </a:cubicBezTo>
                  <a:cubicBezTo>
                    <a:pt x="32" y="0"/>
                    <a:pt x="19" y="5"/>
                    <a:pt x="19" y="5"/>
                  </a:cubicBezTo>
                  <a:cubicBezTo>
                    <a:pt x="19" y="5"/>
                    <a:pt x="0" y="44"/>
                    <a:pt x="32" y="72"/>
                  </a:cubicBezTo>
                  <a:cubicBezTo>
                    <a:pt x="73" y="64"/>
                    <a:pt x="78" y="21"/>
                    <a:pt x="78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任意多边形: 形状 278" descr="f3f14c03-c607-4340-a339-8f2ee290d237"/>
            <p:cNvSpPr/>
            <p:nvPr/>
          </p:nvSpPr>
          <p:spPr bwMode="auto">
            <a:xfrm>
              <a:off x="7331868" y="2378075"/>
              <a:ext cx="192088" cy="179388"/>
            </a:xfrm>
            <a:custGeom>
              <a:gdLst>
                <a:gd name="T0" fmla="*/ 71 w 71"/>
                <a:gd name="T1" fmla="*/ 20 h 66"/>
                <a:gd name="T2" fmla="*/ 46 w 71"/>
                <a:gd name="T3" fmla="*/ 5 h 66"/>
                <a:gd name="T4" fmla="*/ 17 w 71"/>
                <a:gd name="T5" fmla="*/ 5 h 66"/>
                <a:gd name="T6" fmla="*/ 29 w 71"/>
                <a:gd name="T7" fmla="*/ 66 h 66"/>
                <a:gd name="T8" fmla="*/ 71 w 71"/>
                <a:gd name="T9" fmla="*/ 20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6">
                  <a:moveTo>
                    <a:pt x="71" y="20"/>
                  </a:moveTo>
                  <a:cubicBezTo>
                    <a:pt x="71" y="20"/>
                    <a:pt x="63" y="10"/>
                    <a:pt x="46" y="5"/>
                  </a:cubicBezTo>
                  <a:cubicBezTo>
                    <a:pt x="29" y="0"/>
                    <a:pt x="17" y="5"/>
                    <a:pt x="17" y="5"/>
                  </a:cubicBezTo>
                  <a:cubicBezTo>
                    <a:pt x="17" y="5"/>
                    <a:pt x="0" y="41"/>
                    <a:pt x="29" y="66"/>
                  </a:cubicBezTo>
                  <a:cubicBezTo>
                    <a:pt x="67" y="59"/>
                    <a:pt x="71" y="20"/>
                    <a:pt x="71" y="20"/>
                  </a:cubicBezTo>
                  <a:close/>
                </a:path>
              </a:pathLst>
            </a:custGeom>
            <a:solidFill>
              <a:srgbClr val="5B8A7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任意多边形: 形状 279" descr="36aafce0-257b-4c2f-b45a-24fd74963a11"/>
            <p:cNvSpPr>
              <a:spLocks noEditPoints="1"/>
            </p:cNvSpPr>
            <p:nvPr/>
          </p:nvSpPr>
          <p:spPr bwMode="auto">
            <a:xfrm>
              <a:off x="7390606" y="2416175"/>
              <a:ext cx="90488" cy="92075"/>
            </a:xfrm>
            <a:custGeom>
              <a:gdLst>
                <a:gd name="T0" fmla="*/ 10 w 33"/>
                <a:gd name="T1" fmla="*/ 33 h 34"/>
                <a:gd name="T2" fmla="*/ 14 w 33"/>
                <a:gd name="T3" fmla="*/ 34 h 34"/>
                <a:gd name="T4" fmla="*/ 16 w 33"/>
                <a:gd name="T5" fmla="*/ 29 h 34"/>
                <a:gd name="T6" fmla="*/ 20 w 33"/>
                <a:gd name="T7" fmla="*/ 28 h 34"/>
                <a:gd name="T8" fmla="*/ 22 w 33"/>
                <a:gd name="T9" fmla="*/ 33 h 34"/>
                <a:gd name="T10" fmla="*/ 27 w 33"/>
                <a:gd name="T11" fmla="*/ 31 h 34"/>
                <a:gd name="T12" fmla="*/ 24 w 33"/>
                <a:gd name="T13" fmla="*/ 26 h 34"/>
                <a:gd name="T14" fmla="*/ 27 w 33"/>
                <a:gd name="T15" fmla="*/ 23 h 34"/>
                <a:gd name="T16" fmla="*/ 32 w 33"/>
                <a:gd name="T17" fmla="*/ 24 h 34"/>
                <a:gd name="T18" fmla="*/ 33 w 33"/>
                <a:gd name="T19" fmla="*/ 19 h 34"/>
                <a:gd name="T20" fmla="*/ 28 w 33"/>
                <a:gd name="T21" fmla="*/ 18 h 34"/>
                <a:gd name="T22" fmla="*/ 28 w 33"/>
                <a:gd name="T23" fmla="*/ 14 h 34"/>
                <a:gd name="T24" fmla="*/ 32 w 33"/>
                <a:gd name="T25" fmla="*/ 11 h 34"/>
                <a:gd name="T26" fmla="*/ 30 w 33"/>
                <a:gd name="T27" fmla="*/ 7 h 34"/>
                <a:gd name="T28" fmla="*/ 25 w 33"/>
                <a:gd name="T29" fmla="*/ 9 h 34"/>
                <a:gd name="T30" fmla="*/ 22 w 33"/>
                <a:gd name="T31" fmla="*/ 7 h 34"/>
                <a:gd name="T32" fmla="*/ 23 w 33"/>
                <a:gd name="T33" fmla="*/ 2 h 34"/>
                <a:gd name="T34" fmla="*/ 18 w 33"/>
                <a:gd name="T35" fmla="*/ 0 h 34"/>
                <a:gd name="T36" fmla="*/ 17 w 33"/>
                <a:gd name="T37" fmla="*/ 6 h 34"/>
                <a:gd name="T38" fmla="*/ 13 w 33"/>
                <a:gd name="T39" fmla="*/ 6 h 34"/>
                <a:gd name="T40" fmla="*/ 11 w 33"/>
                <a:gd name="T41" fmla="*/ 1 h 34"/>
                <a:gd name="T42" fmla="*/ 6 w 33"/>
                <a:gd name="T43" fmla="*/ 4 h 34"/>
                <a:gd name="T44" fmla="*/ 9 w 33"/>
                <a:gd name="T45" fmla="*/ 9 h 34"/>
                <a:gd name="T46" fmla="*/ 6 w 33"/>
                <a:gd name="T47" fmla="*/ 12 h 34"/>
                <a:gd name="T48" fmla="*/ 1 w 33"/>
                <a:gd name="T49" fmla="*/ 10 h 34"/>
                <a:gd name="T50" fmla="*/ 0 w 33"/>
                <a:gd name="T51" fmla="*/ 15 h 34"/>
                <a:gd name="T52" fmla="*/ 5 w 33"/>
                <a:gd name="T53" fmla="*/ 17 h 34"/>
                <a:gd name="T54" fmla="*/ 5 w 33"/>
                <a:gd name="T55" fmla="*/ 21 h 34"/>
                <a:gd name="T56" fmla="*/ 1 w 33"/>
                <a:gd name="T57" fmla="*/ 23 h 34"/>
                <a:gd name="T58" fmla="*/ 3 w 33"/>
                <a:gd name="T59" fmla="*/ 28 h 34"/>
                <a:gd name="T60" fmla="*/ 8 w 33"/>
                <a:gd name="T61" fmla="*/ 25 h 34"/>
                <a:gd name="T62" fmla="*/ 11 w 33"/>
                <a:gd name="T63" fmla="*/ 27 h 34"/>
                <a:gd name="T64" fmla="*/ 10 w 33"/>
                <a:gd name="T65" fmla="*/ 33 h 34"/>
                <a:gd name="T66" fmla="*/ 11 w 33"/>
                <a:gd name="T67" fmla="*/ 17 h 34"/>
                <a:gd name="T68" fmla="*/ 19 w 33"/>
                <a:gd name="T69" fmla="*/ 12 h 34"/>
                <a:gd name="T70" fmla="*/ 22 w 33"/>
                <a:gd name="T71" fmla="*/ 17 h 34"/>
                <a:gd name="T72" fmla="*/ 14 w 33"/>
                <a:gd name="T73" fmla="*/ 22 h 34"/>
                <a:gd name="T74" fmla="*/ 11 w 33"/>
                <a:gd name="T75" fmla="*/ 17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" h="34">
                  <a:moveTo>
                    <a:pt x="10" y="33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9" y="29"/>
                    <a:pt x="20" y="28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6" y="24"/>
                    <a:pt x="27" y="23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6"/>
                    <a:pt x="28" y="15"/>
                    <a:pt x="28" y="14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9"/>
                    <a:pt x="23" y="8"/>
                    <a:pt x="22" y="7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6"/>
                    <a:pt x="14" y="6"/>
                    <a:pt x="13" y="6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7" y="11"/>
                    <a:pt x="6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9"/>
                    <a:pt x="5" y="2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7"/>
                    <a:pt x="11" y="27"/>
                  </a:cubicBezTo>
                  <a:lnTo>
                    <a:pt x="10" y="33"/>
                  </a:lnTo>
                  <a:close/>
                  <a:moveTo>
                    <a:pt x="11" y="17"/>
                  </a:moveTo>
                  <a:cubicBezTo>
                    <a:pt x="11" y="13"/>
                    <a:pt x="15" y="10"/>
                    <a:pt x="19" y="12"/>
                  </a:cubicBezTo>
                  <a:cubicBezTo>
                    <a:pt x="21" y="13"/>
                    <a:pt x="22" y="15"/>
                    <a:pt x="22" y="17"/>
                  </a:cubicBezTo>
                  <a:cubicBezTo>
                    <a:pt x="22" y="22"/>
                    <a:pt x="17" y="24"/>
                    <a:pt x="14" y="22"/>
                  </a:cubicBezTo>
                  <a:cubicBezTo>
                    <a:pt x="12" y="21"/>
                    <a:pt x="11" y="19"/>
                    <a:pt x="11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任意多边形: 形状 280" descr="87e9a3fd-1daa-4e43-a8f7-8be47756f14f"/>
            <p:cNvSpPr/>
            <p:nvPr/>
          </p:nvSpPr>
          <p:spPr bwMode="auto">
            <a:xfrm>
              <a:off x="4239418" y="2428875"/>
              <a:ext cx="496888" cy="373063"/>
            </a:xfrm>
            <a:custGeom>
              <a:gdLst>
                <a:gd name="T0" fmla="*/ 173 w 183"/>
                <a:gd name="T1" fmla="*/ 24 h 137"/>
                <a:gd name="T2" fmla="*/ 106 w 183"/>
                <a:gd name="T3" fmla="*/ 127 h 137"/>
                <a:gd name="T4" fmla="*/ 4 w 183"/>
                <a:gd name="T5" fmla="*/ 61 h 137"/>
                <a:gd name="T6" fmla="*/ 59 w 183"/>
                <a:gd name="T7" fmla="*/ 13 h 137"/>
                <a:gd name="T8" fmla="*/ 61 w 183"/>
                <a:gd name="T9" fmla="*/ 53 h 137"/>
                <a:gd name="T10" fmla="*/ 81 w 183"/>
                <a:gd name="T11" fmla="*/ 45 h 137"/>
                <a:gd name="T12" fmla="*/ 116 w 183"/>
                <a:gd name="T13" fmla="*/ 86 h 137"/>
                <a:gd name="T14" fmla="*/ 102 w 183"/>
                <a:gd name="T15" fmla="*/ 24 h 137"/>
                <a:gd name="T16" fmla="*/ 82 w 183"/>
                <a:gd name="T17" fmla="*/ 17 h 137"/>
                <a:gd name="T18" fmla="*/ 96 w 183"/>
                <a:gd name="T19" fmla="*/ 14 h 137"/>
                <a:gd name="T20" fmla="*/ 104 w 183"/>
                <a:gd name="T21" fmla="*/ 4 h 137"/>
                <a:gd name="T22" fmla="*/ 173 w 183"/>
                <a:gd name="T23" fmla="*/ 24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3" h="137">
                  <a:moveTo>
                    <a:pt x="173" y="24"/>
                  </a:moveTo>
                  <a:cubicBezTo>
                    <a:pt x="183" y="71"/>
                    <a:pt x="153" y="117"/>
                    <a:pt x="106" y="127"/>
                  </a:cubicBezTo>
                  <a:cubicBezTo>
                    <a:pt x="60" y="137"/>
                    <a:pt x="14" y="107"/>
                    <a:pt x="4" y="61"/>
                  </a:cubicBezTo>
                  <a:cubicBezTo>
                    <a:pt x="0" y="41"/>
                    <a:pt x="26" y="24"/>
                    <a:pt x="59" y="1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116" y="86"/>
                    <a:pt x="116" y="86"/>
                    <a:pt x="116" y="86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38" y="0"/>
                    <a:pt x="169" y="5"/>
                    <a:pt x="173" y="24"/>
                  </a:cubicBezTo>
                  <a:close/>
                </a:path>
              </a:pathLst>
            </a:custGeom>
            <a:solidFill>
              <a:srgbClr val="79554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任意多边形: 形状 281" descr="d768db0f-c04c-49bd-bf0c-cba6e9317384"/>
            <p:cNvSpPr/>
            <p:nvPr/>
          </p:nvSpPr>
          <p:spPr bwMode="auto">
            <a:xfrm>
              <a:off x="4242593" y="2459038"/>
              <a:ext cx="173038" cy="144463"/>
            </a:xfrm>
            <a:custGeom>
              <a:gdLst>
                <a:gd name="T0" fmla="*/ 56 w 64"/>
                <a:gd name="T1" fmla="*/ 0 h 53"/>
                <a:gd name="T2" fmla="*/ 0 w 64"/>
                <a:gd name="T3" fmla="*/ 44 h 53"/>
                <a:gd name="T4" fmla="*/ 6 w 64"/>
                <a:gd name="T5" fmla="*/ 53 h 53"/>
                <a:gd name="T6" fmla="*/ 10 w 64"/>
                <a:gd name="T7" fmla="*/ 48 h 53"/>
                <a:gd name="T8" fmla="*/ 13 w 64"/>
                <a:gd name="T9" fmla="*/ 50 h 53"/>
                <a:gd name="T10" fmla="*/ 17 w 64"/>
                <a:gd name="T11" fmla="*/ 42 h 53"/>
                <a:gd name="T12" fmla="*/ 20 w 64"/>
                <a:gd name="T13" fmla="*/ 45 h 53"/>
                <a:gd name="T14" fmla="*/ 21 w 64"/>
                <a:gd name="T15" fmla="*/ 38 h 53"/>
                <a:gd name="T16" fmla="*/ 27 w 64"/>
                <a:gd name="T17" fmla="*/ 40 h 53"/>
                <a:gd name="T18" fmla="*/ 28 w 64"/>
                <a:gd name="T19" fmla="*/ 34 h 53"/>
                <a:gd name="T20" fmla="*/ 32 w 64"/>
                <a:gd name="T21" fmla="*/ 35 h 53"/>
                <a:gd name="T22" fmla="*/ 34 w 64"/>
                <a:gd name="T23" fmla="*/ 27 h 53"/>
                <a:gd name="T24" fmla="*/ 40 w 64"/>
                <a:gd name="T25" fmla="*/ 30 h 53"/>
                <a:gd name="T26" fmla="*/ 41 w 64"/>
                <a:gd name="T27" fmla="*/ 25 h 53"/>
                <a:gd name="T28" fmla="*/ 45 w 64"/>
                <a:gd name="T29" fmla="*/ 26 h 53"/>
                <a:gd name="T30" fmla="*/ 45 w 64"/>
                <a:gd name="T31" fmla="*/ 20 h 53"/>
                <a:gd name="T32" fmla="*/ 50 w 64"/>
                <a:gd name="T33" fmla="*/ 21 h 53"/>
                <a:gd name="T34" fmla="*/ 51 w 64"/>
                <a:gd name="T35" fmla="*/ 14 h 53"/>
                <a:gd name="T36" fmla="*/ 55 w 64"/>
                <a:gd name="T37" fmla="*/ 16 h 53"/>
                <a:gd name="T38" fmla="*/ 55 w 64"/>
                <a:gd name="T39" fmla="*/ 11 h 53"/>
                <a:gd name="T40" fmla="*/ 61 w 64"/>
                <a:gd name="T41" fmla="*/ 14 h 53"/>
                <a:gd name="T42" fmla="*/ 59 w 64"/>
                <a:gd name="T43" fmla="*/ 8 h 53"/>
                <a:gd name="T44" fmla="*/ 64 w 64"/>
                <a:gd name="T45" fmla="*/ 10 h 53"/>
                <a:gd name="T46" fmla="*/ 56 w 64"/>
                <a:gd name="T47" fmla="*/ 0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52">
                  <a:moveTo>
                    <a:pt x="56" y="0"/>
                  </a:moveTo>
                  <a:cubicBezTo>
                    <a:pt x="56" y="0"/>
                    <a:pt x="0" y="18"/>
                    <a:pt x="0" y="44"/>
                  </a:cubicBezTo>
                  <a:cubicBezTo>
                    <a:pt x="0" y="48"/>
                    <a:pt x="6" y="53"/>
                    <a:pt x="6" y="5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4" y="10"/>
                    <a:pt x="64" y="10"/>
                    <a:pt x="64" y="10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79D0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任意多边形: 形状 282" descr="aba5531f-5f98-4fc8-9271-028c971c848e"/>
            <p:cNvSpPr/>
            <p:nvPr/>
          </p:nvSpPr>
          <p:spPr bwMode="auto">
            <a:xfrm>
              <a:off x="4510881" y="2417763"/>
              <a:ext cx="201613" cy="95250"/>
            </a:xfrm>
            <a:custGeom>
              <a:gdLst>
                <a:gd name="T0" fmla="*/ 4 w 74"/>
                <a:gd name="T1" fmla="*/ 6 h 35"/>
                <a:gd name="T2" fmla="*/ 73 w 74"/>
                <a:gd name="T3" fmla="*/ 24 h 35"/>
                <a:gd name="T4" fmla="*/ 71 w 74"/>
                <a:gd name="T5" fmla="*/ 35 h 35"/>
                <a:gd name="T6" fmla="*/ 66 w 74"/>
                <a:gd name="T7" fmla="*/ 29 h 35"/>
                <a:gd name="T8" fmla="*/ 63 w 74"/>
                <a:gd name="T9" fmla="*/ 34 h 35"/>
                <a:gd name="T10" fmla="*/ 58 w 74"/>
                <a:gd name="T11" fmla="*/ 28 h 35"/>
                <a:gd name="T12" fmla="*/ 53 w 74"/>
                <a:gd name="T13" fmla="*/ 32 h 35"/>
                <a:gd name="T14" fmla="*/ 50 w 74"/>
                <a:gd name="T15" fmla="*/ 25 h 35"/>
                <a:gd name="T16" fmla="*/ 45 w 74"/>
                <a:gd name="T17" fmla="*/ 31 h 35"/>
                <a:gd name="T18" fmla="*/ 42 w 74"/>
                <a:gd name="T19" fmla="*/ 25 h 35"/>
                <a:gd name="T20" fmla="*/ 37 w 74"/>
                <a:gd name="T21" fmla="*/ 28 h 35"/>
                <a:gd name="T22" fmla="*/ 34 w 74"/>
                <a:gd name="T23" fmla="*/ 22 h 35"/>
                <a:gd name="T24" fmla="*/ 29 w 74"/>
                <a:gd name="T25" fmla="*/ 25 h 35"/>
                <a:gd name="T26" fmla="*/ 27 w 74"/>
                <a:gd name="T27" fmla="*/ 21 h 35"/>
                <a:gd name="T28" fmla="*/ 22 w 74"/>
                <a:gd name="T29" fmla="*/ 24 h 35"/>
                <a:gd name="T30" fmla="*/ 21 w 74"/>
                <a:gd name="T31" fmla="*/ 18 h 35"/>
                <a:gd name="T32" fmla="*/ 16 w 74"/>
                <a:gd name="T33" fmla="*/ 22 h 35"/>
                <a:gd name="T34" fmla="*/ 14 w 74"/>
                <a:gd name="T35" fmla="*/ 17 h 35"/>
                <a:gd name="T36" fmla="*/ 11 w 74"/>
                <a:gd name="T37" fmla="*/ 21 h 35"/>
                <a:gd name="T38" fmla="*/ 10 w 74"/>
                <a:gd name="T39" fmla="*/ 16 h 35"/>
                <a:gd name="T40" fmla="*/ 6 w 74"/>
                <a:gd name="T41" fmla="*/ 20 h 35"/>
                <a:gd name="T42" fmla="*/ 6 w 74"/>
                <a:gd name="T43" fmla="*/ 15 h 35"/>
                <a:gd name="T44" fmla="*/ 0 w 74"/>
                <a:gd name="T45" fmla="*/ 18 h 35"/>
                <a:gd name="T46" fmla="*/ 4 w 74"/>
                <a:gd name="T47" fmla="*/ 6 h 3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4" h="35">
                  <a:moveTo>
                    <a:pt x="4" y="6"/>
                  </a:moveTo>
                  <a:cubicBezTo>
                    <a:pt x="4" y="6"/>
                    <a:pt x="62" y="0"/>
                    <a:pt x="73" y="24"/>
                  </a:cubicBezTo>
                  <a:cubicBezTo>
                    <a:pt x="74" y="27"/>
                    <a:pt x="71" y="35"/>
                    <a:pt x="71" y="35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0" y="18"/>
                    <a:pt x="0" y="18"/>
                    <a:pt x="0" y="18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79D0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任意多边形: 形状 283" descr="cd705a19-4938-4b20-b918-61812fd7f511"/>
            <p:cNvSpPr/>
            <p:nvPr/>
          </p:nvSpPr>
          <p:spPr bwMode="auto">
            <a:xfrm>
              <a:off x="4552156" y="2336800"/>
              <a:ext cx="127000" cy="107950"/>
            </a:xfrm>
            <a:custGeom>
              <a:gdLst>
                <a:gd name="T0" fmla="*/ 70 w 80"/>
                <a:gd name="T1" fmla="*/ 68 h 68"/>
                <a:gd name="T2" fmla="*/ 0 w 80"/>
                <a:gd name="T3" fmla="*/ 55 h 68"/>
                <a:gd name="T4" fmla="*/ 10 w 80"/>
                <a:gd name="T5" fmla="*/ 0 h 68"/>
                <a:gd name="T6" fmla="*/ 80 w 80"/>
                <a:gd name="T7" fmla="*/ 15 h 68"/>
                <a:gd name="T8" fmla="*/ 70 w 80"/>
                <a:gd name="T9" fmla="*/ 68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68">
                  <a:moveTo>
                    <a:pt x="70" y="68"/>
                  </a:moveTo>
                  <a:lnTo>
                    <a:pt x="0" y="55"/>
                  </a:lnTo>
                  <a:lnTo>
                    <a:pt x="10" y="0"/>
                  </a:lnTo>
                  <a:lnTo>
                    <a:pt x="80" y="15"/>
                  </a:lnTo>
                  <a:lnTo>
                    <a:pt x="70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任意多边形: 形状 284" descr="fa6831ef-bef9-4438-a2d3-47a78471e1be"/>
            <p:cNvSpPr/>
            <p:nvPr/>
          </p:nvSpPr>
          <p:spPr bwMode="auto">
            <a:xfrm>
              <a:off x="4536281" y="2420938"/>
              <a:ext cx="138113" cy="46038"/>
            </a:xfrm>
            <a:custGeom>
              <a:gdLst>
                <a:gd name="T0" fmla="*/ 85 w 87"/>
                <a:gd name="T1" fmla="*/ 29 h 29"/>
                <a:gd name="T2" fmla="*/ 0 w 87"/>
                <a:gd name="T3" fmla="*/ 12 h 29"/>
                <a:gd name="T4" fmla="*/ 3 w 87"/>
                <a:gd name="T5" fmla="*/ 0 h 29"/>
                <a:gd name="T6" fmla="*/ 87 w 87"/>
                <a:gd name="T7" fmla="*/ 17 h 29"/>
                <a:gd name="T8" fmla="*/ 85 w 87"/>
                <a:gd name="T9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28">
                  <a:moveTo>
                    <a:pt x="85" y="29"/>
                  </a:moveTo>
                  <a:lnTo>
                    <a:pt x="0" y="12"/>
                  </a:lnTo>
                  <a:lnTo>
                    <a:pt x="3" y="0"/>
                  </a:lnTo>
                  <a:lnTo>
                    <a:pt x="87" y="17"/>
                  </a:lnTo>
                  <a:lnTo>
                    <a:pt x="85" y="29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任意多边形: 形状 285" descr="62ea94d9-fb3c-469e-b362-c0164e87abc2"/>
            <p:cNvSpPr/>
            <p:nvPr/>
          </p:nvSpPr>
          <p:spPr bwMode="auto">
            <a:xfrm>
              <a:off x="4545806" y="2292350"/>
              <a:ext cx="158750" cy="71438"/>
            </a:xfrm>
            <a:custGeom>
              <a:gdLst>
                <a:gd name="T0" fmla="*/ 57 w 100"/>
                <a:gd name="T1" fmla="*/ 0 h 45"/>
                <a:gd name="T2" fmla="*/ 0 w 100"/>
                <a:gd name="T3" fmla="*/ 26 h 45"/>
                <a:gd name="T4" fmla="*/ 100 w 100"/>
                <a:gd name="T5" fmla="*/ 45 h 45"/>
                <a:gd name="T6" fmla="*/ 57 w 100"/>
                <a:gd name="T7" fmla="*/ 0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45">
                  <a:moveTo>
                    <a:pt x="57" y="0"/>
                  </a:moveTo>
                  <a:lnTo>
                    <a:pt x="0" y="26"/>
                  </a:lnTo>
                  <a:lnTo>
                    <a:pt x="100" y="4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任意多边形: 形状 286" descr="0c922dd0-a73c-45bc-812b-1ea6d2ce94ee"/>
            <p:cNvSpPr/>
            <p:nvPr/>
          </p:nvSpPr>
          <p:spPr bwMode="auto">
            <a:xfrm>
              <a:off x="4575968" y="2349500"/>
              <a:ext cx="30163" cy="30163"/>
            </a:xfrm>
            <a:custGeom>
              <a:gdLst>
                <a:gd name="T0" fmla="*/ 16 w 19"/>
                <a:gd name="T1" fmla="*/ 19 h 19"/>
                <a:gd name="T2" fmla="*/ 0 w 19"/>
                <a:gd name="T3" fmla="*/ 16 h 19"/>
                <a:gd name="T4" fmla="*/ 4 w 19"/>
                <a:gd name="T5" fmla="*/ 0 h 19"/>
                <a:gd name="T6" fmla="*/ 19 w 19"/>
                <a:gd name="T7" fmla="*/ 4 h 19"/>
                <a:gd name="T8" fmla="*/ 16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6" y="19"/>
                  </a:moveTo>
                  <a:lnTo>
                    <a:pt x="0" y="16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6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任意多边形: 形状 287" descr="ebcb2945-1977-4de2-8c66-83c3f7560251"/>
            <p:cNvSpPr/>
            <p:nvPr/>
          </p:nvSpPr>
          <p:spPr bwMode="auto">
            <a:xfrm>
              <a:off x="4582318" y="2352675"/>
              <a:ext cx="20638" cy="11113"/>
            </a:xfrm>
            <a:custGeom>
              <a:gdLst>
                <a:gd name="T0" fmla="*/ 12 w 13"/>
                <a:gd name="T1" fmla="*/ 7 h 7"/>
                <a:gd name="T2" fmla="*/ 0 w 13"/>
                <a:gd name="T3" fmla="*/ 5 h 7"/>
                <a:gd name="T4" fmla="*/ 0 w 13"/>
                <a:gd name="T5" fmla="*/ 0 h 7"/>
                <a:gd name="T6" fmla="*/ 13 w 13"/>
                <a:gd name="T7" fmla="*/ 2 h 7"/>
                <a:gd name="T8" fmla="*/ 12 w 13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2" y="7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13" y="2"/>
                  </a:lnTo>
                  <a:lnTo>
                    <a:pt x="12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任意多边形: 形状 288" descr="cb73a94f-5b93-4b5c-bb27-f8717a7faf65"/>
            <p:cNvSpPr/>
            <p:nvPr/>
          </p:nvSpPr>
          <p:spPr bwMode="auto">
            <a:xfrm>
              <a:off x="4579143" y="2360613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9 h 9"/>
                <a:gd name="T4" fmla="*/ 0 w 7"/>
                <a:gd name="T5" fmla="*/ 0 h 9"/>
                <a:gd name="T6" fmla="*/ 7 w 7"/>
                <a:gd name="T7" fmla="*/ 2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" y="2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任意多边形: 形状 289" descr="4c37ebea-90a2-4806-90d1-0f7bb6c72e0f"/>
            <p:cNvSpPr/>
            <p:nvPr/>
          </p:nvSpPr>
          <p:spPr bwMode="auto">
            <a:xfrm>
              <a:off x="4590256" y="2363788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7 h 9"/>
                <a:gd name="T4" fmla="*/ 2 w 7"/>
                <a:gd name="T5" fmla="*/ 0 h 9"/>
                <a:gd name="T6" fmla="*/ 7 w 7"/>
                <a:gd name="T7" fmla="*/ 0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7"/>
                  </a:lnTo>
                  <a:lnTo>
                    <a:pt x="2" y="0"/>
                  </a:lnTo>
                  <a:lnTo>
                    <a:pt x="7" y="0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任意多边形: 形状 290" descr="3ff30dd0-7640-42d4-b348-1693d3627067"/>
            <p:cNvSpPr/>
            <p:nvPr/>
          </p:nvSpPr>
          <p:spPr bwMode="auto">
            <a:xfrm>
              <a:off x="4568031" y="2387600"/>
              <a:ext cx="30163" cy="30163"/>
            </a:xfrm>
            <a:custGeom>
              <a:gdLst>
                <a:gd name="T0" fmla="*/ 16 w 19"/>
                <a:gd name="T1" fmla="*/ 19 h 19"/>
                <a:gd name="T2" fmla="*/ 0 w 19"/>
                <a:gd name="T3" fmla="*/ 16 h 19"/>
                <a:gd name="T4" fmla="*/ 4 w 19"/>
                <a:gd name="T5" fmla="*/ 0 h 19"/>
                <a:gd name="T6" fmla="*/ 19 w 19"/>
                <a:gd name="T7" fmla="*/ 4 h 19"/>
                <a:gd name="T8" fmla="*/ 16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6" y="19"/>
                  </a:moveTo>
                  <a:lnTo>
                    <a:pt x="0" y="16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6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任意多边形: 形状 291" descr="bcecf84f-21ed-4a47-aa9a-331334498fe5"/>
            <p:cNvSpPr/>
            <p:nvPr/>
          </p:nvSpPr>
          <p:spPr bwMode="auto">
            <a:xfrm>
              <a:off x="4574381" y="2390775"/>
              <a:ext cx="20638" cy="11113"/>
            </a:xfrm>
            <a:custGeom>
              <a:gdLst>
                <a:gd name="T0" fmla="*/ 13 w 13"/>
                <a:gd name="T1" fmla="*/ 7 h 7"/>
                <a:gd name="T2" fmla="*/ 0 w 13"/>
                <a:gd name="T3" fmla="*/ 4 h 7"/>
                <a:gd name="T4" fmla="*/ 0 w 13"/>
                <a:gd name="T5" fmla="*/ 0 h 7"/>
                <a:gd name="T6" fmla="*/ 13 w 13"/>
                <a:gd name="T7" fmla="*/ 2 h 7"/>
                <a:gd name="T8" fmla="*/ 13 w 13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3" y="2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任意多边形: 形状 292" descr="9d384500-40b5-4d19-a8e8-855f515ad5d3"/>
            <p:cNvSpPr/>
            <p:nvPr/>
          </p:nvSpPr>
          <p:spPr bwMode="auto">
            <a:xfrm>
              <a:off x="4571206" y="2398713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9 h 9"/>
                <a:gd name="T4" fmla="*/ 2 w 7"/>
                <a:gd name="T5" fmla="*/ 0 h 9"/>
                <a:gd name="T6" fmla="*/ 7 w 7"/>
                <a:gd name="T7" fmla="*/ 0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9"/>
                  </a:lnTo>
                  <a:lnTo>
                    <a:pt x="2" y="0"/>
                  </a:lnTo>
                  <a:lnTo>
                    <a:pt x="7" y="0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任意多边形: 形状 293" descr="c2c0f8d1-6b63-4515-a9c9-0a0ec3489ad6"/>
            <p:cNvSpPr/>
            <p:nvPr/>
          </p:nvSpPr>
          <p:spPr bwMode="auto">
            <a:xfrm>
              <a:off x="4582318" y="2401888"/>
              <a:ext cx="12700" cy="14288"/>
            </a:xfrm>
            <a:custGeom>
              <a:gdLst>
                <a:gd name="T0" fmla="*/ 7 w 8"/>
                <a:gd name="T1" fmla="*/ 9 h 9"/>
                <a:gd name="T2" fmla="*/ 0 w 8"/>
                <a:gd name="T3" fmla="*/ 7 h 9"/>
                <a:gd name="T4" fmla="*/ 1 w 8"/>
                <a:gd name="T5" fmla="*/ 0 h 9"/>
                <a:gd name="T6" fmla="*/ 8 w 8"/>
                <a:gd name="T7" fmla="*/ 0 h 9"/>
                <a:gd name="T8" fmla="*/ 7 w 8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7" y="9"/>
                  </a:moveTo>
                  <a:lnTo>
                    <a:pt x="0" y="7"/>
                  </a:lnTo>
                  <a:lnTo>
                    <a:pt x="1" y="0"/>
                  </a:lnTo>
                  <a:lnTo>
                    <a:pt x="8" y="0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任意多边形: 形状 294" descr="78fa24e8-a8ca-49cc-a25f-2f12c4068127"/>
            <p:cNvSpPr/>
            <p:nvPr/>
          </p:nvSpPr>
          <p:spPr bwMode="auto">
            <a:xfrm>
              <a:off x="4633118" y="2360613"/>
              <a:ext cx="30163" cy="30163"/>
            </a:xfrm>
            <a:custGeom>
              <a:gdLst>
                <a:gd name="T0" fmla="*/ 17 w 19"/>
                <a:gd name="T1" fmla="*/ 19 h 19"/>
                <a:gd name="T2" fmla="*/ 0 w 19"/>
                <a:gd name="T3" fmla="*/ 17 h 19"/>
                <a:gd name="T4" fmla="*/ 4 w 19"/>
                <a:gd name="T5" fmla="*/ 0 h 19"/>
                <a:gd name="T6" fmla="*/ 19 w 19"/>
                <a:gd name="T7" fmla="*/ 4 h 19"/>
                <a:gd name="T8" fmla="*/ 17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7" y="19"/>
                  </a:moveTo>
                  <a:lnTo>
                    <a:pt x="0" y="17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7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任意多边形: 形状 295" descr="072d66b3-16b7-46e3-95e0-62dfbef00a88"/>
            <p:cNvSpPr/>
            <p:nvPr/>
          </p:nvSpPr>
          <p:spPr bwMode="auto">
            <a:xfrm>
              <a:off x="4639468" y="2363788"/>
              <a:ext cx="23813" cy="11113"/>
            </a:xfrm>
            <a:custGeom>
              <a:gdLst>
                <a:gd name="T0" fmla="*/ 13 w 15"/>
                <a:gd name="T1" fmla="*/ 7 h 7"/>
                <a:gd name="T2" fmla="*/ 0 w 15"/>
                <a:gd name="T3" fmla="*/ 5 h 7"/>
                <a:gd name="T4" fmla="*/ 1 w 15"/>
                <a:gd name="T5" fmla="*/ 0 h 7"/>
                <a:gd name="T6" fmla="*/ 15 w 15"/>
                <a:gd name="T7" fmla="*/ 3 h 7"/>
                <a:gd name="T8" fmla="*/ 13 w 15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7">
                  <a:moveTo>
                    <a:pt x="13" y="7"/>
                  </a:moveTo>
                  <a:lnTo>
                    <a:pt x="0" y="5"/>
                  </a:lnTo>
                  <a:lnTo>
                    <a:pt x="1" y="0"/>
                  </a:lnTo>
                  <a:lnTo>
                    <a:pt x="15" y="3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任意多边形: 形状 296" descr="bf09091e-6db1-472f-9682-30bab8472ea8"/>
            <p:cNvSpPr/>
            <p:nvPr/>
          </p:nvSpPr>
          <p:spPr bwMode="auto">
            <a:xfrm>
              <a:off x="4636293" y="2371725"/>
              <a:ext cx="14288" cy="15875"/>
            </a:xfrm>
            <a:custGeom>
              <a:gdLst>
                <a:gd name="T0" fmla="*/ 7 w 9"/>
                <a:gd name="T1" fmla="*/ 10 h 10"/>
                <a:gd name="T2" fmla="*/ 0 w 9"/>
                <a:gd name="T3" fmla="*/ 9 h 10"/>
                <a:gd name="T4" fmla="*/ 2 w 9"/>
                <a:gd name="T5" fmla="*/ 0 h 10"/>
                <a:gd name="T6" fmla="*/ 9 w 9"/>
                <a:gd name="T7" fmla="*/ 2 h 10"/>
                <a:gd name="T8" fmla="*/ 7 w 9"/>
                <a:gd name="T9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7" y="10"/>
                  </a:moveTo>
                  <a:lnTo>
                    <a:pt x="0" y="9"/>
                  </a:lnTo>
                  <a:lnTo>
                    <a:pt x="2" y="0"/>
                  </a:lnTo>
                  <a:lnTo>
                    <a:pt x="9" y="2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任意多边形: 形状 297" descr="8fedd734-f99e-46ca-80a3-d07f7924d7d7"/>
            <p:cNvSpPr/>
            <p:nvPr/>
          </p:nvSpPr>
          <p:spPr bwMode="auto">
            <a:xfrm>
              <a:off x="4647406" y="2374900"/>
              <a:ext cx="12700" cy="15875"/>
            </a:xfrm>
            <a:custGeom>
              <a:gdLst>
                <a:gd name="T0" fmla="*/ 7 w 8"/>
                <a:gd name="T1" fmla="*/ 10 h 10"/>
                <a:gd name="T2" fmla="*/ 0 w 8"/>
                <a:gd name="T3" fmla="*/ 8 h 10"/>
                <a:gd name="T4" fmla="*/ 2 w 8"/>
                <a:gd name="T5" fmla="*/ 0 h 10"/>
                <a:gd name="T6" fmla="*/ 8 w 8"/>
                <a:gd name="T7" fmla="*/ 2 h 10"/>
                <a:gd name="T8" fmla="*/ 7 w 8"/>
                <a:gd name="T9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0">
                  <a:moveTo>
                    <a:pt x="7" y="10"/>
                  </a:moveTo>
                  <a:lnTo>
                    <a:pt x="0" y="8"/>
                  </a:lnTo>
                  <a:lnTo>
                    <a:pt x="2" y="0"/>
                  </a:lnTo>
                  <a:lnTo>
                    <a:pt x="8" y="2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任意多边形: 形状 298" descr="14f56ac3-b08e-4851-9b8e-fe8f6bd28fa4"/>
            <p:cNvSpPr/>
            <p:nvPr/>
          </p:nvSpPr>
          <p:spPr bwMode="auto">
            <a:xfrm>
              <a:off x="4620418" y="2401888"/>
              <a:ext cx="31750" cy="41275"/>
            </a:xfrm>
            <a:custGeom>
              <a:gdLst>
                <a:gd name="T0" fmla="*/ 20 w 20"/>
                <a:gd name="T1" fmla="*/ 3 h 26"/>
                <a:gd name="T2" fmla="*/ 5 w 20"/>
                <a:gd name="T3" fmla="*/ 0 h 26"/>
                <a:gd name="T4" fmla="*/ 0 w 20"/>
                <a:gd name="T5" fmla="*/ 22 h 26"/>
                <a:gd name="T6" fmla="*/ 15 w 20"/>
                <a:gd name="T7" fmla="*/ 26 h 26"/>
                <a:gd name="T8" fmla="*/ 20 w 20"/>
                <a:gd name="T9" fmla="*/ 3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6">
                  <a:moveTo>
                    <a:pt x="20" y="3"/>
                  </a:moveTo>
                  <a:lnTo>
                    <a:pt x="5" y="0"/>
                  </a:lnTo>
                  <a:lnTo>
                    <a:pt x="0" y="22"/>
                  </a:lnTo>
                  <a:lnTo>
                    <a:pt x="15" y="26"/>
                  </a:lnTo>
                  <a:lnTo>
                    <a:pt x="20" y="3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任意多边形: 形状 299" descr="11fa325a-226c-418a-9935-0c64a1d5e153"/>
            <p:cNvSpPr/>
            <p:nvPr/>
          </p:nvSpPr>
          <p:spPr bwMode="auto">
            <a:xfrm>
              <a:off x="4201318" y="2382838"/>
              <a:ext cx="155575" cy="149225"/>
            </a:xfrm>
            <a:custGeom>
              <a:gdLst>
                <a:gd name="T0" fmla="*/ 98 w 98"/>
                <a:gd name="T1" fmla="*/ 50 h 94"/>
                <a:gd name="T2" fmla="*/ 34 w 98"/>
                <a:gd name="T3" fmla="*/ 94 h 94"/>
                <a:gd name="T4" fmla="*/ 0 w 98"/>
                <a:gd name="T5" fmla="*/ 44 h 94"/>
                <a:gd name="T6" fmla="*/ 63 w 98"/>
                <a:gd name="T7" fmla="*/ 0 h 94"/>
                <a:gd name="T8" fmla="*/ 98 w 98"/>
                <a:gd name="T9" fmla="*/ 50 h 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4">
                  <a:moveTo>
                    <a:pt x="98" y="50"/>
                  </a:moveTo>
                  <a:lnTo>
                    <a:pt x="34" y="94"/>
                  </a:lnTo>
                  <a:lnTo>
                    <a:pt x="0" y="44"/>
                  </a:lnTo>
                  <a:lnTo>
                    <a:pt x="63" y="0"/>
                  </a:lnTo>
                  <a:lnTo>
                    <a:pt x="98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任意多边形: 形状 300" descr="b636fab8-3317-4544-9a23-6fec9e59c477"/>
            <p:cNvSpPr/>
            <p:nvPr/>
          </p:nvSpPr>
          <p:spPr bwMode="auto">
            <a:xfrm>
              <a:off x="4244181" y="2452688"/>
              <a:ext cx="136525" cy="104775"/>
            </a:xfrm>
            <a:custGeom>
              <a:gdLst>
                <a:gd name="T0" fmla="*/ 86 w 86"/>
                <a:gd name="T1" fmla="*/ 12 h 66"/>
                <a:gd name="T2" fmla="*/ 9 w 86"/>
                <a:gd name="T3" fmla="*/ 66 h 66"/>
                <a:gd name="T4" fmla="*/ 0 w 86"/>
                <a:gd name="T5" fmla="*/ 55 h 66"/>
                <a:gd name="T6" fmla="*/ 77 w 86"/>
                <a:gd name="T7" fmla="*/ 0 h 66"/>
                <a:gd name="T8" fmla="*/ 86 w 86"/>
                <a:gd name="T9" fmla="*/ 12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66">
                  <a:moveTo>
                    <a:pt x="86" y="12"/>
                  </a:moveTo>
                  <a:lnTo>
                    <a:pt x="9" y="66"/>
                  </a:lnTo>
                  <a:lnTo>
                    <a:pt x="0" y="55"/>
                  </a:lnTo>
                  <a:lnTo>
                    <a:pt x="77" y="0"/>
                  </a:lnTo>
                  <a:lnTo>
                    <a:pt x="86" y="12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任意多边形: 形状 301" descr="5779caf1-173a-46bb-b62b-0eaa499033b3"/>
            <p:cNvSpPr/>
            <p:nvPr/>
          </p:nvSpPr>
          <p:spPr bwMode="auto">
            <a:xfrm>
              <a:off x="4182268" y="2368550"/>
              <a:ext cx="141288" cy="98425"/>
            </a:xfrm>
            <a:custGeom>
              <a:gdLst>
                <a:gd name="T0" fmla="*/ 22 w 89"/>
                <a:gd name="T1" fmla="*/ 0 h 62"/>
                <a:gd name="T2" fmla="*/ 0 w 89"/>
                <a:gd name="T3" fmla="*/ 62 h 62"/>
                <a:gd name="T4" fmla="*/ 89 w 89"/>
                <a:gd name="T5" fmla="*/ 0 h 62"/>
                <a:gd name="T6" fmla="*/ 22 w 89"/>
                <a:gd name="T7" fmla="*/ 0 h 6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62">
                  <a:moveTo>
                    <a:pt x="22" y="0"/>
                  </a:moveTo>
                  <a:lnTo>
                    <a:pt x="0" y="62"/>
                  </a:lnTo>
                  <a:lnTo>
                    <a:pt x="89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4E66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任意多边形: 形状 302" descr="e99f1942-8a2f-4e3d-8820-3aa89b44bb61"/>
            <p:cNvSpPr/>
            <p:nvPr/>
          </p:nvSpPr>
          <p:spPr bwMode="auto">
            <a:xfrm>
              <a:off x="4247356" y="2424113"/>
              <a:ext cx="65088" cy="66675"/>
            </a:xfrm>
            <a:custGeom>
              <a:gdLst>
                <a:gd name="T0" fmla="*/ 41 w 41"/>
                <a:gd name="T1" fmla="*/ 25 h 42"/>
                <a:gd name="T2" fmla="*/ 17 w 41"/>
                <a:gd name="T3" fmla="*/ 42 h 42"/>
                <a:gd name="T4" fmla="*/ 0 w 41"/>
                <a:gd name="T5" fmla="*/ 17 h 42"/>
                <a:gd name="T6" fmla="*/ 24 w 41"/>
                <a:gd name="T7" fmla="*/ 0 h 42"/>
                <a:gd name="T8" fmla="*/ 41 w 41"/>
                <a:gd name="T9" fmla="*/ 25 h 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2">
                  <a:moveTo>
                    <a:pt x="41" y="25"/>
                  </a:moveTo>
                  <a:lnTo>
                    <a:pt x="17" y="42"/>
                  </a:lnTo>
                  <a:lnTo>
                    <a:pt x="0" y="17"/>
                  </a:lnTo>
                  <a:lnTo>
                    <a:pt x="24" y="0"/>
                  </a:lnTo>
                  <a:lnTo>
                    <a:pt x="41" y="25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任意多边形: 形状 303" descr="4b166852-42f0-4ce4-a4ec-617085e19208"/>
            <p:cNvSpPr/>
            <p:nvPr/>
          </p:nvSpPr>
          <p:spPr bwMode="auto">
            <a:xfrm>
              <a:off x="4252118" y="2428875"/>
              <a:ext cx="38100" cy="34925"/>
            </a:xfrm>
            <a:custGeom>
              <a:gdLst>
                <a:gd name="T0" fmla="*/ 24 w 24"/>
                <a:gd name="T1" fmla="*/ 7 h 22"/>
                <a:gd name="T2" fmla="*/ 4 w 24"/>
                <a:gd name="T3" fmla="*/ 22 h 22"/>
                <a:gd name="T4" fmla="*/ 0 w 24"/>
                <a:gd name="T5" fmla="*/ 15 h 22"/>
                <a:gd name="T6" fmla="*/ 21 w 24"/>
                <a:gd name="T7" fmla="*/ 0 h 22"/>
                <a:gd name="T8" fmla="*/ 24 w 24"/>
                <a:gd name="T9" fmla="*/ 7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2">
                  <a:moveTo>
                    <a:pt x="24" y="7"/>
                  </a:moveTo>
                  <a:lnTo>
                    <a:pt x="4" y="22"/>
                  </a:lnTo>
                  <a:lnTo>
                    <a:pt x="0" y="15"/>
                  </a:lnTo>
                  <a:lnTo>
                    <a:pt x="21" y="0"/>
                  </a:lnTo>
                  <a:lnTo>
                    <a:pt x="24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任意多边形: 形状 304" descr="051be55f-0152-4c61-8399-19ca72127868"/>
            <p:cNvSpPr/>
            <p:nvPr/>
          </p:nvSpPr>
          <p:spPr bwMode="auto">
            <a:xfrm>
              <a:off x="4261643" y="2452688"/>
              <a:ext cx="28575" cy="33338"/>
            </a:xfrm>
            <a:custGeom>
              <a:gdLst>
                <a:gd name="T0" fmla="*/ 18 w 18"/>
                <a:gd name="T1" fmla="*/ 14 h 21"/>
                <a:gd name="T2" fmla="*/ 8 w 18"/>
                <a:gd name="T3" fmla="*/ 21 h 21"/>
                <a:gd name="T4" fmla="*/ 0 w 18"/>
                <a:gd name="T5" fmla="*/ 7 h 21"/>
                <a:gd name="T6" fmla="*/ 8 w 18"/>
                <a:gd name="T7" fmla="*/ 0 h 21"/>
                <a:gd name="T8" fmla="*/ 18 w 18"/>
                <a:gd name="T9" fmla="*/ 14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1">
                  <a:moveTo>
                    <a:pt x="18" y="14"/>
                  </a:moveTo>
                  <a:lnTo>
                    <a:pt x="8" y="21"/>
                  </a:lnTo>
                  <a:lnTo>
                    <a:pt x="0" y="7"/>
                  </a:lnTo>
                  <a:lnTo>
                    <a:pt x="8" y="0"/>
                  </a:lnTo>
                  <a:lnTo>
                    <a:pt x="18" y="14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任意多边形: 形状 305" descr="77d7a50a-b5bb-4cf6-aea9-e5dc5f10938f"/>
            <p:cNvSpPr/>
            <p:nvPr/>
          </p:nvSpPr>
          <p:spPr bwMode="auto">
            <a:xfrm>
              <a:off x="4277518" y="2443163"/>
              <a:ext cx="30163" cy="28575"/>
            </a:xfrm>
            <a:custGeom>
              <a:gdLst>
                <a:gd name="T0" fmla="*/ 19 w 19"/>
                <a:gd name="T1" fmla="*/ 12 h 18"/>
                <a:gd name="T2" fmla="*/ 8 w 19"/>
                <a:gd name="T3" fmla="*/ 18 h 18"/>
                <a:gd name="T4" fmla="*/ 0 w 19"/>
                <a:gd name="T5" fmla="*/ 6 h 18"/>
                <a:gd name="T6" fmla="*/ 10 w 19"/>
                <a:gd name="T7" fmla="*/ 0 h 18"/>
                <a:gd name="T8" fmla="*/ 19 w 19"/>
                <a:gd name="T9" fmla="*/ 12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9" y="12"/>
                  </a:moveTo>
                  <a:lnTo>
                    <a:pt x="8" y="1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任意多边形: 形状 306" descr="05a2291f-7901-4ffd-9aa3-e9c76f26ce47"/>
            <p:cNvSpPr/>
            <p:nvPr/>
          </p:nvSpPr>
          <p:spPr bwMode="auto">
            <a:xfrm>
              <a:off x="4418806" y="1887538"/>
              <a:ext cx="304800" cy="261938"/>
            </a:xfrm>
            <a:custGeom>
              <a:gdLst>
                <a:gd name="T0" fmla="*/ 192 w 192"/>
                <a:gd name="T1" fmla="*/ 125 h 165"/>
                <a:gd name="T2" fmla="*/ 31 w 192"/>
                <a:gd name="T3" fmla="*/ 165 h 165"/>
                <a:gd name="T4" fmla="*/ 0 w 192"/>
                <a:gd name="T5" fmla="*/ 40 h 165"/>
                <a:gd name="T6" fmla="*/ 161 w 192"/>
                <a:gd name="T7" fmla="*/ 0 h 165"/>
                <a:gd name="T8" fmla="*/ 192 w 192"/>
                <a:gd name="T9" fmla="*/ 125 h 1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165">
                  <a:moveTo>
                    <a:pt x="192" y="125"/>
                  </a:moveTo>
                  <a:lnTo>
                    <a:pt x="31" y="165"/>
                  </a:lnTo>
                  <a:lnTo>
                    <a:pt x="0" y="40"/>
                  </a:lnTo>
                  <a:lnTo>
                    <a:pt x="161" y="0"/>
                  </a:lnTo>
                  <a:lnTo>
                    <a:pt x="192" y="1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任意多边形: 形状 307" descr="67077cfd-1a3e-465d-9684-b8b7ec42f0df"/>
            <p:cNvSpPr/>
            <p:nvPr/>
          </p:nvSpPr>
          <p:spPr bwMode="auto">
            <a:xfrm>
              <a:off x="4441031" y="2081213"/>
              <a:ext cx="320675" cy="119063"/>
            </a:xfrm>
            <a:custGeom>
              <a:gdLst>
                <a:gd name="T0" fmla="*/ 202 w 202"/>
                <a:gd name="T1" fmla="*/ 27 h 75"/>
                <a:gd name="T2" fmla="*/ 7 w 202"/>
                <a:gd name="T3" fmla="*/ 75 h 75"/>
                <a:gd name="T4" fmla="*/ 0 w 202"/>
                <a:gd name="T5" fmla="*/ 48 h 75"/>
                <a:gd name="T6" fmla="*/ 197 w 202"/>
                <a:gd name="T7" fmla="*/ 0 h 75"/>
                <a:gd name="T8" fmla="*/ 202 w 202"/>
                <a:gd name="T9" fmla="*/ 27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75">
                  <a:moveTo>
                    <a:pt x="202" y="27"/>
                  </a:moveTo>
                  <a:lnTo>
                    <a:pt x="7" y="75"/>
                  </a:lnTo>
                  <a:lnTo>
                    <a:pt x="0" y="48"/>
                  </a:lnTo>
                  <a:lnTo>
                    <a:pt x="197" y="0"/>
                  </a:lnTo>
                  <a:lnTo>
                    <a:pt x="202" y="27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任意多边形: 形状 308" descr="66c69f57-8698-437a-beb9-64dc2c32151f"/>
            <p:cNvSpPr/>
            <p:nvPr/>
          </p:nvSpPr>
          <p:spPr bwMode="auto">
            <a:xfrm>
              <a:off x="4364831" y="1790700"/>
              <a:ext cx="363538" cy="173038"/>
            </a:xfrm>
            <a:custGeom>
              <a:gdLst>
                <a:gd name="T0" fmla="*/ 96 w 229"/>
                <a:gd name="T1" fmla="*/ 0 h 109"/>
                <a:gd name="T2" fmla="*/ 0 w 229"/>
                <a:gd name="T3" fmla="*/ 109 h 109"/>
                <a:gd name="T4" fmla="*/ 229 w 229"/>
                <a:gd name="T5" fmla="*/ 53 h 109"/>
                <a:gd name="T6" fmla="*/ 96 w 229"/>
                <a:gd name="T7" fmla="*/ 0 h 1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109">
                  <a:moveTo>
                    <a:pt x="96" y="0"/>
                  </a:moveTo>
                  <a:lnTo>
                    <a:pt x="0" y="109"/>
                  </a:lnTo>
                  <a:lnTo>
                    <a:pt x="229" y="5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任意多边形: 形状 309" descr="5d353b65-4c04-4b83-967f-141ec83a592e"/>
            <p:cNvSpPr/>
            <p:nvPr/>
          </p:nvSpPr>
          <p:spPr bwMode="auto">
            <a:xfrm>
              <a:off x="4509293" y="1955800"/>
              <a:ext cx="123825" cy="125413"/>
            </a:xfrm>
            <a:custGeom>
              <a:gdLst>
                <a:gd name="T0" fmla="*/ 78 w 78"/>
                <a:gd name="T1" fmla="*/ 63 h 79"/>
                <a:gd name="T2" fmla="*/ 15 w 78"/>
                <a:gd name="T3" fmla="*/ 79 h 79"/>
                <a:gd name="T4" fmla="*/ 0 w 78"/>
                <a:gd name="T5" fmla="*/ 15 h 79"/>
                <a:gd name="T6" fmla="*/ 63 w 78"/>
                <a:gd name="T7" fmla="*/ 0 h 79"/>
                <a:gd name="T8" fmla="*/ 78 w 78"/>
                <a:gd name="T9" fmla="*/ 63 h 7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9">
                  <a:moveTo>
                    <a:pt x="78" y="63"/>
                  </a:moveTo>
                  <a:lnTo>
                    <a:pt x="15" y="79"/>
                  </a:lnTo>
                  <a:lnTo>
                    <a:pt x="0" y="15"/>
                  </a:lnTo>
                  <a:lnTo>
                    <a:pt x="63" y="0"/>
                  </a:lnTo>
                  <a:lnTo>
                    <a:pt x="78" y="63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任意多边形: 形状 310" descr="e72b6276-b8ce-4106-97d3-d48048757719"/>
            <p:cNvSpPr/>
            <p:nvPr/>
          </p:nvSpPr>
          <p:spPr bwMode="auto">
            <a:xfrm>
              <a:off x="4518818" y="1966913"/>
              <a:ext cx="90488" cy="49213"/>
            </a:xfrm>
            <a:custGeom>
              <a:gdLst>
                <a:gd name="T0" fmla="*/ 57 w 57"/>
                <a:gd name="T1" fmla="*/ 17 h 31"/>
                <a:gd name="T2" fmla="*/ 4 w 57"/>
                <a:gd name="T3" fmla="*/ 31 h 31"/>
                <a:gd name="T4" fmla="*/ 0 w 57"/>
                <a:gd name="T5" fmla="*/ 12 h 31"/>
                <a:gd name="T6" fmla="*/ 53 w 57"/>
                <a:gd name="T7" fmla="*/ 0 h 31"/>
                <a:gd name="T8" fmla="*/ 57 w 57"/>
                <a:gd name="T9" fmla="*/ 17 h 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1">
                  <a:moveTo>
                    <a:pt x="57" y="17"/>
                  </a:moveTo>
                  <a:lnTo>
                    <a:pt x="4" y="31"/>
                  </a:lnTo>
                  <a:lnTo>
                    <a:pt x="0" y="12"/>
                  </a:lnTo>
                  <a:lnTo>
                    <a:pt x="53" y="0"/>
                  </a:lnTo>
                  <a:lnTo>
                    <a:pt x="57" y="1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任意多边形: 形状 311" descr="f3286f45-92e4-43c5-8339-5d0023a463dc"/>
            <p:cNvSpPr/>
            <p:nvPr/>
          </p:nvSpPr>
          <p:spPr bwMode="auto">
            <a:xfrm>
              <a:off x="4528343" y="2009775"/>
              <a:ext cx="50800" cy="60325"/>
            </a:xfrm>
            <a:custGeom>
              <a:gdLst>
                <a:gd name="T0" fmla="*/ 32 w 32"/>
                <a:gd name="T1" fmla="*/ 33 h 38"/>
                <a:gd name="T2" fmla="*/ 6 w 32"/>
                <a:gd name="T3" fmla="*/ 38 h 38"/>
                <a:gd name="T4" fmla="*/ 0 w 32"/>
                <a:gd name="T5" fmla="*/ 5 h 38"/>
                <a:gd name="T6" fmla="*/ 23 w 32"/>
                <a:gd name="T7" fmla="*/ 0 h 38"/>
                <a:gd name="T8" fmla="*/ 32 w 32"/>
                <a:gd name="T9" fmla="*/ 33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32" y="33"/>
                  </a:moveTo>
                  <a:lnTo>
                    <a:pt x="6" y="38"/>
                  </a:lnTo>
                  <a:lnTo>
                    <a:pt x="0" y="5"/>
                  </a:lnTo>
                  <a:lnTo>
                    <a:pt x="23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任意多边形: 形状 312" descr="44b9534d-4d7e-46f1-8b15-db17a8d307b1"/>
            <p:cNvSpPr/>
            <p:nvPr/>
          </p:nvSpPr>
          <p:spPr bwMode="auto">
            <a:xfrm>
              <a:off x="4571206" y="1998663"/>
              <a:ext cx="50800" cy="60325"/>
            </a:xfrm>
            <a:custGeom>
              <a:gdLst>
                <a:gd name="T0" fmla="*/ 32 w 32"/>
                <a:gd name="T1" fmla="*/ 33 h 38"/>
                <a:gd name="T2" fmla="*/ 8 w 32"/>
                <a:gd name="T3" fmla="*/ 38 h 38"/>
                <a:gd name="T4" fmla="*/ 0 w 32"/>
                <a:gd name="T5" fmla="*/ 6 h 38"/>
                <a:gd name="T6" fmla="*/ 26 w 32"/>
                <a:gd name="T7" fmla="*/ 0 h 38"/>
                <a:gd name="T8" fmla="*/ 32 w 32"/>
                <a:gd name="T9" fmla="*/ 33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32" y="33"/>
                  </a:moveTo>
                  <a:lnTo>
                    <a:pt x="8" y="38"/>
                  </a:lnTo>
                  <a:lnTo>
                    <a:pt x="0" y="6"/>
                  </a:lnTo>
                  <a:lnTo>
                    <a:pt x="26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任意多边形: 形状 313" descr="d34e70d6-78d3-4261-9470-dd8a2a76abd8"/>
            <p:cNvSpPr/>
            <p:nvPr/>
          </p:nvSpPr>
          <p:spPr bwMode="auto">
            <a:xfrm>
              <a:off x="7028656" y="1531938"/>
              <a:ext cx="304800" cy="304800"/>
            </a:xfrm>
            <a:custGeom>
              <a:gdLst>
                <a:gd name="T0" fmla="*/ 96 w 112"/>
                <a:gd name="T1" fmla="*/ 76 h 112"/>
                <a:gd name="T2" fmla="*/ 83 w 112"/>
                <a:gd name="T3" fmla="*/ 64 h 112"/>
                <a:gd name="T4" fmla="*/ 87 w 112"/>
                <a:gd name="T5" fmla="*/ 54 h 112"/>
                <a:gd name="T6" fmla="*/ 91 w 112"/>
                <a:gd name="T7" fmla="*/ 58 h 112"/>
                <a:gd name="T8" fmla="*/ 93 w 112"/>
                <a:gd name="T9" fmla="*/ 59 h 112"/>
                <a:gd name="T10" fmla="*/ 98 w 112"/>
                <a:gd name="T11" fmla="*/ 55 h 112"/>
                <a:gd name="T12" fmla="*/ 97 w 112"/>
                <a:gd name="T13" fmla="*/ 53 h 112"/>
                <a:gd name="T14" fmla="*/ 91 w 112"/>
                <a:gd name="T15" fmla="*/ 47 h 112"/>
                <a:gd name="T16" fmla="*/ 94 w 112"/>
                <a:gd name="T17" fmla="*/ 40 h 112"/>
                <a:gd name="T18" fmla="*/ 98 w 112"/>
                <a:gd name="T19" fmla="*/ 44 h 112"/>
                <a:gd name="T20" fmla="*/ 100 w 112"/>
                <a:gd name="T21" fmla="*/ 45 h 112"/>
                <a:gd name="T22" fmla="*/ 104 w 112"/>
                <a:gd name="T23" fmla="*/ 41 h 112"/>
                <a:gd name="T24" fmla="*/ 104 w 112"/>
                <a:gd name="T25" fmla="*/ 39 h 112"/>
                <a:gd name="T26" fmla="*/ 97 w 112"/>
                <a:gd name="T27" fmla="*/ 32 h 112"/>
                <a:gd name="T28" fmla="*/ 106 w 112"/>
                <a:gd name="T29" fmla="*/ 12 h 112"/>
                <a:gd name="T30" fmla="*/ 106 w 112"/>
                <a:gd name="T31" fmla="*/ 9 h 112"/>
                <a:gd name="T32" fmla="*/ 99 w 112"/>
                <a:gd name="T33" fmla="*/ 3 h 112"/>
                <a:gd name="T34" fmla="*/ 96 w 112"/>
                <a:gd name="T35" fmla="*/ 3 h 112"/>
                <a:gd name="T36" fmla="*/ 62 w 112"/>
                <a:gd name="T37" fmla="*/ 45 h 112"/>
                <a:gd name="T38" fmla="*/ 40 w 112"/>
                <a:gd name="T39" fmla="*/ 28 h 112"/>
                <a:gd name="T40" fmla="*/ 46 w 112"/>
                <a:gd name="T41" fmla="*/ 6 h 112"/>
                <a:gd name="T42" fmla="*/ 45 w 112"/>
                <a:gd name="T43" fmla="*/ 5 h 112"/>
                <a:gd name="T44" fmla="*/ 41 w 112"/>
                <a:gd name="T45" fmla="*/ 1 h 112"/>
                <a:gd name="T46" fmla="*/ 39 w 112"/>
                <a:gd name="T47" fmla="*/ 0 h 112"/>
                <a:gd name="T48" fmla="*/ 26 w 112"/>
                <a:gd name="T49" fmla="*/ 19 h 112"/>
                <a:gd name="T50" fmla="*/ 15 w 112"/>
                <a:gd name="T51" fmla="*/ 15 h 112"/>
                <a:gd name="T52" fmla="*/ 19 w 112"/>
                <a:gd name="T53" fmla="*/ 26 h 112"/>
                <a:gd name="T54" fmla="*/ 1 w 112"/>
                <a:gd name="T55" fmla="*/ 39 h 112"/>
                <a:gd name="T56" fmla="*/ 1 w 112"/>
                <a:gd name="T57" fmla="*/ 41 h 112"/>
                <a:gd name="T58" fmla="*/ 5 w 112"/>
                <a:gd name="T59" fmla="*/ 45 h 112"/>
                <a:gd name="T60" fmla="*/ 7 w 112"/>
                <a:gd name="T61" fmla="*/ 46 h 112"/>
                <a:gd name="T62" fmla="*/ 28 w 112"/>
                <a:gd name="T63" fmla="*/ 40 h 112"/>
                <a:gd name="T64" fmla="*/ 45 w 112"/>
                <a:gd name="T65" fmla="*/ 62 h 112"/>
                <a:gd name="T66" fmla="*/ 2 w 112"/>
                <a:gd name="T67" fmla="*/ 96 h 112"/>
                <a:gd name="T68" fmla="*/ 3 w 112"/>
                <a:gd name="T69" fmla="*/ 99 h 112"/>
                <a:gd name="T70" fmla="*/ 9 w 112"/>
                <a:gd name="T71" fmla="*/ 106 h 112"/>
                <a:gd name="T72" fmla="*/ 12 w 112"/>
                <a:gd name="T73" fmla="*/ 106 h 112"/>
                <a:gd name="T74" fmla="*/ 32 w 112"/>
                <a:gd name="T75" fmla="*/ 97 h 112"/>
                <a:gd name="T76" fmla="*/ 39 w 112"/>
                <a:gd name="T77" fmla="*/ 104 h 112"/>
                <a:gd name="T78" fmla="*/ 41 w 112"/>
                <a:gd name="T79" fmla="*/ 105 h 112"/>
                <a:gd name="T80" fmla="*/ 45 w 112"/>
                <a:gd name="T81" fmla="*/ 100 h 112"/>
                <a:gd name="T82" fmla="*/ 44 w 112"/>
                <a:gd name="T83" fmla="*/ 98 h 112"/>
                <a:gd name="T84" fmla="*/ 40 w 112"/>
                <a:gd name="T85" fmla="*/ 94 h 112"/>
                <a:gd name="T86" fmla="*/ 46 w 112"/>
                <a:gd name="T87" fmla="*/ 91 h 112"/>
                <a:gd name="T88" fmla="*/ 53 w 112"/>
                <a:gd name="T89" fmla="*/ 97 h 112"/>
                <a:gd name="T90" fmla="*/ 55 w 112"/>
                <a:gd name="T91" fmla="*/ 98 h 112"/>
                <a:gd name="T92" fmla="*/ 59 w 112"/>
                <a:gd name="T93" fmla="*/ 93 h 112"/>
                <a:gd name="T94" fmla="*/ 58 w 112"/>
                <a:gd name="T95" fmla="*/ 91 h 112"/>
                <a:gd name="T96" fmla="*/ 54 w 112"/>
                <a:gd name="T97" fmla="*/ 88 h 112"/>
                <a:gd name="T98" fmla="*/ 65 w 112"/>
                <a:gd name="T99" fmla="*/ 83 h 112"/>
                <a:gd name="T100" fmla="*/ 77 w 112"/>
                <a:gd name="T101" fmla="*/ 96 h 112"/>
                <a:gd name="T102" fmla="*/ 105 w 112"/>
                <a:gd name="T103" fmla="*/ 105 h 112"/>
                <a:gd name="T104" fmla="*/ 96 w 112"/>
                <a:gd name="T105" fmla="*/ 76 h 1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2" h="112">
                  <a:moveTo>
                    <a:pt x="96" y="76"/>
                  </a:moveTo>
                  <a:cubicBezTo>
                    <a:pt x="91" y="72"/>
                    <a:pt x="87" y="68"/>
                    <a:pt x="83" y="6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9" y="56"/>
                    <a:pt x="90" y="57"/>
                    <a:pt x="91" y="58"/>
                  </a:cubicBezTo>
                  <a:cubicBezTo>
                    <a:pt x="92" y="59"/>
                    <a:pt x="93" y="59"/>
                    <a:pt x="93" y="59"/>
                  </a:cubicBezTo>
                  <a:cubicBezTo>
                    <a:pt x="98" y="55"/>
                    <a:pt x="98" y="55"/>
                    <a:pt x="98" y="55"/>
                  </a:cubicBezTo>
                  <a:cubicBezTo>
                    <a:pt x="98" y="54"/>
                    <a:pt x="98" y="53"/>
                    <a:pt x="97" y="53"/>
                  </a:cubicBezTo>
                  <a:cubicBezTo>
                    <a:pt x="96" y="51"/>
                    <a:pt x="93" y="49"/>
                    <a:pt x="91" y="47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42"/>
                    <a:pt x="97" y="43"/>
                    <a:pt x="98" y="44"/>
                  </a:cubicBezTo>
                  <a:cubicBezTo>
                    <a:pt x="99" y="45"/>
                    <a:pt x="100" y="45"/>
                    <a:pt x="100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5" y="40"/>
                    <a:pt x="105" y="39"/>
                    <a:pt x="104" y="39"/>
                  </a:cubicBezTo>
                  <a:cubicBezTo>
                    <a:pt x="102" y="37"/>
                    <a:pt x="100" y="34"/>
                    <a:pt x="97" y="3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11"/>
                    <a:pt x="106" y="10"/>
                    <a:pt x="106" y="9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98" y="2"/>
                    <a:pt x="97" y="2"/>
                    <a:pt x="96" y="3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53" y="37"/>
                    <a:pt x="46" y="32"/>
                    <a:pt x="40" y="28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5"/>
                    <a:pt x="45" y="5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0"/>
                    <a:pt x="40" y="0"/>
                    <a:pt x="39" y="0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18" y="15"/>
                    <a:pt x="15" y="15"/>
                    <a:pt x="15" y="15"/>
                  </a:cubicBezTo>
                  <a:cubicBezTo>
                    <a:pt x="15" y="15"/>
                    <a:pt x="15" y="18"/>
                    <a:pt x="19" y="26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6"/>
                    <a:pt x="6" y="46"/>
                    <a:pt x="7" y="46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33" y="46"/>
                    <a:pt x="45" y="62"/>
                    <a:pt x="45" y="62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7"/>
                    <a:pt x="2" y="98"/>
                    <a:pt x="3" y="99"/>
                  </a:cubicBezTo>
                  <a:cubicBezTo>
                    <a:pt x="9" y="106"/>
                    <a:pt x="9" y="106"/>
                    <a:pt x="9" y="106"/>
                  </a:cubicBezTo>
                  <a:cubicBezTo>
                    <a:pt x="10" y="106"/>
                    <a:pt x="11" y="107"/>
                    <a:pt x="12" y="10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4" y="100"/>
                    <a:pt x="37" y="103"/>
                    <a:pt x="39" y="104"/>
                  </a:cubicBezTo>
                  <a:cubicBezTo>
                    <a:pt x="39" y="105"/>
                    <a:pt x="40" y="105"/>
                    <a:pt x="41" y="105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00"/>
                    <a:pt x="45" y="99"/>
                    <a:pt x="44" y="98"/>
                  </a:cubicBezTo>
                  <a:cubicBezTo>
                    <a:pt x="43" y="97"/>
                    <a:pt x="42" y="96"/>
                    <a:pt x="40" y="94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9" y="93"/>
                    <a:pt x="51" y="96"/>
                    <a:pt x="53" y="97"/>
                  </a:cubicBezTo>
                  <a:cubicBezTo>
                    <a:pt x="53" y="98"/>
                    <a:pt x="54" y="98"/>
                    <a:pt x="55" y="98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59" y="93"/>
                    <a:pt x="59" y="92"/>
                    <a:pt x="58" y="91"/>
                  </a:cubicBezTo>
                  <a:cubicBezTo>
                    <a:pt x="57" y="90"/>
                    <a:pt x="56" y="89"/>
                    <a:pt x="54" y="88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8" y="87"/>
                    <a:pt x="72" y="91"/>
                    <a:pt x="77" y="96"/>
                  </a:cubicBezTo>
                  <a:cubicBezTo>
                    <a:pt x="93" y="112"/>
                    <a:pt x="105" y="105"/>
                    <a:pt x="105" y="105"/>
                  </a:cubicBezTo>
                  <a:cubicBezTo>
                    <a:pt x="105" y="105"/>
                    <a:pt x="112" y="93"/>
                    <a:pt x="96" y="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任意多边形: 形状 314" descr="46d6fb0c-139d-4290-8e6a-8e26f5b45418"/>
            <p:cNvSpPr/>
            <p:nvPr/>
          </p:nvSpPr>
          <p:spPr bwMode="auto">
            <a:xfrm>
              <a:off x="7287418" y="1790700"/>
              <a:ext cx="30163" cy="26988"/>
            </a:xfrm>
            <a:custGeom>
              <a:gdLst>
                <a:gd name="T0" fmla="*/ 0 w 11"/>
                <a:gd name="T1" fmla="*/ 7 h 10"/>
                <a:gd name="T2" fmla="*/ 3 w 11"/>
                <a:gd name="T3" fmla="*/ 7 h 10"/>
                <a:gd name="T4" fmla="*/ 7 w 11"/>
                <a:gd name="T5" fmla="*/ 6 h 10"/>
                <a:gd name="T6" fmla="*/ 6 w 11"/>
                <a:gd name="T7" fmla="*/ 7 h 10"/>
                <a:gd name="T8" fmla="*/ 7 w 11"/>
                <a:gd name="T9" fmla="*/ 3 h 10"/>
                <a:gd name="T10" fmla="*/ 7 w 11"/>
                <a:gd name="T11" fmla="*/ 0 h 10"/>
                <a:gd name="T12" fmla="*/ 11 w 11"/>
                <a:gd name="T13" fmla="*/ 1 h 10"/>
                <a:gd name="T14" fmla="*/ 10 w 11"/>
                <a:gd name="T15" fmla="*/ 5 h 10"/>
                <a:gd name="T16" fmla="*/ 9 w 11"/>
                <a:gd name="T17" fmla="*/ 9 h 10"/>
                <a:gd name="T18" fmla="*/ 9 w 11"/>
                <a:gd name="T19" fmla="*/ 9 h 10"/>
                <a:gd name="T20" fmla="*/ 9 w 11"/>
                <a:gd name="T21" fmla="*/ 9 h 10"/>
                <a:gd name="T22" fmla="*/ 5 w 11"/>
                <a:gd name="T23" fmla="*/ 10 h 10"/>
                <a:gd name="T24" fmla="*/ 1 w 11"/>
                <a:gd name="T25" fmla="*/ 10 h 10"/>
                <a:gd name="T26" fmla="*/ 0 w 11"/>
                <a:gd name="T27" fmla="*/ 7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0">
                  <a:moveTo>
                    <a:pt x="0" y="7"/>
                  </a:moveTo>
                  <a:cubicBezTo>
                    <a:pt x="1" y="7"/>
                    <a:pt x="2" y="7"/>
                    <a:pt x="3" y="7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6"/>
                    <a:pt x="7" y="4"/>
                    <a:pt x="7" y="3"/>
                  </a:cubicBezTo>
                  <a:cubicBezTo>
                    <a:pt x="8" y="2"/>
                    <a:pt x="8" y="1"/>
                    <a:pt x="7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2"/>
                    <a:pt x="11" y="3"/>
                    <a:pt x="10" y="5"/>
                  </a:cubicBezTo>
                  <a:cubicBezTo>
                    <a:pt x="10" y="6"/>
                    <a:pt x="10" y="7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6" y="10"/>
                    <a:pt x="5" y="10"/>
                  </a:cubicBezTo>
                  <a:cubicBezTo>
                    <a:pt x="4" y="10"/>
                    <a:pt x="2" y="10"/>
                    <a:pt x="1" y="1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5B86C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任意多边形: 形状 315" descr="ade5c2ae-8fc6-4f7b-bc24-ac686cf50c2e"/>
            <p:cNvSpPr/>
            <p:nvPr/>
          </p:nvSpPr>
          <p:spPr bwMode="auto">
            <a:xfrm>
              <a:off x="5914231" y="2020888"/>
              <a:ext cx="388938" cy="354013"/>
            </a:xfrm>
            <a:custGeom>
              <a:gdLst>
                <a:gd name="T0" fmla="*/ 129 w 143"/>
                <a:gd name="T1" fmla="*/ 15 h 130"/>
                <a:gd name="T2" fmla="*/ 72 w 143"/>
                <a:gd name="T3" fmla="*/ 0 h 130"/>
                <a:gd name="T4" fmla="*/ 14 w 143"/>
                <a:gd name="T5" fmla="*/ 15 h 130"/>
                <a:gd name="T6" fmla="*/ 72 w 143"/>
                <a:gd name="T7" fmla="*/ 130 h 130"/>
                <a:gd name="T8" fmla="*/ 129 w 143"/>
                <a:gd name="T9" fmla="*/ 15 h 13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30">
                  <a:moveTo>
                    <a:pt x="129" y="15"/>
                  </a:moveTo>
                  <a:cubicBezTo>
                    <a:pt x="129" y="15"/>
                    <a:pt x="108" y="0"/>
                    <a:pt x="72" y="0"/>
                  </a:cubicBezTo>
                  <a:cubicBezTo>
                    <a:pt x="36" y="0"/>
                    <a:pt x="14" y="15"/>
                    <a:pt x="14" y="15"/>
                  </a:cubicBezTo>
                  <a:cubicBezTo>
                    <a:pt x="14" y="15"/>
                    <a:pt x="0" y="95"/>
                    <a:pt x="72" y="130"/>
                  </a:cubicBezTo>
                  <a:cubicBezTo>
                    <a:pt x="143" y="95"/>
                    <a:pt x="129" y="15"/>
                    <a:pt x="129" y="15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任意多边形: 形状 316" descr="ad06761e-b3fa-40ea-bd11-abc7161b5d39"/>
            <p:cNvSpPr/>
            <p:nvPr/>
          </p:nvSpPr>
          <p:spPr bwMode="auto">
            <a:xfrm>
              <a:off x="5930106" y="2036763"/>
              <a:ext cx="357188" cy="322263"/>
            </a:xfrm>
            <a:custGeom>
              <a:gdLst>
                <a:gd name="T0" fmla="*/ 118 w 131"/>
                <a:gd name="T1" fmla="*/ 13 h 118"/>
                <a:gd name="T2" fmla="*/ 66 w 131"/>
                <a:gd name="T3" fmla="*/ 0 h 118"/>
                <a:gd name="T4" fmla="*/ 13 w 131"/>
                <a:gd name="T5" fmla="*/ 13 h 118"/>
                <a:gd name="T6" fmla="*/ 66 w 131"/>
                <a:gd name="T7" fmla="*/ 118 h 118"/>
                <a:gd name="T8" fmla="*/ 118 w 131"/>
                <a:gd name="T9" fmla="*/ 13 h 1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18">
                  <a:moveTo>
                    <a:pt x="118" y="13"/>
                  </a:moveTo>
                  <a:cubicBezTo>
                    <a:pt x="118" y="13"/>
                    <a:pt x="99" y="0"/>
                    <a:pt x="66" y="0"/>
                  </a:cubicBezTo>
                  <a:cubicBezTo>
                    <a:pt x="33" y="0"/>
                    <a:pt x="13" y="13"/>
                    <a:pt x="13" y="13"/>
                  </a:cubicBezTo>
                  <a:cubicBezTo>
                    <a:pt x="13" y="13"/>
                    <a:pt x="0" y="87"/>
                    <a:pt x="66" y="118"/>
                  </a:cubicBezTo>
                  <a:cubicBezTo>
                    <a:pt x="131" y="87"/>
                    <a:pt x="118" y="13"/>
                    <a:pt x="118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任意多边形: 形状 317" descr="c6d3517d-0eb6-4bf3-9f03-6f2013df9666"/>
            <p:cNvSpPr/>
            <p:nvPr/>
          </p:nvSpPr>
          <p:spPr bwMode="auto">
            <a:xfrm>
              <a:off x="5947568" y="2047875"/>
              <a:ext cx="323850" cy="300038"/>
            </a:xfrm>
            <a:custGeom>
              <a:gdLst>
                <a:gd name="T0" fmla="*/ 108 w 119"/>
                <a:gd name="T1" fmla="*/ 13 h 110"/>
                <a:gd name="T2" fmla="*/ 60 w 119"/>
                <a:gd name="T3" fmla="*/ 0 h 110"/>
                <a:gd name="T4" fmla="*/ 12 w 119"/>
                <a:gd name="T5" fmla="*/ 13 h 110"/>
                <a:gd name="T6" fmla="*/ 60 w 119"/>
                <a:gd name="T7" fmla="*/ 110 h 110"/>
                <a:gd name="T8" fmla="*/ 108 w 119"/>
                <a:gd name="T9" fmla="*/ 13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0">
                  <a:moveTo>
                    <a:pt x="108" y="13"/>
                  </a:moveTo>
                  <a:cubicBezTo>
                    <a:pt x="108" y="13"/>
                    <a:pt x="90" y="0"/>
                    <a:pt x="60" y="0"/>
                  </a:cubicBezTo>
                  <a:cubicBezTo>
                    <a:pt x="29" y="0"/>
                    <a:pt x="12" y="13"/>
                    <a:pt x="12" y="13"/>
                  </a:cubicBezTo>
                  <a:cubicBezTo>
                    <a:pt x="12" y="13"/>
                    <a:pt x="0" y="81"/>
                    <a:pt x="60" y="110"/>
                  </a:cubicBezTo>
                  <a:cubicBezTo>
                    <a:pt x="119" y="81"/>
                    <a:pt x="108" y="13"/>
                    <a:pt x="108" y="13"/>
                  </a:cubicBezTo>
                  <a:close/>
                </a:path>
              </a:pathLst>
            </a:custGeom>
            <a:solidFill>
              <a:srgbClr val="5675B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任意多边形: 形状 318" descr="a13fb650-4fbe-45ca-b8a6-f3f98dff4990"/>
            <p:cNvSpPr/>
            <p:nvPr/>
          </p:nvSpPr>
          <p:spPr bwMode="auto">
            <a:xfrm>
              <a:off x="6039643" y="2132013"/>
              <a:ext cx="149225" cy="101600"/>
            </a:xfrm>
            <a:custGeom>
              <a:gdLst>
                <a:gd name="T0" fmla="*/ 23 w 55"/>
                <a:gd name="T1" fmla="*/ 37 h 37"/>
                <a:gd name="T2" fmla="*/ 20 w 55"/>
                <a:gd name="T3" fmla="*/ 35 h 37"/>
                <a:gd name="T4" fmla="*/ 2 w 55"/>
                <a:gd name="T5" fmla="*/ 17 h 37"/>
                <a:gd name="T6" fmla="*/ 2 w 55"/>
                <a:gd name="T7" fmla="*/ 11 h 37"/>
                <a:gd name="T8" fmla="*/ 8 w 55"/>
                <a:gd name="T9" fmla="*/ 11 h 37"/>
                <a:gd name="T10" fmla="*/ 23 w 55"/>
                <a:gd name="T11" fmla="*/ 25 h 37"/>
                <a:gd name="T12" fmla="*/ 47 w 55"/>
                <a:gd name="T13" fmla="*/ 2 h 37"/>
                <a:gd name="T14" fmla="*/ 53 w 55"/>
                <a:gd name="T15" fmla="*/ 2 h 37"/>
                <a:gd name="T16" fmla="*/ 53 w 55"/>
                <a:gd name="T17" fmla="*/ 8 h 37"/>
                <a:gd name="T18" fmla="*/ 26 w 55"/>
                <a:gd name="T19" fmla="*/ 35 h 37"/>
                <a:gd name="T20" fmla="*/ 23 w 55"/>
                <a:gd name="T21" fmla="*/ 37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37">
                  <a:moveTo>
                    <a:pt x="23" y="37"/>
                  </a:moveTo>
                  <a:cubicBezTo>
                    <a:pt x="22" y="37"/>
                    <a:pt x="21" y="36"/>
                    <a:pt x="20" y="35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0" y="15"/>
                    <a:pt x="0" y="13"/>
                    <a:pt x="2" y="11"/>
                  </a:cubicBezTo>
                  <a:cubicBezTo>
                    <a:pt x="4" y="9"/>
                    <a:pt x="7" y="9"/>
                    <a:pt x="8" y="11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9" y="0"/>
                    <a:pt x="52" y="0"/>
                    <a:pt x="53" y="2"/>
                  </a:cubicBezTo>
                  <a:cubicBezTo>
                    <a:pt x="55" y="4"/>
                    <a:pt x="55" y="7"/>
                    <a:pt x="53" y="8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6"/>
                    <a:pt x="24" y="37"/>
                    <a:pt x="2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任意多边形: 形状 319" descr="722a0823-2b50-455b-b870-8e63d82d31ef"/>
            <p:cNvSpPr/>
            <p:nvPr/>
          </p:nvSpPr>
          <p:spPr bwMode="auto">
            <a:xfrm>
              <a:off x="7519193" y="3214688"/>
              <a:ext cx="484188" cy="508000"/>
            </a:xfrm>
            <a:custGeom>
              <a:gdLst>
                <a:gd name="T0" fmla="*/ 174 w 178"/>
                <a:gd name="T1" fmla="*/ 56 h 187"/>
                <a:gd name="T2" fmla="*/ 125 w 178"/>
                <a:gd name="T3" fmla="*/ 86 h 187"/>
                <a:gd name="T4" fmla="*/ 129 w 178"/>
                <a:gd name="T5" fmla="*/ 0 h 187"/>
                <a:gd name="T6" fmla="*/ 47 w 178"/>
                <a:gd name="T7" fmla="*/ 75 h 187"/>
                <a:gd name="T8" fmla="*/ 26 w 178"/>
                <a:gd name="T9" fmla="*/ 38 h 187"/>
                <a:gd name="T10" fmla="*/ 64 w 178"/>
                <a:gd name="T11" fmla="*/ 161 h 187"/>
                <a:gd name="T12" fmla="*/ 174 w 178"/>
                <a:gd name="T13" fmla="*/ 56 h 18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87">
                  <a:moveTo>
                    <a:pt x="174" y="56"/>
                  </a:moveTo>
                  <a:cubicBezTo>
                    <a:pt x="160" y="74"/>
                    <a:pt x="140" y="82"/>
                    <a:pt x="125" y="86"/>
                  </a:cubicBezTo>
                  <a:cubicBezTo>
                    <a:pt x="121" y="62"/>
                    <a:pt x="105" y="38"/>
                    <a:pt x="129" y="0"/>
                  </a:cubicBezTo>
                  <a:cubicBezTo>
                    <a:pt x="85" y="13"/>
                    <a:pt x="62" y="44"/>
                    <a:pt x="47" y="75"/>
                  </a:cubicBezTo>
                  <a:cubicBezTo>
                    <a:pt x="38" y="61"/>
                    <a:pt x="28" y="57"/>
                    <a:pt x="26" y="38"/>
                  </a:cubicBezTo>
                  <a:cubicBezTo>
                    <a:pt x="7" y="73"/>
                    <a:pt x="0" y="139"/>
                    <a:pt x="64" y="161"/>
                  </a:cubicBezTo>
                  <a:cubicBezTo>
                    <a:pt x="141" y="187"/>
                    <a:pt x="178" y="109"/>
                    <a:pt x="174" y="56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任意多边形: 形状 320" descr="9aadc152-c251-4c7c-abaf-daf22513d18d"/>
            <p:cNvSpPr/>
            <p:nvPr/>
          </p:nvSpPr>
          <p:spPr bwMode="auto">
            <a:xfrm>
              <a:off x="7554118" y="3290888"/>
              <a:ext cx="419100" cy="411163"/>
            </a:xfrm>
            <a:custGeom>
              <a:gdLst>
                <a:gd name="T0" fmla="*/ 152 w 154"/>
                <a:gd name="T1" fmla="*/ 50 h 151"/>
                <a:gd name="T2" fmla="*/ 100 w 154"/>
                <a:gd name="T3" fmla="*/ 72 h 151"/>
                <a:gd name="T4" fmla="*/ 86 w 154"/>
                <a:gd name="T5" fmla="*/ 0 h 151"/>
                <a:gd name="T6" fmla="*/ 40 w 154"/>
                <a:gd name="T7" fmla="*/ 69 h 151"/>
                <a:gd name="T8" fmla="*/ 12 w 154"/>
                <a:gd name="T9" fmla="*/ 39 h 151"/>
                <a:gd name="T10" fmla="*/ 52 w 154"/>
                <a:gd name="T11" fmla="*/ 128 h 151"/>
                <a:gd name="T12" fmla="*/ 152 w 154"/>
                <a:gd name="T13" fmla="*/ 50 h 1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151">
                  <a:moveTo>
                    <a:pt x="152" y="50"/>
                  </a:moveTo>
                  <a:cubicBezTo>
                    <a:pt x="136" y="68"/>
                    <a:pt x="111" y="68"/>
                    <a:pt x="100" y="72"/>
                  </a:cubicBezTo>
                  <a:cubicBezTo>
                    <a:pt x="97" y="54"/>
                    <a:pt x="74" y="30"/>
                    <a:pt x="86" y="0"/>
                  </a:cubicBezTo>
                  <a:cubicBezTo>
                    <a:pt x="57" y="13"/>
                    <a:pt x="51" y="47"/>
                    <a:pt x="40" y="69"/>
                  </a:cubicBezTo>
                  <a:cubicBezTo>
                    <a:pt x="34" y="64"/>
                    <a:pt x="15" y="50"/>
                    <a:pt x="12" y="39"/>
                  </a:cubicBezTo>
                  <a:cubicBezTo>
                    <a:pt x="0" y="61"/>
                    <a:pt x="3" y="111"/>
                    <a:pt x="52" y="128"/>
                  </a:cubicBezTo>
                  <a:cubicBezTo>
                    <a:pt x="121" y="151"/>
                    <a:pt x="154" y="85"/>
                    <a:pt x="152" y="5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2" name="任意多边形: 形状 321" descr="458cd42c-2dae-4c4c-b1e4-cc35e5f3f58c"/>
            <p:cNvSpPr/>
            <p:nvPr/>
          </p:nvSpPr>
          <p:spPr bwMode="auto">
            <a:xfrm>
              <a:off x="7576343" y="3375025"/>
              <a:ext cx="344488" cy="300038"/>
            </a:xfrm>
            <a:custGeom>
              <a:gdLst>
                <a:gd name="T0" fmla="*/ 127 w 127"/>
                <a:gd name="T1" fmla="*/ 44 h 110"/>
                <a:gd name="T2" fmla="*/ 79 w 127"/>
                <a:gd name="T3" fmla="*/ 56 h 110"/>
                <a:gd name="T4" fmla="*/ 62 w 127"/>
                <a:gd name="T5" fmla="*/ 0 h 110"/>
                <a:gd name="T6" fmla="*/ 34 w 127"/>
                <a:gd name="T7" fmla="*/ 50 h 110"/>
                <a:gd name="T8" fmla="*/ 8 w 127"/>
                <a:gd name="T9" fmla="*/ 28 h 110"/>
                <a:gd name="T10" fmla="*/ 47 w 127"/>
                <a:gd name="T11" fmla="*/ 93 h 110"/>
                <a:gd name="T12" fmla="*/ 127 w 127"/>
                <a:gd name="T13" fmla="*/ 44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110">
                  <a:moveTo>
                    <a:pt x="127" y="44"/>
                  </a:moveTo>
                  <a:cubicBezTo>
                    <a:pt x="120" y="53"/>
                    <a:pt x="86" y="54"/>
                    <a:pt x="79" y="56"/>
                  </a:cubicBezTo>
                  <a:cubicBezTo>
                    <a:pt x="77" y="44"/>
                    <a:pt x="55" y="21"/>
                    <a:pt x="62" y="0"/>
                  </a:cubicBezTo>
                  <a:cubicBezTo>
                    <a:pt x="45" y="14"/>
                    <a:pt x="41" y="34"/>
                    <a:pt x="34" y="50"/>
                  </a:cubicBezTo>
                  <a:cubicBezTo>
                    <a:pt x="29" y="46"/>
                    <a:pt x="12" y="38"/>
                    <a:pt x="8" y="28"/>
                  </a:cubicBezTo>
                  <a:cubicBezTo>
                    <a:pt x="0" y="44"/>
                    <a:pt x="7" y="79"/>
                    <a:pt x="47" y="93"/>
                  </a:cubicBezTo>
                  <a:cubicBezTo>
                    <a:pt x="95" y="110"/>
                    <a:pt x="123" y="71"/>
                    <a:pt x="127" y="44"/>
                  </a:cubicBezTo>
                  <a:close/>
                </a:path>
              </a:pathLst>
            </a:custGeom>
            <a:solidFill>
              <a:srgbClr val="F6D07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3" name="任意多边形: 形状 322" descr="18fd02a1-c62a-44a4-9b37-2585551376ec"/>
            <p:cNvSpPr/>
            <p:nvPr/>
          </p:nvSpPr>
          <p:spPr bwMode="auto">
            <a:xfrm>
              <a:off x="7843043" y="3249613"/>
              <a:ext cx="115888" cy="179388"/>
            </a:xfrm>
            <a:custGeom>
              <a:gdLst>
                <a:gd name="T0" fmla="*/ 33 w 43"/>
                <a:gd name="T1" fmla="*/ 0 h 66"/>
                <a:gd name="T2" fmla="*/ 3 w 43"/>
                <a:gd name="T3" fmla="*/ 31 h 66"/>
                <a:gd name="T4" fmla="*/ 9 w 43"/>
                <a:gd name="T5" fmla="*/ 66 h 66"/>
                <a:gd name="T6" fmla="*/ 35 w 43"/>
                <a:gd name="T7" fmla="*/ 54 h 66"/>
                <a:gd name="T8" fmla="*/ 33 w 43"/>
                <a:gd name="T9" fmla="*/ 0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66">
                  <a:moveTo>
                    <a:pt x="33" y="0"/>
                  </a:moveTo>
                  <a:cubicBezTo>
                    <a:pt x="27" y="17"/>
                    <a:pt x="5" y="30"/>
                    <a:pt x="3" y="31"/>
                  </a:cubicBezTo>
                  <a:cubicBezTo>
                    <a:pt x="0" y="37"/>
                    <a:pt x="11" y="63"/>
                    <a:pt x="9" y="66"/>
                  </a:cubicBezTo>
                  <a:cubicBezTo>
                    <a:pt x="20" y="65"/>
                    <a:pt x="35" y="54"/>
                    <a:pt x="35" y="54"/>
                  </a:cubicBezTo>
                  <a:cubicBezTo>
                    <a:pt x="35" y="54"/>
                    <a:pt x="43" y="25"/>
                    <a:pt x="33" y="0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任意多边形: 形状 323" descr="d8f15e61-cb35-4dc4-902a-614b2bc5193c"/>
            <p:cNvSpPr/>
            <p:nvPr/>
          </p:nvSpPr>
          <p:spPr bwMode="auto">
            <a:xfrm>
              <a:off x="7858918" y="3279775"/>
              <a:ext cx="95250" cy="139700"/>
            </a:xfrm>
            <a:custGeom>
              <a:gdLst>
                <a:gd name="T0" fmla="*/ 27 w 35"/>
                <a:gd name="T1" fmla="*/ 0 h 51"/>
                <a:gd name="T2" fmla="*/ 2 w 35"/>
                <a:gd name="T3" fmla="*/ 24 h 51"/>
                <a:gd name="T4" fmla="*/ 7 w 35"/>
                <a:gd name="T5" fmla="*/ 51 h 51"/>
                <a:gd name="T6" fmla="*/ 27 w 35"/>
                <a:gd name="T7" fmla="*/ 41 h 51"/>
                <a:gd name="T8" fmla="*/ 27 w 35"/>
                <a:gd name="T9" fmla="*/ 0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1">
                  <a:moveTo>
                    <a:pt x="27" y="0"/>
                  </a:moveTo>
                  <a:cubicBezTo>
                    <a:pt x="23" y="12"/>
                    <a:pt x="4" y="23"/>
                    <a:pt x="2" y="24"/>
                  </a:cubicBezTo>
                  <a:cubicBezTo>
                    <a:pt x="0" y="28"/>
                    <a:pt x="8" y="48"/>
                    <a:pt x="7" y="51"/>
                  </a:cubicBezTo>
                  <a:cubicBezTo>
                    <a:pt x="15" y="50"/>
                    <a:pt x="27" y="41"/>
                    <a:pt x="27" y="41"/>
                  </a:cubicBezTo>
                  <a:cubicBezTo>
                    <a:pt x="27" y="41"/>
                    <a:pt x="35" y="19"/>
                    <a:pt x="27" y="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任意多边形: 形状 324" descr="b5548948-89cc-40cb-a275-fc6e8fbbc36b"/>
            <p:cNvSpPr/>
            <p:nvPr/>
          </p:nvSpPr>
          <p:spPr bwMode="auto">
            <a:xfrm>
              <a:off x="7873206" y="3324225"/>
              <a:ext cx="65088" cy="85725"/>
            </a:xfrm>
            <a:custGeom>
              <a:gdLst>
                <a:gd name="T0" fmla="*/ 19 w 24"/>
                <a:gd name="T1" fmla="*/ 0 h 32"/>
                <a:gd name="T2" fmla="*/ 2 w 24"/>
                <a:gd name="T3" fmla="*/ 15 h 32"/>
                <a:gd name="T4" fmla="*/ 5 w 24"/>
                <a:gd name="T5" fmla="*/ 32 h 32"/>
                <a:gd name="T6" fmla="*/ 16 w 24"/>
                <a:gd name="T7" fmla="*/ 27 h 32"/>
                <a:gd name="T8" fmla="*/ 19 w 24"/>
                <a:gd name="T9" fmla="*/ 0 h 3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2">
                  <a:moveTo>
                    <a:pt x="19" y="0"/>
                  </a:moveTo>
                  <a:cubicBezTo>
                    <a:pt x="16" y="8"/>
                    <a:pt x="3" y="15"/>
                    <a:pt x="2" y="15"/>
                  </a:cubicBezTo>
                  <a:cubicBezTo>
                    <a:pt x="0" y="18"/>
                    <a:pt x="5" y="30"/>
                    <a:pt x="5" y="32"/>
                  </a:cubicBezTo>
                  <a:cubicBezTo>
                    <a:pt x="10" y="32"/>
                    <a:pt x="16" y="27"/>
                    <a:pt x="16" y="27"/>
                  </a:cubicBezTo>
                  <a:cubicBezTo>
                    <a:pt x="16" y="27"/>
                    <a:pt x="24" y="12"/>
                    <a:pt x="19" y="0"/>
                  </a:cubicBez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任意多边形: 形状 325" descr="3abf4746-370f-48fb-81b8-675bf134ab1a"/>
            <p:cNvSpPr/>
            <p:nvPr/>
          </p:nvSpPr>
          <p:spPr bwMode="auto">
            <a:xfrm>
              <a:off x="7611268" y="3236913"/>
              <a:ext cx="79375" cy="160338"/>
            </a:xfrm>
            <a:custGeom>
              <a:gdLst>
                <a:gd name="T0" fmla="*/ 29 w 29"/>
                <a:gd name="T1" fmla="*/ 0 h 59"/>
                <a:gd name="T2" fmla="*/ 29 w 29"/>
                <a:gd name="T3" fmla="*/ 34 h 59"/>
                <a:gd name="T4" fmla="*/ 11 w 29"/>
                <a:gd name="T5" fmla="*/ 59 h 59"/>
                <a:gd name="T6" fmla="*/ 0 w 29"/>
                <a:gd name="T7" fmla="*/ 43 h 59"/>
                <a:gd name="T8" fmla="*/ 29 w 29"/>
                <a:gd name="T9" fmla="*/ 0 h 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59">
                  <a:moveTo>
                    <a:pt x="29" y="0"/>
                  </a:moveTo>
                  <a:cubicBezTo>
                    <a:pt x="25" y="19"/>
                    <a:pt x="29" y="34"/>
                    <a:pt x="29" y="34"/>
                  </a:cubicBezTo>
                  <a:cubicBezTo>
                    <a:pt x="29" y="34"/>
                    <a:pt x="16" y="48"/>
                    <a:pt x="11" y="59"/>
                  </a:cubicBezTo>
                  <a:cubicBezTo>
                    <a:pt x="9" y="54"/>
                    <a:pt x="1" y="49"/>
                    <a:pt x="0" y="43"/>
                  </a:cubicBezTo>
                  <a:cubicBezTo>
                    <a:pt x="1" y="30"/>
                    <a:pt x="19" y="7"/>
                    <a:pt x="29" y="0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任意多边形: 形状 326" descr="ec9919cf-9fc2-4c3d-8115-3e2bfa7e8a82"/>
            <p:cNvSpPr/>
            <p:nvPr/>
          </p:nvSpPr>
          <p:spPr bwMode="auto">
            <a:xfrm>
              <a:off x="7619206" y="3260725"/>
              <a:ext cx="57150" cy="125413"/>
            </a:xfrm>
            <a:custGeom>
              <a:gdLst>
                <a:gd name="T0" fmla="*/ 20 w 21"/>
                <a:gd name="T1" fmla="*/ 0 h 46"/>
                <a:gd name="T2" fmla="*/ 21 w 21"/>
                <a:gd name="T3" fmla="*/ 27 h 46"/>
                <a:gd name="T4" fmla="*/ 7 w 21"/>
                <a:gd name="T5" fmla="*/ 46 h 46"/>
                <a:gd name="T6" fmla="*/ 0 w 21"/>
                <a:gd name="T7" fmla="*/ 35 h 46"/>
                <a:gd name="T8" fmla="*/ 20 w 21"/>
                <a:gd name="T9" fmla="*/ 0 h 4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46">
                  <a:moveTo>
                    <a:pt x="20" y="0"/>
                  </a:moveTo>
                  <a:cubicBezTo>
                    <a:pt x="17" y="14"/>
                    <a:pt x="21" y="27"/>
                    <a:pt x="21" y="27"/>
                  </a:cubicBezTo>
                  <a:cubicBezTo>
                    <a:pt x="21" y="27"/>
                    <a:pt x="11" y="38"/>
                    <a:pt x="7" y="46"/>
                  </a:cubicBezTo>
                  <a:cubicBezTo>
                    <a:pt x="6" y="42"/>
                    <a:pt x="1" y="40"/>
                    <a:pt x="0" y="35"/>
                  </a:cubicBezTo>
                  <a:cubicBezTo>
                    <a:pt x="1" y="25"/>
                    <a:pt x="12" y="5"/>
                    <a:pt x="20" y="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任意多边形: 形状 327" descr="6000468d-3da9-4407-9ff2-7696c9ca248d"/>
            <p:cNvSpPr/>
            <p:nvPr/>
          </p:nvSpPr>
          <p:spPr bwMode="auto">
            <a:xfrm>
              <a:off x="7627143" y="3302000"/>
              <a:ext cx="33338" cy="73025"/>
            </a:xfrm>
            <a:custGeom>
              <a:gdLst>
                <a:gd name="T0" fmla="*/ 11 w 12"/>
                <a:gd name="T1" fmla="*/ 0 h 27"/>
                <a:gd name="T2" fmla="*/ 12 w 12"/>
                <a:gd name="T3" fmla="*/ 16 h 27"/>
                <a:gd name="T4" fmla="*/ 4 w 12"/>
                <a:gd name="T5" fmla="*/ 27 h 27"/>
                <a:gd name="T6" fmla="*/ 0 w 12"/>
                <a:gd name="T7" fmla="*/ 22 h 27"/>
                <a:gd name="T8" fmla="*/ 11 w 12"/>
                <a:gd name="T9" fmla="*/ 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7">
                  <a:moveTo>
                    <a:pt x="11" y="0"/>
                  </a:moveTo>
                  <a:cubicBezTo>
                    <a:pt x="9" y="8"/>
                    <a:pt x="12" y="16"/>
                    <a:pt x="12" y="16"/>
                  </a:cubicBezTo>
                  <a:cubicBezTo>
                    <a:pt x="12" y="16"/>
                    <a:pt x="6" y="22"/>
                    <a:pt x="4" y="27"/>
                  </a:cubicBezTo>
                  <a:cubicBezTo>
                    <a:pt x="3" y="25"/>
                    <a:pt x="1" y="25"/>
                    <a:pt x="0" y="22"/>
                  </a:cubicBezTo>
                  <a:cubicBezTo>
                    <a:pt x="1" y="16"/>
                    <a:pt x="6" y="3"/>
                    <a:pt x="11" y="0"/>
                  </a:cubicBez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标题 1" descr="e52afc57-2ba1-41e1-9642-4fe0f5a928c6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660400" y="3464984"/>
            <a:ext cx="10858500" cy="157956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 descr="9ae6677f-3521-4646-bccd-8750b861eca3"/>
          <p:cNvSpPr>
            <a:spLocks noGrp="1"/>
          </p:cNvSpPr>
          <p:nvPr>
            <p:ph type="subTitle" idx="1" hasCustomPrompt="1"/>
          </p:nvPr>
        </p:nvSpPr>
        <p:spPr>
          <a:xfrm flipV="false" flipH="false">
            <a:off x="660400" y="5036276"/>
            <a:ext cx="10858500" cy="54907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 descr="4d06daf9-4728-4372-a2fd-17d119f352f2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558546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38355edc-650d-416a-b2d0-c4636d4e7634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400" y="58597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1018c846-4ec2-4c46-8e32-e67aad63beaf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 descr="ec79f41e-6b51-4ee9-83ee-079277078fc7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19d30124-1922-4924-936b-4d7c51dea6d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c73b4837-2eaf-40ca-bf4b-da2c92a6b0c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41646728-e51e-47f4-b738-63028c07bdf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cd54f615-49fb-46da-8e1b-ae126fd81b49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 descr="4d8c450e-339d-4528-a174-7031ba64e3a9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e2b1667c-8ada-497b-bf6f-ddc4cafe65b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3d4c875f-08db-418c-9ac9-b247b0f38e7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3731dce8-9ba6-48de-b1d4-420c29dbf1c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直接连接符 6" descr="3b293b62-bd44-4945-b999-ba34e94f4ec8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1703a52a-2159-4d0f-8118-b2dd3ea111e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" name="组合 6" descr="954d1924-3b4d-47b3-958e-2a164d7ffa6f"/>
          <p:cNvGrpSpPr/>
          <p:nvPr/>
        </p:nvGrpSpPr>
        <p:grpSpPr>
          <a:xfrm>
            <a:off x="7216905" y="2387931"/>
            <a:ext cx="4047995" cy="2707635"/>
            <a:chOff x="4182268" y="1357312"/>
            <a:chExt cx="3821113" cy="2555877"/>
          </a:xfrm>
        </p:grpSpPr>
        <p:sp>
          <p:nvSpPr>
            <p:cNvPr id="8" name="椭圆 7" descr="3909d60b-698f-4e83-a8ed-4af8f269276b"/>
            <p:cNvSpPr>
              <a:spLocks noChangeArrowheads="1"/>
            </p:cNvSpPr>
            <p:nvPr/>
          </p:nvSpPr>
          <p:spPr bwMode="auto">
            <a:xfrm>
              <a:off x="4509293" y="3679826"/>
              <a:ext cx="3232150" cy="23336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任意多边形: 形状 8" descr="b863bb11-2058-48d9-a212-89484bd71aaa"/>
            <p:cNvSpPr/>
            <p:nvPr/>
          </p:nvSpPr>
          <p:spPr bwMode="auto">
            <a:xfrm>
              <a:off x="6661943" y="3721101"/>
              <a:ext cx="122238" cy="42863"/>
            </a:xfrm>
            <a:custGeom>
              <a:gdLst>
                <a:gd name="T0" fmla="*/ 16 w 45"/>
                <a:gd name="T1" fmla="*/ 0 h 16"/>
                <a:gd name="T2" fmla="*/ 44 w 45"/>
                <a:gd name="T3" fmla="*/ 11 h 16"/>
                <a:gd name="T4" fmla="*/ 44 w 45"/>
                <a:gd name="T5" fmla="*/ 16 h 16"/>
                <a:gd name="T6" fmla="*/ 0 w 45"/>
                <a:gd name="T7" fmla="*/ 16 h 16"/>
                <a:gd name="T8" fmla="*/ 0 w 45"/>
                <a:gd name="T9" fmla="*/ 0 h 16"/>
                <a:gd name="T10" fmla="*/ 16 w 45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16">
                  <a:moveTo>
                    <a:pt x="16" y="0"/>
                  </a:moveTo>
                  <a:cubicBezTo>
                    <a:pt x="16" y="0"/>
                    <a:pt x="43" y="10"/>
                    <a:pt x="44" y="11"/>
                  </a:cubicBezTo>
                  <a:cubicBezTo>
                    <a:pt x="45" y="12"/>
                    <a:pt x="44" y="16"/>
                    <a:pt x="4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任意多边形: 形状 9" descr="03aa9c26-3fd4-4d72-ad53-c1a581ab15f9"/>
            <p:cNvSpPr/>
            <p:nvPr/>
          </p:nvSpPr>
          <p:spPr bwMode="auto">
            <a:xfrm>
              <a:off x="6542881" y="3721101"/>
              <a:ext cx="119063" cy="42863"/>
            </a:xfrm>
            <a:custGeom>
              <a:gdLst>
                <a:gd name="T0" fmla="*/ 29 w 44"/>
                <a:gd name="T1" fmla="*/ 0 h 16"/>
                <a:gd name="T2" fmla="*/ 1 w 44"/>
                <a:gd name="T3" fmla="*/ 11 h 16"/>
                <a:gd name="T4" fmla="*/ 1 w 44"/>
                <a:gd name="T5" fmla="*/ 16 h 16"/>
                <a:gd name="T6" fmla="*/ 44 w 44"/>
                <a:gd name="T7" fmla="*/ 16 h 16"/>
                <a:gd name="T8" fmla="*/ 44 w 44"/>
                <a:gd name="T9" fmla="*/ 0 h 16"/>
                <a:gd name="T10" fmla="*/ 29 w 44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16">
                  <a:moveTo>
                    <a:pt x="29" y="0"/>
                  </a:moveTo>
                  <a:cubicBezTo>
                    <a:pt x="29" y="0"/>
                    <a:pt x="2" y="10"/>
                    <a:pt x="1" y="11"/>
                  </a:cubicBezTo>
                  <a:cubicBezTo>
                    <a:pt x="0" y="12"/>
                    <a:pt x="1" y="16"/>
                    <a:pt x="1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任意多边形: 形状 10" descr="3de85679-0ad3-4aa3-abb9-4565cee97232"/>
            <p:cNvSpPr/>
            <p:nvPr/>
          </p:nvSpPr>
          <p:spPr bwMode="auto">
            <a:xfrm>
              <a:off x="6566693" y="3078163"/>
              <a:ext cx="196850" cy="642938"/>
            </a:xfrm>
            <a:custGeom>
              <a:gdLst>
                <a:gd name="T0" fmla="*/ 7 w 124"/>
                <a:gd name="T1" fmla="*/ 84 h 405"/>
                <a:gd name="T2" fmla="*/ 35 w 124"/>
                <a:gd name="T3" fmla="*/ 405 h 405"/>
                <a:gd name="T4" fmla="*/ 60 w 124"/>
                <a:gd name="T5" fmla="*/ 405 h 405"/>
                <a:gd name="T6" fmla="*/ 88 w 124"/>
                <a:gd name="T7" fmla="*/ 405 h 405"/>
                <a:gd name="T8" fmla="*/ 117 w 124"/>
                <a:gd name="T9" fmla="*/ 86 h 405"/>
                <a:gd name="T10" fmla="*/ 124 w 124"/>
                <a:gd name="T11" fmla="*/ 0 h 405"/>
                <a:gd name="T12" fmla="*/ 0 w 124"/>
                <a:gd name="T13" fmla="*/ 0 h 405"/>
                <a:gd name="T14" fmla="*/ 7 w 124"/>
                <a:gd name="T15" fmla="*/ 84 h 4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4" h="405">
                  <a:moveTo>
                    <a:pt x="7" y="84"/>
                  </a:moveTo>
                  <a:lnTo>
                    <a:pt x="35" y="405"/>
                  </a:lnTo>
                  <a:lnTo>
                    <a:pt x="60" y="405"/>
                  </a:lnTo>
                  <a:lnTo>
                    <a:pt x="88" y="405"/>
                  </a:lnTo>
                  <a:lnTo>
                    <a:pt x="117" y="86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7" y="84"/>
                  </a:ln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任意多边形: 形状 11" descr="0794036d-9123-4188-8f46-1c83c2439581"/>
            <p:cNvSpPr/>
            <p:nvPr/>
          </p:nvSpPr>
          <p:spPr bwMode="auto">
            <a:xfrm>
              <a:off x="6509543" y="3078163"/>
              <a:ext cx="320675" cy="414338"/>
            </a:xfrm>
            <a:custGeom>
              <a:gdLst>
                <a:gd name="T0" fmla="*/ 12 w 202"/>
                <a:gd name="T1" fmla="*/ 74 h 261"/>
                <a:gd name="T2" fmla="*/ 0 w 202"/>
                <a:gd name="T3" fmla="*/ 261 h 261"/>
                <a:gd name="T4" fmla="*/ 202 w 202"/>
                <a:gd name="T5" fmla="*/ 261 h 261"/>
                <a:gd name="T6" fmla="*/ 185 w 202"/>
                <a:gd name="T7" fmla="*/ 72 h 261"/>
                <a:gd name="T8" fmla="*/ 160 w 202"/>
                <a:gd name="T9" fmla="*/ 0 h 261"/>
                <a:gd name="T10" fmla="*/ 36 w 202"/>
                <a:gd name="T11" fmla="*/ 0 h 261"/>
                <a:gd name="T12" fmla="*/ 12 w 202"/>
                <a:gd name="T13" fmla="*/ 74 h 2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261">
                  <a:moveTo>
                    <a:pt x="12" y="74"/>
                  </a:moveTo>
                  <a:lnTo>
                    <a:pt x="0" y="261"/>
                  </a:lnTo>
                  <a:lnTo>
                    <a:pt x="202" y="261"/>
                  </a:lnTo>
                  <a:lnTo>
                    <a:pt x="185" y="72"/>
                  </a:lnTo>
                  <a:lnTo>
                    <a:pt x="160" y="0"/>
                  </a:lnTo>
                  <a:lnTo>
                    <a:pt x="36" y="0"/>
                  </a:lnTo>
                  <a:lnTo>
                    <a:pt x="12" y="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矩形 12" descr="b795f335-1186-45e9-af2b-051576a276d0"/>
            <p:cNvSpPr>
              <a:spLocks noChangeArrowheads="1"/>
            </p:cNvSpPr>
            <p:nvPr/>
          </p:nvSpPr>
          <p:spPr bwMode="auto">
            <a:xfrm>
              <a:off x="6634956" y="2689226"/>
              <a:ext cx="57150" cy="82550"/>
            </a:xfrm>
            <a:prstGeom prst="rect">
              <a:avLst/>
            </a:pr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任意多边形: 形状 13" descr="0a28c794-4696-44fc-ae29-880207d7a203"/>
            <p:cNvSpPr/>
            <p:nvPr/>
          </p:nvSpPr>
          <p:spPr bwMode="auto">
            <a:xfrm>
              <a:off x="6474618" y="2935288"/>
              <a:ext cx="79375" cy="293688"/>
            </a:xfrm>
            <a:custGeom>
              <a:gdLst>
                <a:gd name="T0" fmla="*/ 18 w 29"/>
                <a:gd name="T1" fmla="*/ 93 h 108"/>
                <a:gd name="T2" fmla="*/ 20 w 29"/>
                <a:gd name="T3" fmla="*/ 90 h 108"/>
                <a:gd name="T4" fmla="*/ 16 w 29"/>
                <a:gd name="T5" fmla="*/ 83 h 108"/>
                <a:gd name="T6" fmla="*/ 20 w 29"/>
                <a:gd name="T7" fmla="*/ 24 h 108"/>
                <a:gd name="T8" fmla="*/ 29 w 29"/>
                <a:gd name="T9" fmla="*/ 0 h 108"/>
                <a:gd name="T10" fmla="*/ 8 w 29"/>
                <a:gd name="T11" fmla="*/ 1 h 108"/>
                <a:gd name="T12" fmla="*/ 5 w 29"/>
                <a:gd name="T13" fmla="*/ 25 h 108"/>
                <a:gd name="T14" fmla="*/ 5 w 29"/>
                <a:gd name="T15" fmla="*/ 83 h 108"/>
                <a:gd name="T16" fmla="*/ 1 w 29"/>
                <a:gd name="T17" fmla="*/ 98 h 108"/>
                <a:gd name="T18" fmla="*/ 11 w 29"/>
                <a:gd name="T19" fmla="*/ 108 h 108"/>
                <a:gd name="T20" fmla="*/ 21 w 29"/>
                <a:gd name="T21" fmla="*/ 99 h 108"/>
                <a:gd name="T22" fmla="*/ 18 w 29"/>
                <a:gd name="T23" fmla="*/ 93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108">
                  <a:moveTo>
                    <a:pt x="18" y="93"/>
                  </a:moveTo>
                  <a:cubicBezTo>
                    <a:pt x="18" y="93"/>
                    <a:pt x="19" y="92"/>
                    <a:pt x="20" y="90"/>
                  </a:cubicBezTo>
                  <a:cubicBezTo>
                    <a:pt x="20" y="87"/>
                    <a:pt x="16" y="83"/>
                    <a:pt x="16" y="83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4" y="89"/>
                    <a:pt x="0" y="95"/>
                    <a:pt x="1" y="98"/>
                  </a:cubicBezTo>
                  <a:cubicBezTo>
                    <a:pt x="3" y="101"/>
                    <a:pt x="8" y="108"/>
                    <a:pt x="11" y="108"/>
                  </a:cubicBezTo>
                  <a:cubicBezTo>
                    <a:pt x="15" y="106"/>
                    <a:pt x="20" y="104"/>
                    <a:pt x="21" y="99"/>
                  </a:cubicBezTo>
                  <a:cubicBezTo>
                    <a:pt x="21" y="96"/>
                    <a:pt x="18" y="93"/>
                    <a:pt x="18" y="93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任意多边形: 形状 14" descr="9fed73cb-a405-45ca-8660-5bc0df94bb34"/>
            <p:cNvSpPr/>
            <p:nvPr/>
          </p:nvSpPr>
          <p:spPr bwMode="auto">
            <a:xfrm>
              <a:off x="6496843" y="2935288"/>
              <a:ext cx="57150" cy="26988"/>
            </a:xfrm>
            <a:custGeom>
              <a:gdLst>
                <a:gd name="T0" fmla="*/ 29 w 36"/>
                <a:gd name="T1" fmla="*/ 17 h 17"/>
                <a:gd name="T2" fmla="*/ 36 w 36"/>
                <a:gd name="T3" fmla="*/ 0 h 17"/>
                <a:gd name="T4" fmla="*/ 0 w 36"/>
                <a:gd name="T5" fmla="*/ 1 h 17"/>
                <a:gd name="T6" fmla="*/ 0 w 36"/>
                <a:gd name="T7" fmla="*/ 7 h 17"/>
                <a:gd name="T8" fmla="*/ 29 w 36"/>
                <a:gd name="T9" fmla="*/ 17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7">
                  <a:moveTo>
                    <a:pt x="29" y="17"/>
                  </a:moveTo>
                  <a:lnTo>
                    <a:pt x="36" y="0"/>
                  </a:lnTo>
                  <a:lnTo>
                    <a:pt x="0" y="1"/>
                  </a:lnTo>
                  <a:lnTo>
                    <a:pt x="0" y="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任意多边形: 形状 15" descr="4a9e825e-c09f-4301-b9f1-04209c296111"/>
            <p:cNvSpPr/>
            <p:nvPr/>
          </p:nvSpPr>
          <p:spPr bwMode="auto">
            <a:xfrm>
              <a:off x="6493668" y="2757488"/>
              <a:ext cx="90488" cy="196850"/>
            </a:xfrm>
            <a:custGeom>
              <a:gdLst>
                <a:gd name="T0" fmla="*/ 23 w 33"/>
                <a:gd name="T1" fmla="*/ 0 h 72"/>
                <a:gd name="T2" fmla="*/ 0 w 33"/>
                <a:gd name="T3" fmla="*/ 67 h 72"/>
                <a:gd name="T4" fmla="*/ 21 w 33"/>
                <a:gd name="T5" fmla="*/ 72 h 72"/>
                <a:gd name="T6" fmla="*/ 33 w 33"/>
                <a:gd name="T7" fmla="*/ 34 h 72"/>
                <a:gd name="T8" fmla="*/ 23 w 33"/>
                <a:gd name="T9" fmla="*/ 0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2">
                  <a:moveTo>
                    <a:pt x="23" y="0"/>
                  </a:moveTo>
                  <a:cubicBezTo>
                    <a:pt x="14" y="0"/>
                    <a:pt x="0" y="67"/>
                    <a:pt x="0" y="67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4"/>
                    <a:pt x="30" y="0"/>
                    <a:pt x="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任意多边形: 形状 16" descr="60101acc-8153-47a4-9b3c-5a0b5d71dce3"/>
            <p:cNvSpPr/>
            <p:nvPr/>
          </p:nvSpPr>
          <p:spPr bwMode="auto">
            <a:xfrm>
              <a:off x="6779418" y="2935288"/>
              <a:ext cx="73025" cy="293688"/>
            </a:xfrm>
            <a:custGeom>
              <a:gdLst>
                <a:gd name="T0" fmla="*/ 9 w 27"/>
                <a:gd name="T1" fmla="*/ 93 h 108"/>
                <a:gd name="T2" fmla="*/ 7 w 27"/>
                <a:gd name="T3" fmla="*/ 90 h 108"/>
                <a:gd name="T4" fmla="*/ 11 w 27"/>
                <a:gd name="T5" fmla="*/ 83 h 108"/>
                <a:gd name="T6" fmla="*/ 12 w 27"/>
                <a:gd name="T7" fmla="*/ 83 h 108"/>
                <a:gd name="T8" fmla="*/ 6 w 27"/>
                <a:gd name="T9" fmla="*/ 22 h 108"/>
                <a:gd name="T10" fmla="*/ 0 w 27"/>
                <a:gd name="T11" fmla="*/ 3 h 108"/>
                <a:gd name="T12" fmla="*/ 18 w 27"/>
                <a:gd name="T13" fmla="*/ 0 h 108"/>
                <a:gd name="T14" fmla="*/ 22 w 27"/>
                <a:gd name="T15" fmla="*/ 21 h 108"/>
                <a:gd name="T16" fmla="*/ 22 w 27"/>
                <a:gd name="T17" fmla="*/ 83 h 108"/>
                <a:gd name="T18" fmla="*/ 26 w 27"/>
                <a:gd name="T19" fmla="*/ 98 h 108"/>
                <a:gd name="T20" fmla="*/ 16 w 27"/>
                <a:gd name="T21" fmla="*/ 108 h 108"/>
                <a:gd name="T22" fmla="*/ 5 w 27"/>
                <a:gd name="T23" fmla="*/ 99 h 108"/>
                <a:gd name="T24" fmla="*/ 9 w 27"/>
                <a:gd name="T25" fmla="*/ 93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108">
                  <a:moveTo>
                    <a:pt x="9" y="93"/>
                  </a:moveTo>
                  <a:cubicBezTo>
                    <a:pt x="9" y="93"/>
                    <a:pt x="7" y="92"/>
                    <a:pt x="7" y="90"/>
                  </a:cubicBezTo>
                  <a:cubicBezTo>
                    <a:pt x="6" y="87"/>
                    <a:pt x="11" y="83"/>
                    <a:pt x="11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9"/>
                    <a:pt x="27" y="95"/>
                    <a:pt x="26" y="98"/>
                  </a:cubicBezTo>
                  <a:cubicBezTo>
                    <a:pt x="23" y="101"/>
                    <a:pt x="19" y="108"/>
                    <a:pt x="16" y="108"/>
                  </a:cubicBezTo>
                  <a:cubicBezTo>
                    <a:pt x="12" y="106"/>
                    <a:pt x="7" y="104"/>
                    <a:pt x="5" y="99"/>
                  </a:cubicBezTo>
                  <a:cubicBezTo>
                    <a:pt x="6" y="96"/>
                    <a:pt x="9" y="93"/>
                    <a:pt x="9" y="93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任意多边形: 形状 17" descr="b2fdd5df-3b81-477f-a333-b338d845d01a"/>
            <p:cNvSpPr/>
            <p:nvPr/>
          </p:nvSpPr>
          <p:spPr bwMode="auto">
            <a:xfrm>
              <a:off x="6779418" y="2935288"/>
              <a:ext cx="50800" cy="19050"/>
            </a:xfrm>
            <a:custGeom>
              <a:gdLst>
                <a:gd name="T0" fmla="*/ 2 w 32"/>
                <a:gd name="T1" fmla="*/ 12 h 12"/>
                <a:gd name="T2" fmla="*/ 0 w 32"/>
                <a:gd name="T3" fmla="*/ 5 h 12"/>
                <a:gd name="T4" fmla="*/ 31 w 32"/>
                <a:gd name="T5" fmla="*/ 0 h 12"/>
                <a:gd name="T6" fmla="*/ 32 w 32"/>
                <a:gd name="T7" fmla="*/ 7 h 12"/>
                <a:gd name="T8" fmla="*/ 2 w 32"/>
                <a:gd name="T9" fmla="*/ 12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2">
                  <a:moveTo>
                    <a:pt x="2" y="12"/>
                  </a:moveTo>
                  <a:lnTo>
                    <a:pt x="0" y="5"/>
                  </a:lnTo>
                  <a:lnTo>
                    <a:pt x="31" y="0"/>
                  </a:lnTo>
                  <a:lnTo>
                    <a:pt x="32" y="7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任意多边形: 形状 18" descr="d1dc3c20-a7ab-48bf-9ed6-1a5bf1447ee1"/>
            <p:cNvSpPr/>
            <p:nvPr/>
          </p:nvSpPr>
          <p:spPr bwMode="auto">
            <a:xfrm>
              <a:off x="6744493" y="2757488"/>
              <a:ext cx="85725" cy="188913"/>
            </a:xfrm>
            <a:custGeom>
              <a:gdLst>
                <a:gd name="T0" fmla="*/ 9 w 32"/>
                <a:gd name="T1" fmla="*/ 0 h 69"/>
                <a:gd name="T2" fmla="*/ 32 w 32"/>
                <a:gd name="T3" fmla="*/ 65 h 69"/>
                <a:gd name="T4" fmla="*/ 11 w 32"/>
                <a:gd name="T5" fmla="*/ 69 h 69"/>
                <a:gd name="T6" fmla="*/ 0 w 32"/>
                <a:gd name="T7" fmla="*/ 34 h 69"/>
                <a:gd name="T8" fmla="*/ 9 w 32"/>
                <a:gd name="T9" fmla="*/ 0 h 6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9">
                  <a:moveTo>
                    <a:pt x="9" y="0"/>
                  </a:moveTo>
                  <a:cubicBezTo>
                    <a:pt x="19" y="0"/>
                    <a:pt x="32" y="65"/>
                    <a:pt x="32" y="65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3" y="0"/>
                    <a:pt x="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任意多边形: 形状 19" descr="8ae665e8-b302-4a84-9d41-48ab2dee1713"/>
            <p:cNvSpPr/>
            <p:nvPr/>
          </p:nvSpPr>
          <p:spPr bwMode="auto">
            <a:xfrm>
              <a:off x="6580981" y="2616201"/>
              <a:ext cx="31750" cy="44450"/>
            </a:xfrm>
            <a:custGeom>
              <a:gdLst>
                <a:gd name="T0" fmla="*/ 8 w 12"/>
                <a:gd name="T1" fmla="*/ 15 h 16"/>
                <a:gd name="T2" fmla="*/ 1 w 12"/>
                <a:gd name="T3" fmla="*/ 9 h 16"/>
                <a:gd name="T4" fmla="*/ 5 w 12"/>
                <a:gd name="T5" fmla="*/ 1 h 16"/>
                <a:gd name="T6" fmla="*/ 8 w 12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8" y="15"/>
                  </a:moveTo>
                  <a:cubicBezTo>
                    <a:pt x="5" y="16"/>
                    <a:pt x="1" y="13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14"/>
                    <a:pt x="8" y="1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任意多边形: 形状 20" descr="1b2e442a-376b-434d-8ce8-810cf572418e"/>
            <p:cNvSpPr/>
            <p:nvPr/>
          </p:nvSpPr>
          <p:spPr bwMode="auto">
            <a:xfrm>
              <a:off x="6714331" y="2616201"/>
              <a:ext cx="31750" cy="44450"/>
            </a:xfrm>
            <a:custGeom>
              <a:gdLst>
                <a:gd name="T0" fmla="*/ 4 w 12"/>
                <a:gd name="T1" fmla="*/ 15 h 16"/>
                <a:gd name="T2" fmla="*/ 11 w 12"/>
                <a:gd name="T3" fmla="*/ 9 h 16"/>
                <a:gd name="T4" fmla="*/ 6 w 12"/>
                <a:gd name="T5" fmla="*/ 1 h 16"/>
                <a:gd name="T6" fmla="*/ 4 w 12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4" y="15"/>
                  </a:moveTo>
                  <a:cubicBezTo>
                    <a:pt x="7" y="16"/>
                    <a:pt x="10" y="13"/>
                    <a:pt x="11" y="9"/>
                  </a:cubicBezTo>
                  <a:cubicBezTo>
                    <a:pt x="12" y="6"/>
                    <a:pt x="10" y="2"/>
                    <a:pt x="6" y="1"/>
                  </a:cubicBezTo>
                  <a:cubicBezTo>
                    <a:pt x="3" y="0"/>
                    <a:pt x="0" y="14"/>
                    <a:pt x="4" y="1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任意多边形: 形状 21" descr="b692771a-27d6-46d2-bb02-d538315e376b"/>
            <p:cNvSpPr/>
            <p:nvPr/>
          </p:nvSpPr>
          <p:spPr bwMode="auto">
            <a:xfrm>
              <a:off x="6574631" y="2551113"/>
              <a:ext cx="182563" cy="176213"/>
            </a:xfrm>
            <a:custGeom>
              <a:gdLst>
                <a:gd name="T0" fmla="*/ 33 w 67"/>
                <a:gd name="T1" fmla="*/ 65 h 65"/>
                <a:gd name="T2" fmla="*/ 57 w 67"/>
                <a:gd name="T3" fmla="*/ 16 h 65"/>
                <a:gd name="T4" fmla="*/ 33 w 67"/>
                <a:gd name="T5" fmla="*/ 0 h 65"/>
                <a:gd name="T6" fmla="*/ 9 w 67"/>
                <a:gd name="T7" fmla="*/ 16 h 65"/>
                <a:gd name="T8" fmla="*/ 33 w 67"/>
                <a:gd name="T9" fmla="*/ 65 h 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5">
                  <a:moveTo>
                    <a:pt x="33" y="65"/>
                  </a:moveTo>
                  <a:cubicBezTo>
                    <a:pt x="67" y="51"/>
                    <a:pt x="57" y="16"/>
                    <a:pt x="57" y="16"/>
                  </a:cubicBezTo>
                  <a:cubicBezTo>
                    <a:pt x="57" y="16"/>
                    <a:pt x="55" y="0"/>
                    <a:pt x="33" y="0"/>
                  </a:cubicBezTo>
                  <a:cubicBezTo>
                    <a:pt x="14" y="0"/>
                    <a:pt x="9" y="16"/>
                    <a:pt x="9" y="16"/>
                  </a:cubicBezTo>
                  <a:cubicBezTo>
                    <a:pt x="9" y="16"/>
                    <a:pt x="0" y="52"/>
                    <a:pt x="33" y="6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任意多边形: 形状 22" descr="25e6011f-0255-421c-af03-2ccc17b02aef"/>
            <p:cNvSpPr/>
            <p:nvPr/>
          </p:nvSpPr>
          <p:spPr bwMode="auto">
            <a:xfrm>
              <a:off x="6573043" y="2528888"/>
              <a:ext cx="184150" cy="106363"/>
            </a:xfrm>
            <a:custGeom>
              <a:gdLst>
                <a:gd name="T0" fmla="*/ 7 w 68"/>
                <a:gd name="T1" fmla="*/ 34 h 39"/>
                <a:gd name="T2" fmla="*/ 12 w 68"/>
                <a:gd name="T3" fmla="*/ 37 h 39"/>
                <a:gd name="T4" fmla="*/ 13 w 68"/>
                <a:gd name="T5" fmla="*/ 21 h 39"/>
                <a:gd name="T6" fmla="*/ 51 w 68"/>
                <a:gd name="T7" fmla="*/ 33 h 39"/>
                <a:gd name="T8" fmla="*/ 54 w 68"/>
                <a:gd name="T9" fmla="*/ 20 h 39"/>
                <a:gd name="T10" fmla="*/ 56 w 68"/>
                <a:gd name="T11" fmla="*/ 38 h 39"/>
                <a:gd name="T12" fmla="*/ 61 w 68"/>
                <a:gd name="T13" fmla="*/ 34 h 39"/>
                <a:gd name="T14" fmla="*/ 34 w 68"/>
                <a:gd name="T15" fmla="*/ 0 h 39"/>
                <a:gd name="T16" fmla="*/ 7 w 68"/>
                <a:gd name="T17" fmla="*/ 34 h 3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39">
                  <a:moveTo>
                    <a:pt x="7" y="34"/>
                  </a:moveTo>
                  <a:cubicBezTo>
                    <a:pt x="9" y="33"/>
                    <a:pt x="12" y="37"/>
                    <a:pt x="12" y="37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1"/>
                    <a:pt x="25" y="37"/>
                    <a:pt x="51" y="33"/>
                  </a:cubicBezTo>
                  <a:cubicBezTo>
                    <a:pt x="46" y="22"/>
                    <a:pt x="54" y="20"/>
                    <a:pt x="54" y="20"/>
                  </a:cubicBezTo>
                  <a:cubicBezTo>
                    <a:pt x="54" y="20"/>
                    <a:pt x="56" y="39"/>
                    <a:pt x="56" y="38"/>
                  </a:cubicBezTo>
                  <a:cubicBezTo>
                    <a:pt x="57" y="34"/>
                    <a:pt x="61" y="34"/>
                    <a:pt x="61" y="34"/>
                  </a:cubicBezTo>
                  <a:cubicBezTo>
                    <a:pt x="61" y="34"/>
                    <a:pt x="68" y="0"/>
                    <a:pt x="34" y="0"/>
                  </a:cubicBezTo>
                  <a:cubicBezTo>
                    <a:pt x="0" y="0"/>
                    <a:pt x="7" y="33"/>
                    <a:pt x="7" y="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任意多边形: 形状 23" descr="1dce9d60-b336-41a9-9b7a-aecf75de63bc"/>
            <p:cNvSpPr/>
            <p:nvPr/>
          </p:nvSpPr>
          <p:spPr bwMode="auto">
            <a:xfrm>
              <a:off x="6646068" y="2684463"/>
              <a:ext cx="34925" cy="15875"/>
            </a:xfrm>
            <a:custGeom>
              <a:gdLst>
                <a:gd name="T0" fmla="*/ 6 w 13"/>
                <a:gd name="T1" fmla="*/ 6 h 6"/>
                <a:gd name="T2" fmla="*/ 13 w 13"/>
                <a:gd name="T3" fmla="*/ 3 h 6"/>
                <a:gd name="T4" fmla="*/ 8 w 13"/>
                <a:gd name="T5" fmla="*/ 0 h 6"/>
                <a:gd name="T6" fmla="*/ 6 w 13"/>
                <a:gd name="T7" fmla="*/ 1 h 6"/>
                <a:gd name="T8" fmla="*/ 4 w 13"/>
                <a:gd name="T9" fmla="*/ 0 h 6"/>
                <a:gd name="T10" fmla="*/ 0 w 13"/>
                <a:gd name="T11" fmla="*/ 3 h 6"/>
                <a:gd name="T12" fmla="*/ 6 w 13"/>
                <a:gd name="T13" fmla="*/ 6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6">
                  <a:moveTo>
                    <a:pt x="6" y="6"/>
                  </a:moveTo>
                  <a:cubicBezTo>
                    <a:pt x="10" y="6"/>
                    <a:pt x="13" y="3"/>
                    <a:pt x="13" y="3"/>
                  </a:cubicBezTo>
                  <a:cubicBezTo>
                    <a:pt x="13" y="2"/>
                    <a:pt x="9" y="0"/>
                    <a:pt x="8" y="0"/>
                  </a:cubicBezTo>
                  <a:cubicBezTo>
                    <a:pt x="8" y="0"/>
                    <a:pt x="7" y="1"/>
                    <a:pt x="6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0" y="2"/>
                    <a:pt x="0" y="3"/>
                  </a:cubicBezTo>
                  <a:cubicBezTo>
                    <a:pt x="0" y="3"/>
                    <a:pt x="3" y="6"/>
                    <a:pt x="6" y="6"/>
                  </a:cubicBezTo>
                  <a:close/>
                </a:path>
              </a:pathLst>
            </a:custGeom>
            <a:solidFill>
              <a:srgbClr val="C2676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任意多边形: 形状 24" descr="1e66ad79-8e0d-4728-9624-041c2190e138"/>
            <p:cNvSpPr/>
            <p:nvPr/>
          </p:nvSpPr>
          <p:spPr bwMode="auto">
            <a:xfrm>
              <a:off x="6546056" y="2736851"/>
              <a:ext cx="238125" cy="382588"/>
            </a:xfrm>
            <a:custGeom>
              <a:gdLst>
                <a:gd name="T0" fmla="*/ 7 w 88"/>
                <a:gd name="T1" fmla="*/ 118 h 141"/>
                <a:gd name="T2" fmla="*/ 0 w 88"/>
                <a:gd name="T3" fmla="*/ 141 h 141"/>
                <a:gd name="T4" fmla="*/ 88 w 88"/>
                <a:gd name="T5" fmla="*/ 141 h 141"/>
                <a:gd name="T6" fmla="*/ 80 w 88"/>
                <a:gd name="T7" fmla="*/ 115 h 141"/>
                <a:gd name="T8" fmla="*/ 76 w 88"/>
                <a:gd name="T9" fmla="*/ 54 h 141"/>
                <a:gd name="T10" fmla="*/ 81 w 88"/>
                <a:gd name="T11" fmla="*/ 40 h 141"/>
                <a:gd name="T12" fmla="*/ 77 w 88"/>
                <a:gd name="T13" fmla="*/ 29 h 141"/>
                <a:gd name="T14" fmla="*/ 83 w 88"/>
                <a:gd name="T15" fmla="*/ 8 h 141"/>
                <a:gd name="T16" fmla="*/ 57 w 88"/>
                <a:gd name="T17" fmla="*/ 0 h 141"/>
                <a:gd name="T18" fmla="*/ 57 w 88"/>
                <a:gd name="T19" fmla="*/ 0 h 141"/>
                <a:gd name="T20" fmla="*/ 55 w 88"/>
                <a:gd name="T21" fmla="*/ 0 h 141"/>
                <a:gd name="T22" fmla="*/ 45 w 88"/>
                <a:gd name="T23" fmla="*/ 12 h 141"/>
                <a:gd name="T24" fmla="*/ 44 w 88"/>
                <a:gd name="T25" fmla="*/ 13 h 141"/>
                <a:gd name="T26" fmla="*/ 42 w 88"/>
                <a:gd name="T27" fmla="*/ 12 h 141"/>
                <a:gd name="T28" fmla="*/ 32 w 88"/>
                <a:gd name="T29" fmla="*/ 0 h 141"/>
                <a:gd name="T30" fmla="*/ 30 w 88"/>
                <a:gd name="T31" fmla="*/ 0 h 141"/>
                <a:gd name="T32" fmla="*/ 30 w 88"/>
                <a:gd name="T33" fmla="*/ 0 h 141"/>
                <a:gd name="T34" fmla="*/ 4 w 88"/>
                <a:gd name="T35" fmla="*/ 8 h 141"/>
                <a:gd name="T36" fmla="*/ 9 w 88"/>
                <a:gd name="T37" fmla="*/ 30 h 141"/>
                <a:gd name="T38" fmla="*/ 6 w 88"/>
                <a:gd name="T39" fmla="*/ 40 h 141"/>
                <a:gd name="T40" fmla="*/ 11 w 88"/>
                <a:gd name="T41" fmla="*/ 54 h 141"/>
                <a:gd name="T42" fmla="*/ 7 w 88"/>
                <a:gd name="T43" fmla="*/ 118 h 1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8" h="141">
                  <a:moveTo>
                    <a:pt x="7" y="118"/>
                  </a:moveTo>
                  <a:cubicBezTo>
                    <a:pt x="0" y="141"/>
                    <a:pt x="0" y="141"/>
                    <a:pt x="0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75" y="85"/>
                    <a:pt x="76" y="54"/>
                  </a:cubicBezTo>
                  <a:cubicBezTo>
                    <a:pt x="79" y="50"/>
                    <a:pt x="81" y="45"/>
                    <a:pt x="81" y="40"/>
                  </a:cubicBezTo>
                  <a:cubicBezTo>
                    <a:pt x="81" y="36"/>
                    <a:pt x="80" y="33"/>
                    <a:pt x="77" y="29"/>
                  </a:cubicBezTo>
                  <a:cubicBezTo>
                    <a:pt x="79" y="21"/>
                    <a:pt x="80" y="14"/>
                    <a:pt x="83" y="8"/>
                  </a:cubicBezTo>
                  <a:cubicBezTo>
                    <a:pt x="81" y="6"/>
                    <a:pt x="58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6" y="0"/>
                    <a:pt x="56" y="0"/>
                    <a:pt x="55" y="0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5" y="13"/>
                    <a:pt x="44" y="13"/>
                    <a:pt x="44" y="13"/>
                  </a:cubicBezTo>
                  <a:cubicBezTo>
                    <a:pt x="43" y="13"/>
                    <a:pt x="43" y="13"/>
                    <a:pt x="42" y="1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0"/>
                    <a:pt x="6" y="6"/>
                    <a:pt x="4" y="8"/>
                  </a:cubicBezTo>
                  <a:cubicBezTo>
                    <a:pt x="7" y="15"/>
                    <a:pt x="8" y="22"/>
                    <a:pt x="9" y="30"/>
                  </a:cubicBezTo>
                  <a:cubicBezTo>
                    <a:pt x="7" y="33"/>
                    <a:pt x="6" y="37"/>
                    <a:pt x="6" y="40"/>
                  </a:cubicBezTo>
                  <a:cubicBezTo>
                    <a:pt x="6" y="45"/>
                    <a:pt x="8" y="50"/>
                    <a:pt x="11" y="54"/>
                  </a:cubicBezTo>
                  <a:cubicBezTo>
                    <a:pt x="13" y="88"/>
                    <a:pt x="7" y="118"/>
                    <a:pt x="7" y="11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椭圆 25" descr="05c6fd0b-fd59-4248-a0d7-184110849b1e"/>
            <p:cNvSpPr>
              <a:spLocks noChangeArrowheads="1"/>
            </p:cNvSpPr>
            <p:nvPr/>
          </p:nvSpPr>
          <p:spPr bwMode="auto">
            <a:xfrm>
              <a:off x="6660356" y="2779713"/>
              <a:ext cx="9525" cy="14288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椭圆 26" descr="0c6cc8a0-1c39-456c-a851-408d90ddc4bd"/>
            <p:cNvSpPr>
              <a:spLocks noChangeArrowheads="1"/>
            </p:cNvSpPr>
            <p:nvPr/>
          </p:nvSpPr>
          <p:spPr bwMode="auto">
            <a:xfrm>
              <a:off x="6680993" y="2776538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椭圆 27" descr="75b5dbd9-56b5-42ab-9cf9-5388cec46a13"/>
            <p:cNvSpPr>
              <a:spLocks noChangeArrowheads="1"/>
            </p:cNvSpPr>
            <p:nvPr/>
          </p:nvSpPr>
          <p:spPr bwMode="auto">
            <a:xfrm>
              <a:off x="6698456" y="2760663"/>
              <a:ext cx="9525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椭圆 28" descr="e10444cb-f792-4e82-9b28-90743f5b7d35"/>
            <p:cNvSpPr>
              <a:spLocks noChangeArrowheads="1"/>
            </p:cNvSpPr>
            <p:nvPr/>
          </p:nvSpPr>
          <p:spPr bwMode="auto">
            <a:xfrm>
              <a:off x="6703218" y="2741613"/>
              <a:ext cx="12700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椭圆 29" descr="c2b4d83b-a22e-43af-ae15-fc9d43c7ea71"/>
            <p:cNvSpPr>
              <a:spLocks noChangeArrowheads="1"/>
            </p:cNvSpPr>
            <p:nvPr/>
          </p:nvSpPr>
          <p:spPr bwMode="auto">
            <a:xfrm>
              <a:off x="6634956" y="2776538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椭圆 30" descr="582108a8-ceb5-479d-bb07-bf8d8bb1ed9c"/>
            <p:cNvSpPr>
              <a:spLocks noChangeArrowheads="1"/>
            </p:cNvSpPr>
            <p:nvPr/>
          </p:nvSpPr>
          <p:spPr bwMode="auto">
            <a:xfrm>
              <a:off x="6622256" y="2760663"/>
              <a:ext cx="9525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椭圆 31" descr="84043c07-02bc-4a40-a085-211e7b203fbd"/>
            <p:cNvSpPr>
              <a:spLocks noChangeArrowheads="1"/>
            </p:cNvSpPr>
            <p:nvPr/>
          </p:nvSpPr>
          <p:spPr bwMode="auto">
            <a:xfrm>
              <a:off x="6612731" y="2741613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任意多边形: 形状 32" descr="4d50b605-0177-4af3-aaf0-b994d400d262"/>
            <p:cNvSpPr/>
            <p:nvPr/>
          </p:nvSpPr>
          <p:spPr bwMode="auto">
            <a:xfrm>
              <a:off x="6615906" y="2738438"/>
              <a:ext cx="98425" cy="49213"/>
            </a:xfrm>
            <a:custGeom>
              <a:gdLst>
                <a:gd name="T0" fmla="*/ 18 w 36"/>
                <a:gd name="T1" fmla="*/ 18 h 18"/>
                <a:gd name="T2" fmla="*/ 0 w 36"/>
                <a:gd name="T3" fmla="*/ 0 h 18"/>
                <a:gd name="T4" fmla="*/ 0 w 36"/>
                <a:gd name="T5" fmla="*/ 0 h 18"/>
                <a:gd name="T6" fmla="*/ 1 w 36"/>
                <a:gd name="T7" fmla="*/ 0 h 18"/>
                <a:gd name="T8" fmla="*/ 18 w 36"/>
                <a:gd name="T9" fmla="*/ 17 h 18"/>
                <a:gd name="T10" fmla="*/ 35 w 36"/>
                <a:gd name="T11" fmla="*/ 0 h 18"/>
                <a:gd name="T12" fmla="*/ 35 w 36"/>
                <a:gd name="T13" fmla="*/ 0 h 18"/>
                <a:gd name="T14" fmla="*/ 36 w 36"/>
                <a:gd name="T15" fmla="*/ 0 h 18"/>
                <a:gd name="T16" fmla="*/ 18 w 36"/>
                <a:gd name="T17" fmla="*/ 1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8">
                  <a:moveTo>
                    <a:pt x="18" y="18"/>
                  </a:moveTo>
                  <a:cubicBezTo>
                    <a:pt x="2" y="18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3" y="17"/>
                    <a:pt x="18" y="17"/>
                  </a:cubicBezTo>
                  <a:cubicBezTo>
                    <a:pt x="33" y="17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4" y="18"/>
                    <a:pt x="18" y="18"/>
                  </a:cubicBez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任意多边形: 形状 33" descr="98ef8264-f3f8-4c17-8555-0b570148071e"/>
            <p:cNvSpPr/>
            <p:nvPr/>
          </p:nvSpPr>
          <p:spPr bwMode="auto">
            <a:xfrm>
              <a:off x="5636418" y="3713163"/>
              <a:ext cx="174625" cy="58738"/>
            </a:xfrm>
            <a:custGeom>
              <a:gdLst>
                <a:gd name="T0" fmla="*/ 32 w 64"/>
                <a:gd name="T1" fmla="*/ 0 h 22"/>
                <a:gd name="T2" fmla="*/ 62 w 64"/>
                <a:gd name="T3" fmla="*/ 15 h 22"/>
                <a:gd name="T4" fmla="*/ 62 w 64"/>
                <a:gd name="T5" fmla="*/ 22 h 22"/>
                <a:gd name="T6" fmla="*/ 0 w 64"/>
                <a:gd name="T7" fmla="*/ 22 h 22"/>
                <a:gd name="T8" fmla="*/ 0 w 64"/>
                <a:gd name="T9" fmla="*/ 0 h 22"/>
                <a:gd name="T10" fmla="*/ 32 w 64"/>
                <a:gd name="T11" fmla="*/ 0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2">
                  <a:moveTo>
                    <a:pt x="32" y="0"/>
                  </a:moveTo>
                  <a:cubicBezTo>
                    <a:pt x="32" y="0"/>
                    <a:pt x="61" y="13"/>
                    <a:pt x="62" y="15"/>
                  </a:cubicBezTo>
                  <a:cubicBezTo>
                    <a:pt x="64" y="16"/>
                    <a:pt x="62" y="22"/>
                    <a:pt x="6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任意多边形: 形状 34" descr="ce2bfedb-7129-48e5-8420-72e25a98425e"/>
            <p:cNvSpPr/>
            <p:nvPr/>
          </p:nvSpPr>
          <p:spPr bwMode="auto">
            <a:xfrm>
              <a:off x="5463381" y="3713163"/>
              <a:ext cx="173038" cy="58738"/>
            </a:xfrm>
            <a:custGeom>
              <a:gdLst>
                <a:gd name="T0" fmla="*/ 31 w 64"/>
                <a:gd name="T1" fmla="*/ 0 h 22"/>
                <a:gd name="T2" fmla="*/ 1 w 64"/>
                <a:gd name="T3" fmla="*/ 15 h 22"/>
                <a:gd name="T4" fmla="*/ 1 w 64"/>
                <a:gd name="T5" fmla="*/ 22 h 22"/>
                <a:gd name="T6" fmla="*/ 64 w 64"/>
                <a:gd name="T7" fmla="*/ 22 h 22"/>
                <a:gd name="T8" fmla="*/ 64 w 64"/>
                <a:gd name="T9" fmla="*/ 0 h 22"/>
                <a:gd name="T10" fmla="*/ 31 w 64"/>
                <a:gd name="T11" fmla="*/ 0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2">
                  <a:moveTo>
                    <a:pt x="31" y="0"/>
                  </a:moveTo>
                  <a:cubicBezTo>
                    <a:pt x="31" y="0"/>
                    <a:pt x="3" y="13"/>
                    <a:pt x="1" y="15"/>
                  </a:cubicBezTo>
                  <a:cubicBezTo>
                    <a:pt x="0" y="16"/>
                    <a:pt x="1" y="22"/>
                    <a:pt x="1" y="22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0"/>
                    <a:pt x="64" y="0"/>
                    <a:pt x="64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任意多边形: 形状 35" descr="fcd781c8-cf4a-4e3d-8940-612dfdb1aa8f"/>
            <p:cNvSpPr/>
            <p:nvPr/>
          </p:nvSpPr>
          <p:spPr bwMode="auto">
            <a:xfrm>
              <a:off x="5506243" y="3024188"/>
              <a:ext cx="261938" cy="688975"/>
            </a:xfrm>
            <a:custGeom>
              <a:gdLst>
                <a:gd name="T0" fmla="*/ 0 w 165"/>
                <a:gd name="T1" fmla="*/ 79 h 434"/>
                <a:gd name="T2" fmla="*/ 24 w 165"/>
                <a:gd name="T3" fmla="*/ 434 h 434"/>
                <a:gd name="T4" fmla="*/ 82 w 165"/>
                <a:gd name="T5" fmla="*/ 434 h 434"/>
                <a:gd name="T6" fmla="*/ 137 w 165"/>
                <a:gd name="T7" fmla="*/ 434 h 434"/>
                <a:gd name="T8" fmla="*/ 165 w 165"/>
                <a:gd name="T9" fmla="*/ 79 h 434"/>
                <a:gd name="T10" fmla="*/ 149 w 165"/>
                <a:gd name="T11" fmla="*/ 0 h 434"/>
                <a:gd name="T12" fmla="*/ 16 w 165"/>
                <a:gd name="T13" fmla="*/ 0 h 434"/>
                <a:gd name="T14" fmla="*/ 0 w 165"/>
                <a:gd name="T15" fmla="*/ 79 h 4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433">
                  <a:moveTo>
                    <a:pt x="0" y="79"/>
                  </a:moveTo>
                  <a:lnTo>
                    <a:pt x="24" y="434"/>
                  </a:lnTo>
                  <a:lnTo>
                    <a:pt x="82" y="434"/>
                  </a:lnTo>
                  <a:lnTo>
                    <a:pt x="137" y="434"/>
                  </a:lnTo>
                  <a:lnTo>
                    <a:pt x="165" y="79"/>
                  </a:lnTo>
                  <a:lnTo>
                    <a:pt x="149" y="0"/>
                  </a:lnTo>
                  <a:lnTo>
                    <a:pt x="16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矩形 36" descr="e8d1da8a-1eb6-41b9-8c8d-23d4327cae8a"/>
            <p:cNvSpPr>
              <a:spLocks noChangeArrowheads="1"/>
            </p:cNvSpPr>
            <p:nvPr/>
          </p:nvSpPr>
          <p:spPr bwMode="auto">
            <a:xfrm>
              <a:off x="5607843" y="2627313"/>
              <a:ext cx="61913" cy="109538"/>
            </a:xfrm>
            <a:prstGeom prst="rect">
              <a:avLst/>
            </a:prstGeom>
            <a:solidFill>
              <a:srgbClr val="B3807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任意多边形: 形状 37" descr="1cc98e75-93a9-4050-a033-9d1ca910ef1a"/>
            <p:cNvSpPr/>
            <p:nvPr/>
          </p:nvSpPr>
          <p:spPr bwMode="auto">
            <a:xfrm>
              <a:off x="5437981" y="2859088"/>
              <a:ext cx="68263" cy="371475"/>
            </a:xfrm>
            <a:custGeom>
              <a:gdLst>
                <a:gd name="T0" fmla="*/ 20 w 25"/>
                <a:gd name="T1" fmla="*/ 119 h 137"/>
                <a:gd name="T2" fmla="*/ 23 w 25"/>
                <a:gd name="T3" fmla="*/ 115 h 137"/>
                <a:gd name="T4" fmla="*/ 18 w 25"/>
                <a:gd name="T5" fmla="*/ 108 h 137"/>
                <a:gd name="T6" fmla="*/ 17 w 25"/>
                <a:gd name="T7" fmla="*/ 108 h 137"/>
                <a:gd name="T8" fmla="*/ 18 w 25"/>
                <a:gd name="T9" fmla="*/ 108 h 137"/>
                <a:gd name="T10" fmla="*/ 19 w 25"/>
                <a:gd name="T11" fmla="*/ 47 h 137"/>
                <a:gd name="T12" fmla="*/ 19 w 25"/>
                <a:gd name="T13" fmla="*/ 34 h 137"/>
                <a:gd name="T14" fmla="*/ 24 w 25"/>
                <a:gd name="T15" fmla="*/ 5 h 137"/>
                <a:gd name="T16" fmla="*/ 4 w 25"/>
                <a:gd name="T17" fmla="*/ 0 h 137"/>
                <a:gd name="T18" fmla="*/ 0 w 25"/>
                <a:gd name="T19" fmla="*/ 36 h 137"/>
                <a:gd name="T20" fmla="*/ 5 w 25"/>
                <a:gd name="T21" fmla="*/ 107 h 137"/>
                <a:gd name="T22" fmla="*/ 0 w 25"/>
                <a:gd name="T23" fmla="*/ 125 h 137"/>
                <a:gd name="T24" fmla="*/ 13 w 25"/>
                <a:gd name="T25" fmla="*/ 137 h 137"/>
                <a:gd name="T26" fmla="*/ 25 w 25"/>
                <a:gd name="T27" fmla="*/ 126 h 137"/>
                <a:gd name="T28" fmla="*/ 20 w 25"/>
                <a:gd name="T29" fmla="*/ 119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137">
                  <a:moveTo>
                    <a:pt x="20" y="119"/>
                  </a:moveTo>
                  <a:cubicBezTo>
                    <a:pt x="20" y="119"/>
                    <a:pt x="22" y="118"/>
                    <a:pt x="23" y="115"/>
                  </a:cubicBezTo>
                  <a:cubicBezTo>
                    <a:pt x="23" y="112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5" y="114"/>
                    <a:pt x="0" y="121"/>
                    <a:pt x="0" y="125"/>
                  </a:cubicBezTo>
                  <a:cubicBezTo>
                    <a:pt x="3" y="129"/>
                    <a:pt x="8" y="137"/>
                    <a:pt x="13" y="137"/>
                  </a:cubicBezTo>
                  <a:cubicBezTo>
                    <a:pt x="17" y="135"/>
                    <a:pt x="23" y="132"/>
                    <a:pt x="25" y="126"/>
                  </a:cubicBezTo>
                  <a:cubicBezTo>
                    <a:pt x="24" y="122"/>
                    <a:pt x="20" y="119"/>
                    <a:pt x="20" y="119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任意多边形: 形状 38" descr="9d802836-2807-41ad-9b8c-11a8e226b100"/>
            <p:cNvSpPr/>
            <p:nvPr/>
          </p:nvSpPr>
          <p:spPr bwMode="auto">
            <a:xfrm>
              <a:off x="5441156" y="2859088"/>
              <a:ext cx="61913" cy="77788"/>
            </a:xfrm>
            <a:custGeom>
              <a:gdLst>
                <a:gd name="T0" fmla="*/ 39 w 39"/>
                <a:gd name="T1" fmla="*/ 8 h 49"/>
                <a:gd name="T2" fmla="*/ 33 w 39"/>
                <a:gd name="T3" fmla="*/ 49 h 49"/>
                <a:gd name="T4" fmla="*/ 0 w 39"/>
                <a:gd name="T5" fmla="*/ 43 h 49"/>
                <a:gd name="T6" fmla="*/ 5 w 39"/>
                <a:gd name="T7" fmla="*/ 0 h 49"/>
                <a:gd name="T8" fmla="*/ 39 w 39"/>
                <a:gd name="T9" fmla="*/ 8 h 4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9">
                  <a:moveTo>
                    <a:pt x="39" y="8"/>
                  </a:moveTo>
                  <a:lnTo>
                    <a:pt x="33" y="49"/>
                  </a:lnTo>
                  <a:lnTo>
                    <a:pt x="0" y="43"/>
                  </a:lnTo>
                  <a:lnTo>
                    <a:pt x="5" y="0"/>
                  </a:lnTo>
                  <a:lnTo>
                    <a:pt x="39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任意多边形: 形状 39" descr="aa0017d4-9196-47e2-a4e0-2b140d1acf00"/>
            <p:cNvSpPr/>
            <p:nvPr/>
          </p:nvSpPr>
          <p:spPr bwMode="auto">
            <a:xfrm>
              <a:off x="5769768" y="2867026"/>
              <a:ext cx="68263" cy="369888"/>
            </a:xfrm>
            <a:custGeom>
              <a:gdLst>
                <a:gd name="T0" fmla="*/ 5 w 25"/>
                <a:gd name="T1" fmla="*/ 118 h 136"/>
                <a:gd name="T2" fmla="*/ 2 w 25"/>
                <a:gd name="T3" fmla="*/ 114 h 136"/>
                <a:gd name="T4" fmla="*/ 7 w 25"/>
                <a:gd name="T5" fmla="*/ 107 h 136"/>
                <a:gd name="T6" fmla="*/ 8 w 25"/>
                <a:gd name="T7" fmla="*/ 107 h 136"/>
                <a:gd name="T8" fmla="*/ 7 w 25"/>
                <a:gd name="T9" fmla="*/ 107 h 136"/>
                <a:gd name="T10" fmla="*/ 6 w 25"/>
                <a:gd name="T11" fmla="*/ 46 h 136"/>
                <a:gd name="T12" fmla="*/ 6 w 25"/>
                <a:gd name="T13" fmla="*/ 33 h 136"/>
                <a:gd name="T14" fmla="*/ 1 w 25"/>
                <a:gd name="T15" fmla="*/ 4 h 136"/>
                <a:gd name="T16" fmla="*/ 20 w 25"/>
                <a:gd name="T17" fmla="*/ 0 h 136"/>
                <a:gd name="T18" fmla="*/ 25 w 25"/>
                <a:gd name="T19" fmla="*/ 36 h 136"/>
                <a:gd name="T20" fmla="*/ 20 w 25"/>
                <a:gd name="T21" fmla="*/ 107 h 136"/>
                <a:gd name="T22" fmla="*/ 24 w 25"/>
                <a:gd name="T23" fmla="*/ 124 h 136"/>
                <a:gd name="T24" fmla="*/ 12 w 25"/>
                <a:gd name="T25" fmla="*/ 136 h 136"/>
                <a:gd name="T26" fmla="*/ 0 w 25"/>
                <a:gd name="T27" fmla="*/ 125 h 136"/>
                <a:gd name="T28" fmla="*/ 5 w 25"/>
                <a:gd name="T29" fmla="*/ 118 h 1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136">
                  <a:moveTo>
                    <a:pt x="5" y="118"/>
                  </a:moveTo>
                  <a:cubicBezTo>
                    <a:pt x="5" y="118"/>
                    <a:pt x="3" y="117"/>
                    <a:pt x="2" y="114"/>
                  </a:cubicBezTo>
                  <a:cubicBezTo>
                    <a:pt x="2" y="112"/>
                    <a:pt x="7" y="107"/>
                    <a:pt x="7" y="107"/>
                  </a:cubicBezTo>
                  <a:cubicBezTo>
                    <a:pt x="7" y="107"/>
                    <a:pt x="7" y="107"/>
                    <a:pt x="8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14"/>
                    <a:pt x="25" y="120"/>
                    <a:pt x="24" y="124"/>
                  </a:cubicBezTo>
                  <a:cubicBezTo>
                    <a:pt x="21" y="128"/>
                    <a:pt x="16" y="136"/>
                    <a:pt x="12" y="136"/>
                  </a:cubicBezTo>
                  <a:cubicBezTo>
                    <a:pt x="8" y="134"/>
                    <a:pt x="2" y="131"/>
                    <a:pt x="0" y="125"/>
                  </a:cubicBezTo>
                  <a:cubicBezTo>
                    <a:pt x="1" y="122"/>
                    <a:pt x="5" y="118"/>
                    <a:pt x="5" y="118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任意多边形: 形状 40" descr="9f6f8176-c3da-42b3-a490-c88118b1ab43"/>
            <p:cNvSpPr/>
            <p:nvPr/>
          </p:nvSpPr>
          <p:spPr bwMode="auto">
            <a:xfrm>
              <a:off x="5772943" y="2867026"/>
              <a:ext cx="61913" cy="76200"/>
            </a:xfrm>
            <a:custGeom>
              <a:gdLst>
                <a:gd name="T0" fmla="*/ 0 w 39"/>
                <a:gd name="T1" fmla="*/ 7 h 48"/>
                <a:gd name="T2" fmla="*/ 7 w 39"/>
                <a:gd name="T3" fmla="*/ 48 h 48"/>
                <a:gd name="T4" fmla="*/ 39 w 39"/>
                <a:gd name="T5" fmla="*/ 41 h 48"/>
                <a:gd name="T6" fmla="*/ 33 w 39"/>
                <a:gd name="T7" fmla="*/ 0 h 48"/>
                <a:gd name="T8" fmla="*/ 0 w 39"/>
                <a:gd name="T9" fmla="*/ 7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8">
                  <a:moveTo>
                    <a:pt x="0" y="7"/>
                  </a:moveTo>
                  <a:lnTo>
                    <a:pt x="7" y="48"/>
                  </a:lnTo>
                  <a:lnTo>
                    <a:pt x="39" y="41"/>
                  </a:lnTo>
                  <a:lnTo>
                    <a:pt x="33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任意多边形: 形状 41" descr="c4ad5044-3bd3-448f-958a-e51e30c42e6c"/>
            <p:cNvSpPr/>
            <p:nvPr/>
          </p:nvSpPr>
          <p:spPr bwMode="auto">
            <a:xfrm>
              <a:off x="5437981" y="2687638"/>
              <a:ext cx="396875" cy="442913"/>
            </a:xfrm>
            <a:custGeom>
              <a:gdLst>
                <a:gd name="T0" fmla="*/ 142 w 146"/>
                <a:gd name="T1" fmla="*/ 53 h 163"/>
                <a:gd name="T2" fmla="*/ 132 w 146"/>
                <a:gd name="T3" fmla="*/ 16 h 163"/>
                <a:gd name="T4" fmla="*/ 85 w 146"/>
                <a:gd name="T5" fmla="*/ 1 h 163"/>
                <a:gd name="T6" fmla="*/ 73 w 146"/>
                <a:gd name="T7" fmla="*/ 16 h 163"/>
                <a:gd name="T8" fmla="*/ 62 w 146"/>
                <a:gd name="T9" fmla="*/ 1 h 163"/>
                <a:gd name="T10" fmla="*/ 14 w 146"/>
                <a:gd name="T11" fmla="*/ 16 h 163"/>
                <a:gd name="T12" fmla="*/ 5 w 146"/>
                <a:gd name="T13" fmla="*/ 53 h 163"/>
                <a:gd name="T14" fmla="*/ 5 w 146"/>
                <a:gd name="T15" fmla="*/ 53 h 163"/>
                <a:gd name="T16" fmla="*/ 5 w 146"/>
                <a:gd name="T17" fmla="*/ 53 h 163"/>
                <a:gd name="T18" fmla="*/ 5 w 146"/>
                <a:gd name="T19" fmla="*/ 53 h 163"/>
                <a:gd name="T20" fmla="*/ 0 w 146"/>
                <a:gd name="T21" fmla="*/ 83 h 163"/>
                <a:gd name="T22" fmla="*/ 25 w 146"/>
                <a:gd name="T23" fmla="*/ 89 h 163"/>
                <a:gd name="T24" fmla="*/ 28 w 146"/>
                <a:gd name="T25" fmla="*/ 53 h 163"/>
                <a:gd name="T26" fmla="*/ 28 w 146"/>
                <a:gd name="T27" fmla="*/ 53 h 163"/>
                <a:gd name="T28" fmla="*/ 28 w 146"/>
                <a:gd name="T29" fmla="*/ 159 h 163"/>
                <a:gd name="T30" fmla="*/ 119 w 146"/>
                <a:gd name="T31" fmla="*/ 163 h 163"/>
                <a:gd name="T32" fmla="*/ 118 w 146"/>
                <a:gd name="T33" fmla="*/ 53 h 163"/>
                <a:gd name="T34" fmla="*/ 118 w 146"/>
                <a:gd name="T35" fmla="*/ 53 h 163"/>
                <a:gd name="T36" fmla="*/ 124 w 146"/>
                <a:gd name="T37" fmla="*/ 92 h 163"/>
                <a:gd name="T38" fmla="*/ 146 w 146"/>
                <a:gd name="T39" fmla="*/ 88 h 163"/>
                <a:gd name="T40" fmla="*/ 142 w 146"/>
                <a:gd name="T41" fmla="*/ 53 h 16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6" h="163">
                  <a:moveTo>
                    <a:pt x="142" y="53"/>
                  </a:moveTo>
                  <a:cubicBezTo>
                    <a:pt x="141" y="28"/>
                    <a:pt x="132" y="16"/>
                    <a:pt x="132" y="16"/>
                  </a:cubicBezTo>
                  <a:cubicBezTo>
                    <a:pt x="131" y="8"/>
                    <a:pt x="85" y="0"/>
                    <a:pt x="85" y="1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0"/>
                    <a:pt x="15" y="8"/>
                    <a:pt x="14" y="16"/>
                  </a:cubicBezTo>
                  <a:cubicBezTo>
                    <a:pt x="14" y="16"/>
                    <a:pt x="9" y="27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25" y="89"/>
                    <a:pt x="25" y="89"/>
                    <a:pt x="25" y="8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119" y="163"/>
                    <a:pt x="119" y="163"/>
                    <a:pt x="119" y="16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4" y="92"/>
                    <a:pt x="124" y="92"/>
                    <a:pt x="124" y="92"/>
                  </a:cubicBezTo>
                  <a:cubicBezTo>
                    <a:pt x="146" y="88"/>
                    <a:pt x="146" y="88"/>
                    <a:pt x="146" y="88"/>
                  </a:cubicBezTo>
                  <a:lnTo>
                    <a:pt x="142" y="53"/>
                  </a:lnTo>
                  <a:close/>
                </a:path>
              </a:pathLst>
            </a:custGeom>
            <a:solidFill>
              <a:srgbClr val="8DD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任意多边形: 形状 42" descr="13e8cb84-6466-4bec-b016-974679683b0b"/>
            <p:cNvSpPr/>
            <p:nvPr/>
          </p:nvSpPr>
          <p:spPr bwMode="auto">
            <a:xfrm>
              <a:off x="5476081" y="2687638"/>
              <a:ext cx="320675" cy="446088"/>
            </a:xfrm>
            <a:custGeom>
              <a:gdLst>
                <a:gd name="T0" fmla="*/ 118 w 118"/>
                <a:gd name="T1" fmla="*/ 16 h 164"/>
                <a:gd name="T2" fmla="*/ 71 w 118"/>
                <a:gd name="T3" fmla="*/ 1 h 164"/>
                <a:gd name="T4" fmla="*/ 59 w 118"/>
                <a:gd name="T5" fmla="*/ 19 h 164"/>
                <a:gd name="T6" fmla="*/ 48 w 118"/>
                <a:gd name="T7" fmla="*/ 1 h 164"/>
                <a:gd name="T8" fmla="*/ 0 w 118"/>
                <a:gd name="T9" fmla="*/ 16 h 164"/>
                <a:gd name="T10" fmla="*/ 14 w 118"/>
                <a:gd name="T11" fmla="*/ 53 h 164"/>
                <a:gd name="T12" fmla="*/ 14 w 118"/>
                <a:gd name="T13" fmla="*/ 53 h 164"/>
                <a:gd name="T14" fmla="*/ 12 w 118"/>
                <a:gd name="T15" fmla="*/ 162 h 164"/>
                <a:gd name="T16" fmla="*/ 106 w 118"/>
                <a:gd name="T17" fmla="*/ 164 h 164"/>
                <a:gd name="T18" fmla="*/ 104 w 118"/>
                <a:gd name="T19" fmla="*/ 53 h 164"/>
                <a:gd name="T20" fmla="*/ 104 w 118"/>
                <a:gd name="T21" fmla="*/ 53 h 164"/>
                <a:gd name="T22" fmla="*/ 118 w 118"/>
                <a:gd name="T23" fmla="*/ 16 h 16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8" h="164">
                  <a:moveTo>
                    <a:pt x="118" y="16"/>
                  </a:moveTo>
                  <a:cubicBezTo>
                    <a:pt x="117" y="6"/>
                    <a:pt x="71" y="0"/>
                    <a:pt x="71" y="1"/>
                  </a:cubicBezTo>
                  <a:cubicBezTo>
                    <a:pt x="71" y="1"/>
                    <a:pt x="79" y="19"/>
                    <a:pt x="59" y="19"/>
                  </a:cubicBezTo>
                  <a:cubicBezTo>
                    <a:pt x="40" y="19"/>
                    <a:pt x="48" y="1"/>
                    <a:pt x="48" y="1"/>
                  </a:cubicBezTo>
                  <a:cubicBezTo>
                    <a:pt x="47" y="0"/>
                    <a:pt x="1" y="6"/>
                    <a:pt x="0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06" y="164"/>
                    <a:pt x="106" y="164"/>
                    <a:pt x="106" y="164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104" y="53"/>
                    <a:pt x="104" y="53"/>
                    <a:pt x="104" y="53"/>
                  </a:cubicBezTo>
                  <a:lnTo>
                    <a:pt x="118" y="16"/>
                  </a:lnTo>
                  <a:close/>
                </a:path>
              </a:pathLst>
            </a:custGeom>
            <a:solidFill>
              <a:srgbClr val="583C3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任意多边形: 形状 43" descr="eb78c632-34ee-42ae-9428-2e258097d9d5"/>
            <p:cNvSpPr/>
            <p:nvPr/>
          </p:nvSpPr>
          <p:spPr bwMode="auto">
            <a:xfrm>
              <a:off x="5547518" y="2520951"/>
              <a:ext cx="184150" cy="131763"/>
            </a:xfrm>
            <a:custGeom>
              <a:gdLst>
                <a:gd name="T0" fmla="*/ 5 w 68"/>
                <a:gd name="T1" fmla="*/ 11 h 48"/>
                <a:gd name="T2" fmla="*/ 17 w 68"/>
                <a:gd name="T3" fmla="*/ 48 h 48"/>
                <a:gd name="T4" fmla="*/ 49 w 68"/>
                <a:gd name="T5" fmla="*/ 48 h 48"/>
                <a:gd name="T6" fmla="*/ 62 w 68"/>
                <a:gd name="T7" fmla="*/ 11 h 48"/>
                <a:gd name="T8" fmla="*/ 36 w 68"/>
                <a:gd name="T9" fmla="*/ 0 h 48"/>
                <a:gd name="T10" fmla="*/ 5 w 68"/>
                <a:gd name="T11" fmla="*/ 11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48">
                  <a:moveTo>
                    <a:pt x="5" y="11"/>
                  </a:moveTo>
                  <a:cubicBezTo>
                    <a:pt x="0" y="19"/>
                    <a:pt x="10" y="48"/>
                    <a:pt x="17" y="48"/>
                  </a:cubicBezTo>
                  <a:cubicBezTo>
                    <a:pt x="24" y="48"/>
                    <a:pt x="43" y="48"/>
                    <a:pt x="49" y="48"/>
                  </a:cubicBezTo>
                  <a:cubicBezTo>
                    <a:pt x="56" y="48"/>
                    <a:pt x="68" y="17"/>
                    <a:pt x="62" y="11"/>
                  </a:cubicBezTo>
                  <a:cubicBezTo>
                    <a:pt x="54" y="6"/>
                    <a:pt x="36" y="0"/>
                    <a:pt x="36" y="0"/>
                  </a:cubicBezTo>
                  <a:cubicBezTo>
                    <a:pt x="36" y="0"/>
                    <a:pt x="10" y="6"/>
                    <a:pt x="5" y="1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任意多边形: 形状 44" descr="c5101f58-78af-4ef2-8497-918e051731da"/>
            <p:cNvSpPr/>
            <p:nvPr/>
          </p:nvSpPr>
          <p:spPr bwMode="auto">
            <a:xfrm>
              <a:off x="5544343" y="2551113"/>
              <a:ext cx="34925" cy="49213"/>
            </a:xfrm>
            <a:custGeom>
              <a:gdLst>
                <a:gd name="T0" fmla="*/ 9 w 13"/>
                <a:gd name="T1" fmla="*/ 17 h 18"/>
                <a:gd name="T2" fmla="*/ 1 w 13"/>
                <a:gd name="T3" fmla="*/ 10 h 18"/>
                <a:gd name="T4" fmla="*/ 6 w 13"/>
                <a:gd name="T5" fmla="*/ 1 h 18"/>
                <a:gd name="T6" fmla="*/ 9 w 13"/>
                <a:gd name="T7" fmla="*/ 17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8">
                  <a:moveTo>
                    <a:pt x="9" y="17"/>
                  </a:moveTo>
                  <a:cubicBezTo>
                    <a:pt x="5" y="18"/>
                    <a:pt x="2" y="15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3" y="16"/>
                    <a:pt x="9" y="17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任意多边形: 形状 45" descr="47dff15a-7109-4266-a274-432feb63a521"/>
            <p:cNvSpPr/>
            <p:nvPr/>
          </p:nvSpPr>
          <p:spPr bwMode="auto">
            <a:xfrm>
              <a:off x="5693568" y="2551113"/>
              <a:ext cx="36513" cy="49213"/>
            </a:xfrm>
            <a:custGeom>
              <a:gdLst>
                <a:gd name="T0" fmla="*/ 4 w 13"/>
                <a:gd name="T1" fmla="*/ 17 h 18"/>
                <a:gd name="T2" fmla="*/ 12 w 13"/>
                <a:gd name="T3" fmla="*/ 10 h 18"/>
                <a:gd name="T4" fmla="*/ 7 w 13"/>
                <a:gd name="T5" fmla="*/ 1 h 18"/>
                <a:gd name="T6" fmla="*/ 4 w 13"/>
                <a:gd name="T7" fmla="*/ 17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8">
                  <a:moveTo>
                    <a:pt x="4" y="17"/>
                  </a:moveTo>
                  <a:cubicBezTo>
                    <a:pt x="7" y="18"/>
                    <a:pt x="11" y="15"/>
                    <a:pt x="12" y="10"/>
                  </a:cubicBezTo>
                  <a:cubicBezTo>
                    <a:pt x="13" y="6"/>
                    <a:pt x="11" y="2"/>
                    <a:pt x="7" y="1"/>
                  </a:cubicBezTo>
                  <a:cubicBezTo>
                    <a:pt x="3" y="0"/>
                    <a:pt x="0" y="16"/>
                    <a:pt x="4" y="17"/>
                  </a:cubicBezTo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任意多边形: 形状 46" descr="e3e26b35-66c7-4602-b414-4cd21ee91397"/>
            <p:cNvSpPr/>
            <p:nvPr/>
          </p:nvSpPr>
          <p:spPr bwMode="auto">
            <a:xfrm>
              <a:off x="5558631" y="2478088"/>
              <a:ext cx="160338" cy="195263"/>
            </a:xfrm>
            <a:custGeom>
              <a:gdLst>
                <a:gd name="T0" fmla="*/ 29 w 59"/>
                <a:gd name="T1" fmla="*/ 72 h 72"/>
                <a:gd name="T2" fmla="*/ 56 w 59"/>
                <a:gd name="T3" fmla="*/ 18 h 72"/>
                <a:gd name="T4" fmla="*/ 30 w 59"/>
                <a:gd name="T5" fmla="*/ 0 h 72"/>
                <a:gd name="T6" fmla="*/ 3 w 59"/>
                <a:gd name="T7" fmla="*/ 18 h 72"/>
                <a:gd name="T8" fmla="*/ 29 w 59"/>
                <a:gd name="T9" fmla="*/ 72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72">
                  <a:moveTo>
                    <a:pt x="29" y="72"/>
                  </a:moveTo>
                  <a:cubicBezTo>
                    <a:pt x="59" y="72"/>
                    <a:pt x="56" y="18"/>
                    <a:pt x="56" y="18"/>
                  </a:cubicBezTo>
                  <a:cubicBezTo>
                    <a:pt x="56" y="18"/>
                    <a:pt x="54" y="0"/>
                    <a:pt x="30" y="0"/>
                  </a:cubicBezTo>
                  <a:cubicBezTo>
                    <a:pt x="8" y="0"/>
                    <a:pt x="3" y="18"/>
                    <a:pt x="3" y="18"/>
                  </a:cubicBezTo>
                  <a:cubicBezTo>
                    <a:pt x="3" y="18"/>
                    <a:pt x="0" y="72"/>
                    <a:pt x="29" y="72"/>
                  </a:cubicBezTo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任意多边形: 形状 47" descr="03515c4c-bed6-4914-8e9b-c051361bb851"/>
            <p:cNvSpPr/>
            <p:nvPr/>
          </p:nvSpPr>
          <p:spPr bwMode="auto">
            <a:xfrm>
              <a:off x="5533231" y="2452688"/>
              <a:ext cx="207963" cy="120650"/>
            </a:xfrm>
            <a:custGeom>
              <a:gdLst>
                <a:gd name="T0" fmla="*/ 9 w 76"/>
                <a:gd name="T1" fmla="*/ 38 h 44"/>
                <a:gd name="T2" fmla="*/ 14 w 76"/>
                <a:gd name="T3" fmla="*/ 42 h 44"/>
                <a:gd name="T4" fmla="*/ 15 w 76"/>
                <a:gd name="T5" fmla="*/ 23 h 44"/>
                <a:gd name="T6" fmla="*/ 51 w 76"/>
                <a:gd name="T7" fmla="*/ 17 h 44"/>
                <a:gd name="T8" fmla="*/ 61 w 76"/>
                <a:gd name="T9" fmla="*/ 23 h 44"/>
                <a:gd name="T10" fmla="*/ 63 w 76"/>
                <a:gd name="T11" fmla="*/ 43 h 44"/>
                <a:gd name="T12" fmla="*/ 68 w 76"/>
                <a:gd name="T13" fmla="*/ 38 h 44"/>
                <a:gd name="T14" fmla="*/ 38 w 76"/>
                <a:gd name="T15" fmla="*/ 0 h 44"/>
                <a:gd name="T16" fmla="*/ 9 w 76"/>
                <a:gd name="T17" fmla="*/ 38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44">
                  <a:moveTo>
                    <a:pt x="9" y="38"/>
                  </a:moveTo>
                  <a:cubicBezTo>
                    <a:pt x="11" y="37"/>
                    <a:pt x="14" y="42"/>
                    <a:pt x="14" y="42"/>
                  </a:cubicBezTo>
                  <a:cubicBezTo>
                    <a:pt x="14" y="42"/>
                    <a:pt x="14" y="25"/>
                    <a:pt x="15" y="23"/>
                  </a:cubicBezTo>
                  <a:cubicBezTo>
                    <a:pt x="23" y="7"/>
                    <a:pt x="33" y="35"/>
                    <a:pt x="51" y="17"/>
                  </a:cubicBezTo>
                  <a:cubicBezTo>
                    <a:pt x="59" y="14"/>
                    <a:pt x="61" y="23"/>
                    <a:pt x="61" y="23"/>
                  </a:cubicBezTo>
                  <a:cubicBezTo>
                    <a:pt x="61" y="23"/>
                    <a:pt x="63" y="44"/>
                    <a:pt x="63" y="43"/>
                  </a:cubicBezTo>
                  <a:cubicBezTo>
                    <a:pt x="64" y="38"/>
                    <a:pt x="68" y="38"/>
                    <a:pt x="68" y="38"/>
                  </a:cubicBezTo>
                  <a:cubicBezTo>
                    <a:pt x="68" y="38"/>
                    <a:pt x="76" y="0"/>
                    <a:pt x="38" y="0"/>
                  </a:cubicBezTo>
                  <a:cubicBezTo>
                    <a:pt x="0" y="0"/>
                    <a:pt x="9" y="37"/>
                    <a:pt x="9" y="3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任意多边形: 形状 48" descr="3041bb1e-69d7-4fdc-b7e7-401d4c541af9"/>
            <p:cNvSpPr/>
            <p:nvPr/>
          </p:nvSpPr>
          <p:spPr bwMode="auto">
            <a:xfrm>
              <a:off x="5604668" y="2608263"/>
              <a:ext cx="31750" cy="19050"/>
            </a:xfrm>
            <a:custGeom>
              <a:gdLst>
                <a:gd name="T0" fmla="*/ 12 w 12"/>
                <a:gd name="T1" fmla="*/ 5 h 7"/>
                <a:gd name="T2" fmla="*/ 0 w 12"/>
                <a:gd name="T3" fmla="*/ 7 h 7"/>
                <a:gd name="T4" fmla="*/ 0 w 12"/>
                <a:gd name="T5" fmla="*/ 6 h 7"/>
                <a:gd name="T6" fmla="*/ 7 w 12"/>
                <a:gd name="T7" fmla="*/ 1 h 7"/>
                <a:gd name="T8" fmla="*/ 12 w 12"/>
                <a:gd name="T9" fmla="*/ 0 h 7"/>
                <a:gd name="T10" fmla="*/ 12 w 12"/>
                <a:gd name="T11" fmla="*/ 5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7">
                  <a:moveTo>
                    <a:pt x="12" y="5"/>
                  </a:moveTo>
                  <a:cubicBezTo>
                    <a:pt x="11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3"/>
                    <a:pt x="4" y="1"/>
                    <a:pt x="7" y="1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任意多边形: 形状 49" descr="e9305916-1baf-4886-b08b-a49cf2595f93"/>
            <p:cNvSpPr/>
            <p:nvPr/>
          </p:nvSpPr>
          <p:spPr bwMode="auto">
            <a:xfrm>
              <a:off x="5636418" y="2608263"/>
              <a:ext cx="36513" cy="19050"/>
            </a:xfrm>
            <a:custGeom>
              <a:gdLst>
                <a:gd name="T0" fmla="*/ 0 w 13"/>
                <a:gd name="T1" fmla="*/ 5 h 7"/>
                <a:gd name="T2" fmla="*/ 13 w 13"/>
                <a:gd name="T3" fmla="*/ 7 h 7"/>
                <a:gd name="T4" fmla="*/ 13 w 13"/>
                <a:gd name="T5" fmla="*/ 5 h 7"/>
                <a:gd name="T6" fmla="*/ 6 w 13"/>
                <a:gd name="T7" fmla="*/ 0 h 7"/>
                <a:gd name="T8" fmla="*/ 0 w 13"/>
                <a:gd name="T9" fmla="*/ 0 h 7"/>
                <a:gd name="T10" fmla="*/ 0 w 13"/>
                <a:gd name="T11" fmla="*/ 5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7">
                  <a:moveTo>
                    <a:pt x="0" y="5"/>
                  </a:moveTo>
                  <a:cubicBezTo>
                    <a:pt x="2" y="7"/>
                    <a:pt x="13" y="7"/>
                    <a:pt x="13" y="7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任意多边形: 形状 50" descr="e6702ce4-3a0b-4ad9-91c0-f3670f82c3cb"/>
            <p:cNvSpPr/>
            <p:nvPr/>
          </p:nvSpPr>
          <p:spPr bwMode="auto">
            <a:xfrm>
              <a:off x="5571331" y="2543176"/>
              <a:ext cx="65088" cy="30163"/>
            </a:xfrm>
            <a:custGeom>
              <a:gdLst>
                <a:gd name="T0" fmla="*/ 22 w 24"/>
                <a:gd name="T1" fmla="*/ 2 h 11"/>
                <a:gd name="T2" fmla="*/ 1 w 24"/>
                <a:gd name="T3" fmla="*/ 4 h 11"/>
                <a:gd name="T4" fmla="*/ 1 w 24"/>
                <a:gd name="T5" fmla="*/ 11 h 11"/>
                <a:gd name="T6" fmla="*/ 1 w 24"/>
                <a:gd name="T7" fmla="*/ 11 h 11"/>
                <a:gd name="T8" fmla="*/ 2 w 24"/>
                <a:gd name="T9" fmla="*/ 6 h 11"/>
                <a:gd name="T10" fmla="*/ 21 w 24"/>
                <a:gd name="T11" fmla="*/ 4 h 11"/>
                <a:gd name="T12" fmla="*/ 22 w 24"/>
                <a:gd name="T13" fmla="*/ 10 h 11"/>
                <a:gd name="T14" fmla="*/ 22 w 24"/>
                <a:gd name="T15" fmla="*/ 10 h 11"/>
                <a:gd name="T16" fmla="*/ 22 w 24"/>
                <a:gd name="T17" fmla="*/ 2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11">
                  <a:moveTo>
                    <a:pt x="22" y="2"/>
                  </a:moveTo>
                  <a:cubicBezTo>
                    <a:pt x="21" y="0"/>
                    <a:pt x="2" y="2"/>
                    <a:pt x="1" y="4"/>
                  </a:cubicBezTo>
                  <a:cubicBezTo>
                    <a:pt x="0" y="6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3" y="3"/>
                    <a:pt x="19" y="2"/>
                    <a:pt x="21" y="4"/>
                  </a:cubicBezTo>
                  <a:cubicBezTo>
                    <a:pt x="22" y="5"/>
                    <a:pt x="22" y="7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4" y="6"/>
                    <a:pt x="22" y="2"/>
                  </a:cubicBezTo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任意多边形: 形状 51" descr="77b749c5-404a-402a-8b43-86031a886859"/>
            <p:cNvSpPr/>
            <p:nvPr/>
          </p:nvSpPr>
          <p:spPr bwMode="auto">
            <a:xfrm>
              <a:off x="5574506" y="2551113"/>
              <a:ext cx="57150" cy="49213"/>
            </a:xfrm>
            <a:custGeom>
              <a:gdLst>
                <a:gd name="T0" fmla="*/ 15 w 21"/>
                <a:gd name="T1" fmla="*/ 0 h 18"/>
                <a:gd name="T2" fmla="*/ 15 w 21"/>
                <a:gd name="T3" fmla="*/ 0 h 18"/>
                <a:gd name="T4" fmla="*/ 1 w 21"/>
                <a:gd name="T5" fmla="*/ 3 h 18"/>
                <a:gd name="T6" fmla="*/ 1 w 21"/>
                <a:gd name="T7" fmla="*/ 3 h 18"/>
                <a:gd name="T8" fmla="*/ 1 w 21"/>
                <a:gd name="T9" fmla="*/ 3 h 18"/>
                <a:gd name="T10" fmla="*/ 0 w 21"/>
                <a:gd name="T11" fmla="*/ 6 h 18"/>
                <a:gd name="T12" fmla="*/ 0 w 21"/>
                <a:gd name="T13" fmla="*/ 8 h 18"/>
                <a:gd name="T14" fmla="*/ 6 w 21"/>
                <a:gd name="T15" fmla="*/ 17 h 18"/>
                <a:gd name="T16" fmla="*/ 9 w 21"/>
                <a:gd name="T17" fmla="*/ 18 h 18"/>
                <a:gd name="T18" fmla="*/ 21 w 21"/>
                <a:gd name="T19" fmla="*/ 7 h 18"/>
                <a:gd name="T20" fmla="*/ 21 w 21"/>
                <a:gd name="T21" fmla="*/ 4 h 18"/>
                <a:gd name="T22" fmla="*/ 20 w 21"/>
                <a:gd name="T23" fmla="*/ 1 h 18"/>
                <a:gd name="T24" fmla="*/ 20 w 21"/>
                <a:gd name="T25" fmla="*/ 1 h 18"/>
                <a:gd name="T26" fmla="*/ 15 w 21"/>
                <a:gd name="T27" fmla="*/ 0 h 18"/>
                <a:gd name="T28" fmla="*/ 15 w 21"/>
                <a:gd name="T29" fmla="*/ 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8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9" y="0"/>
                    <a:pt x="2" y="1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1" y="11"/>
                    <a:pt x="2" y="16"/>
                    <a:pt x="6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16" y="18"/>
                    <a:pt x="20" y="12"/>
                    <a:pt x="21" y="7"/>
                  </a:cubicBezTo>
                  <a:cubicBezTo>
                    <a:pt x="21" y="6"/>
                    <a:pt x="21" y="5"/>
                    <a:pt x="21" y="4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18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ECCEC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任意多边形: 形状 52" descr="1f6450bf-fb47-4fe2-8bd1-a380b8d67df4"/>
            <p:cNvSpPr>
              <a:spLocks noEditPoints="1"/>
            </p:cNvSpPr>
            <p:nvPr/>
          </p:nvSpPr>
          <p:spPr bwMode="auto">
            <a:xfrm>
              <a:off x="5574506" y="2551113"/>
              <a:ext cx="57150" cy="15875"/>
            </a:xfrm>
            <a:custGeom>
              <a:gdLst>
                <a:gd name="T0" fmla="*/ 1 w 21"/>
                <a:gd name="T1" fmla="*/ 3 h 6"/>
                <a:gd name="T2" fmla="*/ 1 w 21"/>
                <a:gd name="T3" fmla="*/ 3 h 6"/>
                <a:gd name="T4" fmla="*/ 0 w 21"/>
                <a:gd name="T5" fmla="*/ 6 h 6"/>
                <a:gd name="T6" fmla="*/ 1 w 21"/>
                <a:gd name="T7" fmla="*/ 3 h 6"/>
                <a:gd name="T8" fmla="*/ 1 w 21"/>
                <a:gd name="T9" fmla="*/ 3 h 6"/>
                <a:gd name="T10" fmla="*/ 20 w 21"/>
                <a:gd name="T11" fmla="*/ 1 h 6"/>
                <a:gd name="T12" fmla="*/ 20 w 21"/>
                <a:gd name="T13" fmla="*/ 1 h 6"/>
                <a:gd name="T14" fmla="*/ 21 w 21"/>
                <a:gd name="T15" fmla="*/ 4 h 6"/>
                <a:gd name="T16" fmla="*/ 20 w 21"/>
                <a:gd name="T17" fmla="*/ 1 h 6"/>
                <a:gd name="T18" fmla="*/ 20 w 21"/>
                <a:gd name="T19" fmla="*/ 1 h 6"/>
                <a:gd name="T20" fmla="*/ 15 w 21"/>
                <a:gd name="T21" fmla="*/ 0 h 6"/>
                <a:gd name="T22" fmla="*/ 1 w 21"/>
                <a:gd name="T23" fmla="*/ 3 h 6"/>
                <a:gd name="T24" fmla="*/ 15 w 21"/>
                <a:gd name="T25" fmla="*/ 0 h 6"/>
                <a:gd name="T26" fmla="*/ 15 w 21"/>
                <a:gd name="T27" fmla="*/ 0 h 6"/>
                <a:gd name="T28" fmla="*/ 15 w 21"/>
                <a:gd name="T29" fmla="*/ 0 h 6"/>
                <a:gd name="T30" fmla="*/ 15 w 21"/>
                <a:gd name="T31" fmla="*/ 0 h 6"/>
                <a:gd name="T32" fmla="*/ 15 w 21"/>
                <a:gd name="T33" fmla="*/ 0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6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20" y="1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1" y="2"/>
                    <a:pt x="21" y="4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moveTo>
                    <a:pt x="15" y="0"/>
                  </a:moveTo>
                  <a:cubicBezTo>
                    <a:pt x="9" y="0"/>
                    <a:pt x="2" y="1"/>
                    <a:pt x="1" y="3"/>
                  </a:cubicBezTo>
                  <a:cubicBezTo>
                    <a:pt x="2" y="1"/>
                    <a:pt x="9" y="0"/>
                    <a:pt x="15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任意多边形: 形状 53" descr="c78c0161-9724-4e4f-bcd9-599be1bb8636"/>
            <p:cNvSpPr/>
            <p:nvPr/>
          </p:nvSpPr>
          <p:spPr bwMode="auto">
            <a:xfrm>
              <a:off x="5628481" y="2570163"/>
              <a:ext cx="6350" cy="7938"/>
            </a:xfrm>
            <a:custGeom>
              <a:gdLst>
                <a:gd name="T0" fmla="*/ 2 w 2"/>
                <a:gd name="T1" fmla="*/ 2 h 3"/>
                <a:gd name="T2" fmla="*/ 1 w 2"/>
                <a:gd name="T3" fmla="*/ 3 h 3"/>
                <a:gd name="T4" fmla="*/ 0 w 2"/>
                <a:gd name="T5" fmla="*/ 1 h 3"/>
                <a:gd name="T6" fmla="*/ 1 w 2"/>
                <a:gd name="T7" fmla="*/ 0 h 3"/>
                <a:gd name="T8" fmla="*/ 2 w 2"/>
                <a:gd name="T9" fmla="*/ 2 h 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任意多边形: 形状 54" descr="d918ad4c-0a4a-4cb3-9695-0fb95868a267"/>
            <p:cNvSpPr/>
            <p:nvPr/>
          </p:nvSpPr>
          <p:spPr bwMode="auto">
            <a:xfrm>
              <a:off x="5569743" y="2557463"/>
              <a:ext cx="4763" cy="7938"/>
            </a:xfrm>
            <a:custGeom>
              <a:gdLst>
                <a:gd name="T0" fmla="*/ 3 w 3"/>
                <a:gd name="T1" fmla="*/ 5 h 5"/>
                <a:gd name="T2" fmla="*/ 0 w 3"/>
                <a:gd name="T3" fmla="*/ 5 h 5"/>
                <a:gd name="T4" fmla="*/ 0 w 3"/>
                <a:gd name="T5" fmla="*/ 1 h 5"/>
                <a:gd name="T6" fmla="*/ 3 w 3"/>
                <a:gd name="T7" fmla="*/ 0 h 5"/>
                <a:gd name="T8" fmla="*/ 3 w 3"/>
                <a:gd name="T9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lnTo>
                    <a:pt x="0" y="5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5"/>
                  </a:lnTo>
                  <a:close/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任意多边形: 形状 55" descr="0b85194b-5ffc-41b3-a34d-2c93cc42be25"/>
            <p:cNvSpPr/>
            <p:nvPr/>
          </p:nvSpPr>
          <p:spPr bwMode="auto">
            <a:xfrm>
              <a:off x="5636418" y="2543176"/>
              <a:ext cx="68263" cy="30163"/>
            </a:xfrm>
            <a:custGeom>
              <a:gdLst>
                <a:gd name="T0" fmla="*/ 24 w 25"/>
                <a:gd name="T1" fmla="*/ 4 h 11"/>
                <a:gd name="T2" fmla="*/ 3 w 25"/>
                <a:gd name="T3" fmla="*/ 2 h 11"/>
                <a:gd name="T4" fmla="*/ 3 w 25"/>
                <a:gd name="T5" fmla="*/ 10 h 11"/>
                <a:gd name="T6" fmla="*/ 3 w 25"/>
                <a:gd name="T7" fmla="*/ 10 h 11"/>
                <a:gd name="T8" fmla="*/ 3 w 25"/>
                <a:gd name="T9" fmla="*/ 4 h 11"/>
                <a:gd name="T10" fmla="*/ 23 w 25"/>
                <a:gd name="T11" fmla="*/ 6 h 11"/>
                <a:gd name="T12" fmla="*/ 23 w 25"/>
                <a:gd name="T13" fmla="*/ 11 h 11"/>
                <a:gd name="T14" fmla="*/ 23 w 25"/>
                <a:gd name="T15" fmla="*/ 11 h 11"/>
                <a:gd name="T16" fmla="*/ 24 w 25"/>
                <a:gd name="T17" fmla="*/ 4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1">
                  <a:moveTo>
                    <a:pt x="24" y="4"/>
                  </a:moveTo>
                  <a:cubicBezTo>
                    <a:pt x="23" y="2"/>
                    <a:pt x="4" y="0"/>
                    <a:pt x="3" y="2"/>
                  </a:cubicBezTo>
                  <a:cubicBezTo>
                    <a:pt x="0" y="6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7"/>
                    <a:pt x="3" y="5"/>
                    <a:pt x="3" y="4"/>
                  </a:cubicBezTo>
                  <a:cubicBezTo>
                    <a:pt x="6" y="2"/>
                    <a:pt x="22" y="4"/>
                    <a:pt x="23" y="6"/>
                  </a:cubicBezTo>
                  <a:cubicBezTo>
                    <a:pt x="23" y="7"/>
                    <a:pt x="23" y="9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5" y="6"/>
                    <a:pt x="24" y="4"/>
                  </a:cubicBezTo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任意多边形: 形状 56" descr="467f1c35-6e39-4449-bde2-7394fc45aee8"/>
            <p:cNvSpPr/>
            <p:nvPr/>
          </p:nvSpPr>
          <p:spPr bwMode="auto">
            <a:xfrm>
              <a:off x="5645943" y="2551113"/>
              <a:ext cx="53975" cy="49213"/>
            </a:xfrm>
            <a:custGeom>
              <a:gdLst>
                <a:gd name="T0" fmla="*/ 6 w 20"/>
                <a:gd name="T1" fmla="*/ 0 h 18"/>
                <a:gd name="T2" fmla="*/ 6 w 20"/>
                <a:gd name="T3" fmla="*/ 0 h 18"/>
                <a:gd name="T4" fmla="*/ 1 w 20"/>
                <a:gd name="T5" fmla="*/ 1 h 18"/>
                <a:gd name="T6" fmla="*/ 0 w 20"/>
                <a:gd name="T7" fmla="*/ 1 h 18"/>
                <a:gd name="T8" fmla="*/ 0 w 20"/>
                <a:gd name="T9" fmla="*/ 1 h 18"/>
                <a:gd name="T10" fmla="*/ 0 w 20"/>
                <a:gd name="T11" fmla="*/ 4 h 18"/>
                <a:gd name="T12" fmla="*/ 0 w 20"/>
                <a:gd name="T13" fmla="*/ 7 h 18"/>
                <a:gd name="T14" fmla="*/ 12 w 20"/>
                <a:gd name="T15" fmla="*/ 18 h 18"/>
                <a:gd name="T16" fmla="*/ 14 w 20"/>
                <a:gd name="T17" fmla="*/ 18 h 18"/>
                <a:gd name="T18" fmla="*/ 20 w 20"/>
                <a:gd name="T19" fmla="*/ 8 h 18"/>
                <a:gd name="T20" fmla="*/ 20 w 20"/>
                <a:gd name="T21" fmla="*/ 6 h 18"/>
                <a:gd name="T22" fmla="*/ 20 w 20"/>
                <a:gd name="T23" fmla="*/ 3 h 18"/>
                <a:gd name="T24" fmla="*/ 20 w 20"/>
                <a:gd name="T25" fmla="*/ 3 h 18"/>
                <a:gd name="T26" fmla="*/ 20 w 20"/>
                <a:gd name="T27" fmla="*/ 3 h 18"/>
                <a:gd name="T28" fmla="*/ 20 w 20"/>
                <a:gd name="T29" fmla="*/ 3 h 18"/>
                <a:gd name="T30" fmla="*/ 20 w 20"/>
                <a:gd name="T31" fmla="*/ 3 h 18"/>
                <a:gd name="T32" fmla="*/ 20 w 20"/>
                <a:gd name="T33" fmla="*/ 3 h 18"/>
                <a:gd name="T34" fmla="*/ 6 w 20"/>
                <a:gd name="T35" fmla="*/ 0 h 18"/>
                <a:gd name="T36" fmla="*/ 6 w 20"/>
                <a:gd name="T37" fmla="*/ 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18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1" y="12"/>
                    <a:pt x="5" y="18"/>
                    <a:pt x="12" y="18"/>
                  </a:cubicBezTo>
                  <a:cubicBezTo>
                    <a:pt x="13" y="18"/>
                    <a:pt x="14" y="18"/>
                    <a:pt x="14" y="18"/>
                  </a:cubicBezTo>
                  <a:cubicBezTo>
                    <a:pt x="19" y="16"/>
                    <a:pt x="20" y="11"/>
                    <a:pt x="20" y="8"/>
                  </a:cubicBezTo>
                  <a:cubicBezTo>
                    <a:pt x="20" y="7"/>
                    <a:pt x="20" y="7"/>
                    <a:pt x="20" y="6"/>
                  </a:cubicBezTo>
                  <a:cubicBezTo>
                    <a:pt x="20" y="5"/>
                    <a:pt x="20" y="4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1"/>
                    <a:pt x="11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ECCEC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任意多边形: 形状 57" descr="0cf525bf-1627-46cb-85cf-e5d06a5bb751"/>
            <p:cNvSpPr>
              <a:spLocks noEditPoints="1"/>
            </p:cNvSpPr>
            <p:nvPr/>
          </p:nvSpPr>
          <p:spPr bwMode="auto">
            <a:xfrm>
              <a:off x="5645943" y="2551113"/>
              <a:ext cx="53975" cy="15875"/>
            </a:xfrm>
            <a:custGeom>
              <a:gdLst>
                <a:gd name="T0" fmla="*/ 20 w 20"/>
                <a:gd name="T1" fmla="*/ 3 h 6"/>
                <a:gd name="T2" fmla="*/ 20 w 20"/>
                <a:gd name="T3" fmla="*/ 3 h 6"/>
                <a:gd name="T4" fmla="*/ 20 w 20"/>
                <a:gd name="T5" fmla="*/ 6 h 6"/>
                <a:gd name="T6" fmla="*/ 20 w 20"/>
                <a:gd name="T7" fmla="*/ 3 h 6"/>
                <a:gd name="T8" fmla="*/ 20 w 20"/>
                <a:gd name="T9" fmla="*/ 3 h 6"/>
                <a:gd name="T10" fmla="*/ 20 w 20"/>
                <a:gd name="T11" fmla="*/ 3 h 6"/>
                <a:gd name="T12" fmla="*/ 20 w 20"/>
                <a:gd name="T13" fmla="*/ 3 h 6"/>
                <a:gd name="T14" fmla="*/ 20 w 20"/>
                <a:gd name="T15" fmla="*/ 3 h 6"/>
                <a:gd name="T16" fmla="*/ 20 w 20"/>
                <a:gd name="T17" fmla="*/ 3 h 6"/>
                <a:gd name="T18" fmla="*/ 20 w 20"/>
                <a:gd name="T19" fmla="*/ 3 h 6"/>
                <a:gd name="T20" fmla="*/ 20 w 20"/>
                <a:gd name="T21" fmla="*/ 3 h 6"/>
                <a:gd name="T22" fmla="*/ 0 w 20"/>
                <a:gd name="T23" fmla="*/ 1 h 6"/>
                <a:gd name="T24" fmla="*/ 0 w 20"/>
                <a:gd name="T25" fmla="*/ 1 h 6"/>
                <a:gd name="T26" fmla="*/ 0 w 20"/>
                <a:gd name="T27" fmla="*/ 4 h 6"/>
                <a:gd name="T28" fmla="*/ 0 w 20"/>
                <a:gd name="T29" fmla="*/ 1 h 6"/>
                <a:gd name="T30" fmla="*/ 0 w 20"/>
                <a:gd name="T31" fmla="*/ 1 h 6"/>
                <a:gd name="T32" fmla="*/ 6 w 20"/>
                <a:gd name="T33" fmla="*/ 0 h 6"/>
                <a:gd name="T34" fmla="*/ 1 w 20"/>
                <a:gd name="T35" fmla="*/ 1 h 6"/>
                <a:gd name="T36" fmla="*/ 6 w 20"/>
                <a:gd name="T37" fmla="*/ 0 h 6"/>
                <a:gd name="T38" fmla="*/ 6 w 20"/>
                <a:gd name="T39" fmla="*/ 0 h 6"/>
                <a:gd name="T40" fmla="*/ 6 w 20"/>
                <a:gd name="T41" fmla="*/ 0 h 6"/>
                <a:gd name="T42" fmla="*/ 6 w 20"/>
                <a:gd name="T43" fmla="*/ 0 h 6"/>
                <a:gd name="T44" fmla="*/ 6 w 20"/>
                <a:gd name="T45" fmla="*/ 0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6"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4"/>
                    <a:pt x="20" y="5"/>
                    <a:pt x="20" y="6"/>
                  </a:cubicBezTo>
                  <a:cubicBezTo>
                    <a:pt x="20" y="5"/>
                    <a:pt x="20" y="4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4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6" y="0"/>
                  </a:moveTo>
                  <a:cubicBezTo>
                    <a:pt x="3" y="0"/>
                    <a:pt x="1" y="0"/>
                    <a:pt x="1" y="1"/>
                  </a:cubicBezTo>
                  <a:cubicBezTo>
                    <a:pt x="1" y="0"/>
                    <a:pt x="3" y="0"/>
                    <a:pt x="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任意多边形: 形状 58" descr="efe9c3dd-7132-4d8a-9558-b803879354e6"/>
            <p:cNvSpPr/>
            <p:nvPr/>
          </p:nvSpPr>
          <p:spPr bwMode="auto">
            <a:xfrm>
              <a:off x="5639593" y="2566988"/>
              <a:ext cx="7938" cy="11113"/>
            </a:xfrm>
            <a:custGeom>
              <a:gdLst>
                <a:gd name="T0" fmla="*/ 1 w 3"/>
                <a:gd name="T1" fmla="*/ 3 h 4"/>
                <a:gd name="T2" fmla="*/ 2 w 3"/>
                <a:gd name="T3" fmla="*/ 4 h 4"/>
                <a:gd name="T4" fmla="*/ 3 w 3"/>
                <a:gd name="T5" fmla="*/ 2 h 4"/>
                <a:gd name="T6" fmla="*/ 1 w 3"/>
                <a:gd name="T7" fmla="*/ 1 h 4"/>
                <a:gd name="T8" fmla="*/ 1 w 3"/>
                <a:gd name="T9" fmla="*/ 3 h 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1" y="3"/>
                  </a:moveTo>
                  <a:cubicBezTo>
                    <a:pt x="1" y="4"/>
                    <a:pt x="2" y="4"/>
                    <a:pt x="2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2" y="1"/>
                    <a:pt x="2" y="0"/>
                    <a:pt x="1" y="1"/>
                  </a:cubicBezTo>
                  <a:cubicBezTo>
                    <a:pt x="1" y="1"/>
                    <a:pt x="0" y="2"/>
                    <a:pt x="1" y="3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任意多边形: 形状 59" descr="cf6dcaa1-a87f-474a-a2b5-1e9bbc211e61"/>
            <p:cNvSpPr/>
            <p:nvPr/>
          </p:nvSpPr>
          <p:spPr bwMode="auto">
            <a:xfrm>
              <a:off x="5703093" y="2557463"/>
              <a:ext cx="4763" cy="7938"/>
            </a:xfrm>
            <a:custGeom>
              <a:gdLst>
                <a:gd name="T0" fmla="*/ 0 w 3"/>
                <a:gd name="T1" fmla="*/ 5 h 5"/>
                <a:gd name="T2" fmla="*/ 3 w 3"/>
                <a:gd name="T3" fmla="*/ 5 h 5"/>
                <a:gd name="T4" fmla="*/ 3 w 3"/>
                <a:gd name="T5" fmla="*/ 1 h 5"/>
                <a:gd name="T6" fmla="*/ 0 w 3"/>
                <a:gd name="T7" fmla="*/ 0 h 5"/>
                <a:gd name="T8" fmla="*/ 0 w 3"/>
                <a:gd name="T9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5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矩形 60" descr="4b7e7c01-99ac-436d-855f-52401fe6f881"/>
            <p:cNvSpPr>
              <a:spLocks noChangeArrowheads="1"/>
            </p:cNvSpPr>
            <p:nvPr/>
          </p:nvSpPr>
          <p:spPr bwMode="auto">
            <a:xfrm>
              <a:off x="5631656" y="2562226"/>
              <a:ext cx="14288" cy="4763"/>
            </a:xfrm>
            <a:prstGeom prst="rect">
              <a:avLst/>
            </a:pr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矩形 61" descr="153fd01f-7c3a-4228-921c-f553de3771c1"/>
            <p:cNvSpPr>
              <a:spLocks noChangeArrowheads="1"/>
            </p:cNvSpPr>
            <p:nvPr/>
          </p:nvSpPr>
          <p:spPr bwMode="auto">
            <a:xfrm>
              <a:off x="5631656" y="2554288"/>
              <a:ext cx="14288" cy="7938"/>
            </a:xfrm>
            <a:prstGeom prst="rect">
              <a:avLst/>
            </a:pr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任意多边形: 形状 62" descr="0793d61a-23fd-43d5-ab32-8e51e0d6a2a5"/>
            <p:cNvSpPr/>
            <p:nvPr/>
          </p:nvSpPr>
          <p:spPr bwMode="auto">
            <a:xfrm>
              <a:off x="5914231" y="3702051"/>
              <a:ext cx="187325" cy="61913"/>
            </a:xfrm>
            <a:custGeom>
              <a:gdLst>
                <a:gd name="T0" fmla="*/ 35 w 69"/>
                <a:gd name="T1" fmla="*/ 0 h 23"/>
                <a:gd name="T2" fmla="*/ 68 w 69"/>
                <a:gd name="T3" fmla="*/ 16 h 23"/>
                <a:gd name="T4" fmla="*/ 68 w 69"/>
                <a:gd name="T5" fmla="*/ 23 h 23"/>
                <a:gd name="T6" fmla="*/ 0 w 69"/>
                <a:gd name="T7" fmla="*/ 23 h 23"/>
                <a:gd name="T8" fmla="*/ 0 w 69"/>
                <a:gd name="T9" fmla="*/ 0 h 23"/>
                <a:gd name="T10" fmla="*/ 35 w 69"/>
                <a:gd name="T11" fmla="*/ 0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23">
                  <a:moveTo>
                    <a:pt x="35" y="0"/>
                  </a:moveTo>
                  <a:cubicBezTo>
                    <a:pt x="35" y="0"/>
                    <a:pt x="66" y="14"/>
                    <a:pt x="68" y="16"/>
                  </a:cubicBezTo>
                  <a:cubicBezTo>
                    <a:pt x="69" y="18"/>
                    <a:pt x="68" y="23"/>
                    <a:pt x="68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任意多边形: 形状 63" descr="6646c1cb-1134-456e-93ce-8b205ab6fd72"/>
            <p:cNvSpPr/>
            <p:nvPr/>
          </p:nvSpPr>
          <p:spPr bwMode="auto">
            <a:xfrm>
              <a:off x="5726906" y="3702051"/>
              <a:ext cx="187325" cy="61913"/>
            </a:xfrm>
            <a:custGeom>
              <a:gdLst>
                <a:gd name="T0" fmla="*/ 34 w 69"/>
                <a:gd name="T1" fmla="*/ 0 h 23"/>
                <a:gd name="T2" fmla="*/ 1 w 69"/>
                <a:gd name="T3" fmla="*/ 16 h 23"/>
                <a:gd name="T4" fmla="*/ 1 w 69"/>
                <a:gd name="T5" fmla="*/ 23 h 23"/>
                <a:gd name="T6" fmla="*/ 69 w 69"/>
                <a:gd name="T7" fmla="*/ 23 h 23"/>
                <a:gd name="T8" fmla="*/ 69 w 69"/>
                <a:gd name="T9" fmla="*/ 0 h 23"/>
                <a:gd name="T10" fmla="*/ 34 w 69"/>
                <a:gd name="T11" fmla="*/ 0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23">
                  <a:moveTo>
                    <a:pt x="34" y="0"/>
                  </a:moveTo>
                  <a:cubicBezTo>
                    <a:pt x="34" y="0"/>
                    <a:pt x="3" y="14"/>
                    <a:pt x="1" y="16"/>
                  </a:cubicBezTo>
                  <a:cubicBezTo>
                    <a:pt x="0" y="18"/>
                    <a:pt x="1" y="23"/>
                    <a:pt x="1" y="23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0"/>
                    <a:pt x="69" y="0"/>
                    <a:pt x="69" y="0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任意多边形: 形状 64" descr="7361abaf-ae42-4cdf-9cb7-a4f673279fdd"/>
            <p:cNvSpPr/>
            <p:nvPr/>
          </p:nvSpPr>
          <p:spPr bwMode="auto">
            <a:xfrm>
              <a:off x="5772943" y="2954338"/>
              <a:ext cx="282575" cy="747713"/>
            </a:xfrm>
            <a:custGeom>
              <a:gdLst>
                <a:gd name="T0" fmla="*/ 0 w 178"/>
                <a:gd name="T1" fmla="*/ 85 h 471"/>
                <a:gd name="T2" fmla="*/ 27 w 178"/>
                <a:gd name="T3" fmla="*/ 471 h 471"/>
                <a:gd name="T4" fmla="*/ 89 w 178"/>
                <a:gd name="T5" fmla="*/ 471 h 471"/>
                <a:gd name="T6" fmla="*/ 149 w 178"/>
                <a:gd name="T7" fmla="*/ 471 h 471"/>
                <a:gd name="T8" fmla="*/ 178 w 178"/>
                <a:gd name="T9" fmla="*/ 85 h 471"/>
                <a:gd name="T10" fmla="*/ 161 w 178"/>
                <a:gd name="T11" fmla="*/ 0 h 471"/>
                <a:gd name="T12" fmla="*/ 17 w 178"/>
                <a:gd name="T13" fmla="*/ 0 h 471"/>
                <a:gd name="T14" fmla="*/ 0 w 178"/>
                <a:gd name="T15" fmla="*/ 85 h 4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8" h="471">
                  <a:moveTo>
                    <a:pt x="0" y="85"/>
                  </a:moveTo>
                  <a:lnTo>
                    <a:pt x="27" y="471"/>
                  </a:lnTo>
                  <a:lnTo>
                    <a:pt x="89" y="471"/>
                  </a:lnTo>
                  <a:lnTo>
                    <a:pt x="149" y="471"/>
                  </a:lnTo>
                  <a:lnTo>
                    <a:pt x="178" y="85"/>
                  </a:lnTo>
                  <a:lnTo>
                    <a:pt x="161" y="0"/>
                  </a:lnTo>
                  <a:lnTo>
                    <a:pt x="17" y="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333C4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矩形 65" descr="f87a815b-7909-4f11-bb45-758045de5ebd"/>
            <p:cNvSpPr>
              <a:spLocks noChangeArrowheads="1"/>
            </p:cNvSpPr>
            <p:nvPr/>
          </p:nvSpPr>
          <p:spPr bwMode="auto">
            <a:xfrm>
              <a:off x="5884068" y="2524126"/>
              <a:ext cx="60325" cy="122238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descr="55b9c824-2239-4929-82d2-1c9eb8e32a97"/>
            <p:cNvSpPr/>
            <p:nvPr/>
          </p:nvSpPr>
          <p:spPr bwMode="auto">
            <a:xfrm>
              <a:off x="5696743" y="2774951"/>
              <a:ext cx="76200" cy="401638"/>
            </a:xfrm>
            <a:custGeom>
              <a:gdLst>
                <a:gd name="T0" fmla="*/ 23 w 28"/>
                <a:gd name="T1" fmla="*/ 129 h 148"/>
                <a:gd name="T2" fmla="*/ 26 w 28"/>
                <a:gd name="T3" fmla="*/ 125 h 148"/>
                <a:gd name="T4" fmla="*/ 20 w 28"/>
                <a:gd name="T5" fmla="*/ 117 h 148"/>
                <a:gd name="T6" fmla="*/ 20 w 28"/>
                <a:gd name="T7" fmla="*/ 117 h 148"/>
                <a:gd name="T8" fmla="*/ 20 w 28"/>
                <a:gd name="T9" fmla="*/ 117 h 148"/>
                <a:gd name="T10" fmla="*/ 22 w 28"/>
                <a:gd name="T11" fmla="*/ 50 h 148"/>
                <a:gd name="T12" fmla="*/ 22 w 28"/>
                <a:gd name="T13" fmla="*/ 37 h 148"/>
                <a:gd name="T14" fmla="*/ 27 w 28"/>
                <a:gd name="T15" fmla="*/ 5 h 148"/>
                <a:gd name="T16" fmla="*/ 6 w 28"/>
                <a:gd name="T17" fmla="*/ 0 h 148"/>
                <a:gd name="T18" fmla="*/ 0 w 28"/>
                <a:gd name="T19" fmla="*/ 39 h 148"/>
                <a:gd name="T20" fmla="*/ 6 w 28"/>
                <a:gd name="T21" fmla="*/ 116 h 148"/>
                <a:gd name="T22" fmla="*/ 1 w 28"/>
                <a:gd name="T23" fmla="*/ 135 h 148"/>
                <a:gd name="T24" fmla="*/ 15 w 28"/>
                <a:gd name="T25" fmla="*/ 148 h 148"/>
                <a:gd name="T26" fmla="*/ 28 w 28"/>
                <a:gd name="T27" fmla="*/ 136 h 148"/>
                <a:gd name="T28" fmla="*/ 23 w 28"/>
                <a:gd name="T29" fmla="*/ 129 h 1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48">
                  <a:moveTo>
                    <a:pt x="23" y="129"/>
                  </a:moveTo>
                  <a:cubicBezTo>
                    <a:pt x="23" y="129"/>
                    <a:pt x="25" y="128"/>
                    <a:pt x="26" y="125"/>
                  </a:cubicBezTo>
                  <a:cubicBezTo>
                    <a:pt x="26" y="122"/>
                    <a:pt x="20" y="117"/>
                    <a:pt x="20" y="117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24"/>
                    <a:pt x="0" y="131"/>
                    <a:pt x="1" y="135"/>
                  </a:cubicBezTo>
                  <a:cubicBezTo>
                    <a:pt x="5" y="140"/>
                    <a:pt x="10" y="148"/>
                    <a:pt x="15" y="148"/>
                  </a:cubicBezTo>
                  <a:cubicBezTo>
                    <a:pt x="19" y="146"/>
                    <a:pt x="25" y="143"/>
                    <a:pt x="28" y="136"/>
                  </a:cubicBezTo>
                  <a:cubicBezTo>
                    <a:pt x="27" y="132"/>
                    <a:pt x="23" y="129"/>
                    <a:pt x="23" y="129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descr="2fb2d6f1-aeb4-4cd3-bba7-f2c5719d7e4b"/>
            <p:cNvSpPr/>
            <p:nvPr/>
          </p:nvSpPr>
          <p:spPr bwMode="auto">
            <a:xfrm>
              <a:off x="5703093" y="2774951"/>
              <a:ext cx="66675" cy="84138"/>
            </a:xfrm>
            <a:custGeom>
              <a:gdLst>
                <a:gd name="T0" fmla="*/ 42 w 42"/>
                <a:gd name="T1" fmla="*/ 8 h 53"/>
                <a:gd name="T2" fmla="*/ 36 w 42"/>
                <a:gd name="T3" fmla="*/ 53 h 53"/>
                <a:gd name="T4" fmla="*/ 0 w 42"/>
                <a:gd name="T5" fmla="*/ 44 h 53"/>
                <a:gd name="T6" fmla="*/ 6 w 42"/>
                <a:gd name="T7" fmla="*/ 0 h 53"/>
                <a:gd name="T8" fmla="*/ 42 w 42"/>
                <a:gd name="T9" fmla="*/ 8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2">
                  <a:moveTo>
                    <a:pt x="42" y="8"/>
                  </a:moveTo>
                  <a:lnTo>
                    <a:pt x="36" y="53"/>
                  </a:lnTo>
                  <a:lnTo>
                    <a:pt x="0" y="44"/>
                  </a:lnTo>
                  <a:lnTo>
                    <a:pt x="6" y="0"/>
                  </a:lnTo>
                  <a:lnTo>
                    <a:pt x="42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descr="ca56f895-57af-4026-a343-329b55ef1640"/>
            <p:cNvSpPr/>
            <p:nvPr/>
          </p:nvSpPr>
          <p:spPr bwMode="auto">
            <a:xfrm>
              <a:off x="6058693" y="2782888"/>
              <a:ext cx="76200" cy="401638"/>
            </a:xfrm>
            <a:custGeom>
              <a:gdLst>
                <a:gd name="T0" fmla="*/ 5 w 28"/>
                <a:gd name="T1" fmla="*/ 128 h 148"/>
                <a:gd name="T2" fmla="*/ 3 w 28"/>
                <a:gd name="T3" fmla="*/ 124 h 148"/>
                <a:gd name="T4" fmla="*/ 8 w 28"/>
                <a:gd name="T5" fmla="*/ 116 h 148"/>
                <a:gd name="T6" fmla="*/ 9 w 28"/>
                <a:gd name="T7" fmla="*/ 116 h 148"/>
                <a:gd name="T8" fmla="*/ 8 w 28"/>
                <a:gd name="T9" fmla="*/ 116 h 148"/>
                <a:gd name="T10" fmla="*/ 6 w 28"/>
                <a:gd name="T11" fmla="*/ 50 h 148"/>
                <a:gd name="T12" fmla="*/ 6 w 28"/>
                <a:gd name="T13" fmla="*/ 36 h 148"/>
                <a:gd name="T14" fmla="*/ 2 w 28"/>
                <a:gd name="T15" fmla="*/ 5 h 148"/>
                <a:gd name="T16" fmla="*/ 23 w 28"/>
                <a:gd name="T17" fmla="*/ 0 h 148"/>
                <a:gd name="T18" fmla="*/ 28 w 28"/>
                <a:gd name="T19" fmla="*/ 39 h 148"/>
                <a:gd name="T20" fmla="*/ 22 w 28"/>
                <a:gd name="T21" fmla="*/ 116 h 148"/>
                <a:gd name="T22" fmla="*/ 27 w 28"/>
                <a:gd name="T23" fmla="*/ 135 h 148"/>
                <a:gd name="T24" fmla="*/ 14 w 28"/>
                <a:gd name="T25" fmla="*/ 148 h 148"/>
                <a:gd name="T26" fmla="*/ 0 w 28"/>
                <a:gd name="T27" fmla="*/ 136 h 148"/>
                <a:gd name="T28" fmla="*/ 5 w 28"/>
                <a:gd name="T29" fmla="*/ 128 h 1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48">
                  <a:moveTo>
                    <a:pt x="5" y="128"/>
                  </a:moveTo>
                  <a:cubicBezTo>
                    <a:pt x="5" y="128"/>
                    <a:pt x="3" y="127"/>
                    <a:pt x="3" y="124"/>
                  </a:cubicBezTo>
                  <a:cubicBezTo>
                    <a:pt x="2" y="121"/>
                    <a:pt x="8" y="116"/>
                    <a:pt x="8" y="116"/>
                  </a:cubicBezTo>
                  <a:cubicBezTo>
                    <a:pt x="8" y="116"/>
                    <a:pt x="8" y="116"/>
                    <a:pt x="9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2" y="123"/>
                    <a:pt x="28" y="131"/>
                    <a:pt x="27" y="135"/>
                  </a:cubicBezTo>
                  <a:cubicBezTo>
                    <a:pt x="24" y="139"/>
                    <a:pt x="18" y="148"/>
                    <a:pt x="14" y="148"/>
                  </a:cubicBezTo>
                  <a:cubicBezTo>
                    <a:pt x="9" y="146"/>
                    <a:pt x="3" y="142"/>
                    <a:pt x="0" y="136"/>
                  </a:cubicBezTo>
                  <a:cubicBezTo>
                    <a:pt x="1" y="132"/>
                    <a:pt x="5" y="128"/>
                    <a:pt x="5" y="12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descr="37b4cfac-b4d6-43a9-ab54-ee06c8e4f13a"/>
            <p:cNvSpPr/>
            <p:nvPr/>
          </p:nvSpPr>
          <p:spPr bwMode="auto">
            <a:xfrm>
              <a:off x="6063456" y="2782888"/>
              <a:ext cx="65088" cy="84138"/>
            </a:xfrm>
            <a:custGeom>
              <a:gdLst>
                <a:gd name="T0" fmla="*/ 0 w 41"/>
                <a:gd name="T1" fmla="*/ 8 h 53"/>
                <a:gd name="T2" fmla="*/ 7 w 41"/>
                <a:gd name="T3" fmla="*/ 53 h 53"/>
                <a:gd name="T4" fmla="*/ 41 w 41"/>
                <a:gd name="T5" fmla="*/ 44 h 53"/>
                <a:gd name="T6" fmla="*/ 36 w 41"/>
                <a:gd name="T7" fmla="*/ 0 h 53"/>
                <a:gd name="T8" fmla="*/ 0 w 41"/>
                <a:gd name="T9" fmla="*/ 8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2">
                  <a:moveTo>
                    <a:pt x="0" y="8"/>
                  </a:moveTo>
                  <a:lnTo>
                    <a:pt x="7" y="53"/>
                  </a:lnTo>
                  <a:lnTo>
                    <a:pt x="41" y="44"/>
                  </a:lnTo>
                  <a:lnTo>
                    <a:pt x="36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descr="9e0c9e51-541b-47cd-9edc-1dfa6d41ca39"/>
            <p:cNvSpPr/>
            <p:nvPr/>
          </p:nvSpPr>
          <p:spPr bwMode="auto">
            <a:xfrm>
              <a:off x="5696743" y="2586038"/>
              <a:ext cx="431800" cy="482600"/>
            </a:xfrm>
            <a:custGeom>
              <a:gdLst>
                <a:gd name="T0" fmla="*/ 155 w 159"/>
                <a:gd name="T1" fmla="*/ 57 h 177"/>
                <a:gd name="T2" fmla="*/ 145 w 159"/>
                <a:gd name="T3" fmla="*/ 18 h 177"/>
                <a:gd name="T4" fmla="*/ 93 w 159"/>
                <a:gd name="T5" fmla="*/ 1 h 177"/>
                <a:gd name="T6" fmla="*/ 81 w 159"/>
                <a:gd name="T7" fmla="*/ 17 h 177"/>
                <a:gd name="T8" fmla="*/ 68 w 159"/>
                <a:gd name="T9" fmla="*/ 1 h 177"/>
                <a:gd name="T10" fmla="*/ 16 w 159"/>
                <a:gd name="T11" fmla="*/ 18 h 177"/>
                <a:gd name="T12" fmla="*/ 7 w 159"/>
                <a:gd name="T13" fmla="*/ 58 h 177"/>
                <a:gd name="T14" fmla="*/ 7 w 159"/>
                <a:gd name="T15" fmla="*/ 58 h 177"/>
                <a:gd name="T16" fmla="*/ 7 w 159"/>
                <a:gd name="T17" fmla="*/ 58 h 177"/>
                <a:gd name="T18" fmla="*/ 7 w 159"/>
                <a:gd name="T19" fmla="*/ 58 h 177"/>
                <a:gd name="T20" fmla="*/ 0 w 159"/>
                <a:gd name="T21" fmla="*/ 90 h 177"/>
                <a:gd name="T22" fmla="*/ 28 w 159"/>
                <a:gd name="T23" fmla="*/ 97 h 177"/>
                <a:gd name="T24" fmla="*/ 32 w 159"/>
                <a:gd name="T25" fmla="*/ 58 h 177"/>
                <a:gd name="T26" fmla="*/ 32 w 159"/>
                <a:gd name="T27" fmla="*/ 58 h 177"/>
                <a:gd name="T28" fmla="*/ 30 w 159"/>
                <a:gd name="T29" fmla="*/ 173 h 177"/>
                <a:gd name="T30" fmla="*/ 132 w 159"/>
                <a:gd name="T31" fmla="*/ 177 h 177"/>
                <a:gd name="T32" fmla="*/ 129 w 159"/>
                <a:gd name="T33" fmla="*/ 58 h 177"/>
                <a:gd name="T34" fmla="*/ 129 w 159"/>
                <a:gd name="T35" fmla="*/ 58 h 177"/>
                <a:gd name="T36" fmla="*/ 135 w 159"/>
                <a:gd name="T37" fmla="*/ 100 h 177"/>
                <a:gd name="T38" fmla="*/ 159 w 159"/>
                <a:gd name="T39" fmla="*/ 96 h 177"/>
                <a:gd name="T40" fmla="*/ 155 w 159"/>
                <a:gd name="T41" fmla="*/ 57 h 17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9" h="177">
                  <a:moveTo>
                    <a:pt x="155" y="57"/>
                  </a:moveTo>
                  <a:cubicBezTo>
                    <a:pt x="154" y="30"/>
                    <a:pt x="145" y="18"/>
                    <a:pt x="145" y="18"/>
                  </a:cubicBezTo>
                  <a:cubicBezTo>
                    <a:pt x="144" y="9"/>
                    <a:pt x="94" y="0"/>
                    <a:pt x="93" y="1"/>
                  </a:cubicBezTo>
                  <a:cubicBezTo>
                    <a:pt x="81" y="17"/>
                    <a:pt x="81" y="17"/>
                    <a:pt x="81" y="17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0"/>
                    <a:pt x="17" y="9"/>
                    <a:pt x="16" y="18"/>
                  </a:cubicBezTo>
                  <a:cubicBezTo>
                    <a:pt x="16" y="18"/>
                    <a:pt x="11" y="29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8" y="97"/>
                    <a:pt x="28" y="97"/>
                    <a:pt x="28" y="97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132" y="177"/>
                    <a:pt x="132" y="177"/>
                    <a:pt x="132" y="177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5" y="100"/>
                    <a:pt x="135" y="100"/>
                    <a:pt x="135" y="100"/>
                  </a:cubicBezTo>
                  <a:cubicBezTo>
                    <a:pt x="159" y="96"/>
                    <a:pt x="159" y="96"/>
                    <a:pt x="159" y="96"/>
                  </a:cubicBezTo>
                  <a:lnTo>
                    <a:pt x="155" y="5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descr="b5d4da4e-1384-4443-9456-b70504895985"/>
            <p:cNvSpPr/>
            <p:nvPr/>
          </p:nvSpPr>
          <p:spPr bwMode="auto">
            <a:xfrm>
              <a:off x="5818981" y="2397126"/>
              <a:ext cx="198438" cy="141288"/>
            </a:xfrm>
            <a:custGeom>
              <a:gdLst>
                <a:gd name="T0" fmla="*/ 4 w 73"/>
                <a:gd name="T1" fmla="*/ 12 h 52"/>
                <a:gd name="T2" fmla="*/ 18 w 73"/>
                <a:gd name="T3" fmla="*/ 52 h 52"/>
                <a:gd name="T4" fmla="*/ 53 w 73"/>
                <a:gd name="T5" fmla="*/ 52 h 52"/>
                <a:gd name="T6" fmla="*/ 66 w 73"/>
                <a:gd name="T7" fmla="*/ 12 h 52"/>
                <a:gd name="T8" fmla="*/ 38 w 73"/>
                <a:gd name="T9" fmla="*/ 0 h 52"/>
                <a:gd name="T10" fmla="*/ 4 w 73"/>
                <a:gd name="T11" fmla="*/ 12 h 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52">
                  <a:moveTo>
                    <a:pt x="4" y="12"/>
                  </a:moveTo>
                  <a:cubicBezTo>
                    <a:pt x="0" y="21"/>
                    <a:pt x="10" y="52"/>
                    <a:pt x="18" y="52"/>
                  </a:cubicBezTo>
                  <a:cubicBezTo>
                    <a:pt x="25" y="52"/>
                    <a:pt x="45" y="52"/>
                    <a:pt x="53" y="52"/>
                  </a:cubicBezTo>
                  <a:cubicBezTo>
                    <a:pt x="60" y="52"/>
                    <a:pt x="73" y="19"/>
                    <a:pt x="66" y="12"/>
                  </a:cubicBezTo>
                  <a:cubicBezTo>
                    <a:pt x="58" y="7"/>
                    <a:pt x="38" y="0"/>
                    <a:pt x="38" y="0"/>
                  </a:cubicBezTo>
                  <a:cubicBezTo>
                    <a:pt x="38" y="0"/>
                    <a:pt x="11" y="7"/>
                    <a:pt x="4" y="12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descr="0e974081-06d8-4f1a-b71c-61fa6261e8c1"/>
            <p:cNvSpPr/>
            <p:nvPr/>
          </p:nvSpPr>
          <p:spPr bwMode="auto">
            <a:xfrm>
              <a:off x="5814218" y="2428876"/>
              <a:ext cx="38100" cy="52388"/>
            </a:xfrm>
            <a:custGeom>
              <a:gdLst>
                <a:gd name="T0" fmla="*/ 10 w 14"/>
                <a:gd name="T1" fmla="*/ 18 h 19"/>
                <a:gd name="T2" fmla="*/ 1 w 14"/>
                <a:gd name="T3" fmla="*/ 11 h 19"/>
                <a:gd name="T4" fmla="*/ 7 w 14"/>
                <a:gd name="T5" fmla="*/ 1 h 19"/>
                <a:gd name="T6" fmla="*/ 10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10" y="18"/>
                  </a:move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7" y="1"/>
                  </a:cubicBezTo>
                  <a:cubicBezTo>
                    <a:pt x="11" y="0"/>
                    <a:pt x="14" y="17"/>
                    <a:pt x="10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 descr="3463d9a8-4d1a-4cd0-9b40-cda2a27f6f3e"/>
            <p:cNvSpPr/>
            <p:nvPr/>
          </p:nvSpPr>
          <p:spPr bwMode="auto">
            <a:xfrm>
              <a:off x="5977731" y="2428876"/>
              <a:ext cx="38100" cy="52388"/>
            </a:xfrm>
            <a:custGeom>
              <a:gdLst>
                <a:gd name="T0" fmla="*/ 4 w 14"/>
                <a:gd name="T1" fmla="*/ 18 h 19"/>
                <a:gd name="T2" fmla="*/ 13 w 14"/>
                <a:gd name="T3" fmla="*/ 11 h 19"/>
                <a:gd name="T4" fmla="*/ 7 w 14"/>
                <a:gd name="T5" fmla="*/ 1 h 19"/>
                <a:gd name="T6" fmla="*/ 4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4" y="18"/>
                  </a:moveTo>
                  <a:cubicBezTo>
                    <a:pt x="8" y="19"/>
                    <a:pt x="12" y="16"/>
                    <a:pt x="13" y="11"/>
                  </a:cubicBezTo>
                  <a:cubicBezTo>
                    <a:pt x="14" y="7"/>
                    <a:pt x="11" y="2"/>
                    <a:pt x="7" y="1"/>
                  </a:cubicBezTo>
                  <a:cubicBezTo>
                    <a:pt x="3" y="0"/>
                    <a:pt x="0" y="17"/>
                    <a:pt x="4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任意多边形: 形状 74" descr="07c9d2a6-9bcd-4ccf-8684-4495183c2bee"/>
            <p:cNvSpPr/>
            <p:nvPr/>
          </p:nvSpPr>
          <p:spPr bwMode="auto">
            <a:xfrm>
              <a:off x="5826918" y="2347913"/>
              <a:ext cx="177800" cy="214313"/>
            </a:xfrm>
            <a:custGeom>
              <a:gdLst>
                <a:gd name="T0" fmla="*/ 32 w 65"/>
                <a:gd name="T1" fmla="*/ 79 h 79"/>
                <a:gd name="T2" fmla="*/ 61 w 65"/>
                <a:gd name="T3" fmla="*/ 20 h 79"/>
                <a:gd name="T4" fmla="*/ 33 w 65"/>
                <a:gd name="T5" fmla="*/ 0 h 79"/>
                <a:gd name="T6" fmla="*/ 4 w 65"/>
                <a:gd name="T7" fmla="*/ 20 h 79"/>
                <a:gd name="T8" fmla="*/ 32 w 65"/>
                <a:gd name="T9" fmla="*/ 79 h 7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9">
                  <a:moveTo>
                    <a:pt x="32" y="79"/>
                  </a:moveTo>
                  <a:cubicBezTo>
                    <a:pt x="65" y="79"/>
                    <a:pt x="61" y="20"/>
                    <a:pt x="61" y="20"/>
                  </a:cubicBezTo>
                  <a:cubicBezTo>
                    <a:pt x="61" y="20"/>
                    <a:pt x="60" y="0"/>
                    <a:pt x="33" y="0"/>
                  </a:cubicBezTo>
                  <a:cubicBezTo>
                    <a:pt x="10" y="0"/>
                    <a:pt x="4" y="20"/>
                    <a:pt x="4" y="20"/>
                  </a:cubicBezTo>
                  <a:cubicBezTo>
                    <a:pt x="4" y="20"/>
                    <a:pt x="0" y="79"/>
                    <a:pt x="32" y="79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任意多边形: 形状 75" descr="dae0db5b-0790-45d1-82cc-d93f68fc291a"/>
            <p:cNvSpPr/>
            <p:nvPr/>
          </p:nvSpPr>
          <p:spPr bwMode="auto">
            <a:xfrm>
              <a:off x="5803106" y="2322513"/>
              <a:ext cx="225425" cy="128588"/>
            </a:xfrm>
            <a:custGeom>
              <a:gdLst>
                <a:gd name="T0" fmla="*/ 9 w 83"/>
                <a:gd name="T1" fmla="*/ 41 h 47"/>
                <a:gd name="T2" fmla="*/ 15 w 83"/>
                <a:gd name="T3" fmla="*/ 46 h 47"/>
                <a:gd name="T4" fmla="*/ 16 w 83"/>
                <a:gd name="T5" fmla="*/ 25 h 47"/>
                <a:gd name="T6" fmla="*/ 55 w 83"/>
                <a:gd name="T7" fmla="*/ 18 h 47"/>
                <a:gd name="T8" fmla="*/ 66 w 83"/>
                <a:gd name="T9" fmla="*/ 25 h 47"/>
                <a:gd name="T10" fmla="*/ 68 w 83"/>
                <a:gd name="T11" fmla="*/ 47 h 47"/>
                <a:gd name="T12" fmla="*/ 74 w 83"/>
                <a:gd name="T13" fmla="*/ 41 h 47"/>
                <a:gd name="T14" fmla="*/ 42 w 83"/>
                <a:gd name="T15" fmla="*/ 0 h 47"/>
                <a:gd name="T16" fmla="*/ 9 w 83"/>
                <a:gd name="T17" fmla="*/ 41 h 4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47">
                  <a:moveTo>
                    <a:pt x="9" y="41"/>
                  </a:moveTo>
                  <a:cubicBezTo>
                    <a:pt x="12" y="40"/>
                    <a:pt x="15" y="46"/>
                    <a:pt x="15" y="4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49" y="31"/>
                    <a:pt x="55" y="18"/>
                  </a:cubicBezTo>
                  <a:cubicBezTo>
                    <a:pt x="64" y="15"/>
                    <a:pt x="66" y="25"/>
                    <a:pt x="66" y="25"/>
                  </a:cubicBezTo>
                  <a:cubicBezTo>
                    <a:pt x="66" y="25"/>
                    <a:pt x="68" y="47"/>
                    <a:pt x="68" y="47"/>
                  </a:cubicBezTo>
                  <a:cubicBezTo>
                    <a:pt x="70" y="41"/>
                    <a:pt x="74" y="41"/>
                    <a:pt x="74" y="41"/>
                  </a:cubicBezTo>
                  <a:cubicBezTo>
                    <a:pt x="74" y="41"/>
                    <a:pt x="83" y="0"/>
                    <a:pt x="42" y="0"/>
                  </a:cubicBezTo>
                  <a:cubicBezTo>
                    <a:pt x="0" y="0"/>
                    <a:pt x="9" y="40"/>
                    <a:pt x="9" y="41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任意多边形: 形状 76" descr="f9efa040-96bf-466c-aaf9-dc3c5f2addee"/>
            <p:cNvSpPr/>
            <p:nvPr/>
          </p:nvSpPr>
          <p:spPr bwMode="auto">
            <a:xfrm>
              <a:off x="6390481" y="3717926"/>
              <a:ext cx="138113" cy="46038"/>
            </a:xfrm>
            <a:custGeom>
              <a:gdLst>
                <a:gd name="T0" fmla="*/ 26 w 51"/>
                <a:gd name="T1" fmla="*/ 0 h 17"/>
                <a:gd name="T2" fmla="*/ 50 w 51"/>
                <a:gd name="T3" fmla="*/ 12 h 17"/>
                <a:gd name="T4" fmla="*/ 50 w 51"/>
                <a:gd name="T5" fmla="*/ 17 h 17"/>
                <a:gd name="T6" fmla="*/ 0 w 51"/>
                <a:gd name="T7" fmla="*/ 17 h 17"/>
                <a:gd name="T8" fmla="*/ 0 w 51"/>
                <a:gd name="T9" fmla="*/ 0 h 17"/>
                <a:gd name="T10" fmla="*/ 26 w 51"/>
                <a:gd name="T11" fmla="*/ 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26" y="0"/>
                  </a:moveTo>
                  <a:cubicBezTo>
                    <a:pt x="26" y="0"/>
                    <a:pt x="49" y="10"/>
                    <a:pt x="50" y="12"/>
                  </a:cubicBezTo>
                  <a:cubicBezTo>
                    <a:pt x="51" y="13"/>
                    <a:pt x="50" y="17"/>
                    <a:pt x="5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任意多边形: 形状 77" descr="74b0f1ec-e786-4a98-afaf-6fcb5242bced"/>
            <p:cNvSpPr/>
            <p:nvPr/>
          </p:nvSpPr>
          <p:spPr bwMode="auto">
            <a:xfrm>
              <a:off x="6252368" y="3717926"/>
              <a:ext cx="138113" cy="46038"/>
            </a:xfrm>
            <a:custGeom>
              <a:gdLst>
                <a:gd name="T0" fmla="*/ 25 w 51"/>
                <a:gd name="T1" fmla="*/ 0 h 17"/>
                <a:gd name="T2" fmla="*/ 1 w 51"/>
                <a:gd name="T3" fmla="*/ 12 h 17"/>
                <a:gd name="T4" fmla="*/ 1 w 51"/>
                <a:gd name="T5" fmla="*/ 17 h 17"/>
                <a:gd name="T6" fmla="*/ 51 w 51"/>
                <a:gd name="T7" fmla="*/ 17 h 17"/>
                <a:gd name="T8" fmla="*/ 51 w 51"/>
                <a:gd name="T9" fmla="*/ 0 h 17"/>
                <a:gd name="T10" fmla="*/ 25 w 51"/>
                <a:gd name="T11" fmla="*/ 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25" y="0"/>
                  </a:moveTo>
                  <a:cubicBezTo>
                    <a:pt x="25" y="0"/>
                    <a:pt x="2" y="10"/>
                    <a:pt x="1" y="12"/>
                  </a:cubicBezTo>
                  <a:cubicBezTo>
                    <a:pt x="0" y="13"/>
                    <a:pt x="1" y="17"/>
                    <a:pt x="1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任意多边形: 形状 78" descr="6c8682c6-1f74-41ec-8368-5e13c5c046bd"/>
            <p:cNvSpPr/>
            <p:nvPr/>
          </p:nvSpPr>
          <p:spPr bwMode="auto">
            <a:xfrm>
              <a:off x="6246018" y="3027363"/>
              <a:ext cx="296863" cy="690563"/>
            </a:xfrm>
            <a:custGeom>
              <a:gdLst>
                <a:gd name="T0" fmla="*/ 0 w 187"/>
                <a:gd name="T1" fmla="*/ 79 h 435"/>
                <a:gd name="T2" fmla="*/ 46 w 187"/>
                <a:gd name="T3" fmla="*/ 435 h 435"/>
                <a:gd name="T4" fmla="*/ 91 w 187"/>
                <a:gd name="T5" fmla="*/ 435 h 435"/>
                <a:gd name="T6" fmla="*/ 135 w 187"/>
                <a:gd name="T7" fmla="*/ 435 h 435"/>
                <a:gd name="T8" fmla="*/ 187 w 187"/>
                <a:gd name="T9" fmla="*/ 75 h 435"/>
                <a:gd name="T10" fmla="*/ 159 w 187"/>
                <a:gd name="T11" fmla="*/ 0 h 435"/>
                <a:gd name="T12" fmla="*/ 26 w 187"/>
                <a:gd name="T13" fmla="*/ 0 h 435"/>
                <a:gd name="T14" fmla="*/ 0 w 187"/>
                <a:gd name="T15" fmla="*/ 79 h 43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7" h="435">
                  <a:moveTo>
                    <a:pt x="0" y="79"/>
                  </a:moveTo>
                  <a:lnTo>
                    <a:pt x="46" y="435"/>
                  </a:lnTo>
                  <a:lnTo>
                    <a:pt x="91" y="435"/>
                  </a:lnTo>
                  <a:lnTo>
                    <a:pt x="135" y="435"/>
                  </a:lnTo>
                  <a:lnTo>
                    <a:pt x="187" y="75"/>
                  </a:lnTo>
                  <a:lnTo>
                    <a:pt x="159" y="0"/>
                  </a:lnTo>
                  <a:lnTo>
                    <a:pt x="26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任意多边形: 形状 79" descr="10b9938f-8833-4949-801d-54b7c8ed7532"/>
            <p:cNvSpPr/>
            <p:nvPr/>
          </p:nvSpPr>
          <p:spPr bwMode="auto">
            <a:xfrm>
              <a:off x="6292056" y="2474913"/>
              <a:ext cx="204788" cy="204788"/>
            </a:xfrm>
            <a:custGeom>
              <a:gdLst>
                <a:gd name="T0" fmla="*/ 5 w 75"/>
                <a:gd name="T1" fmla="*/ 12 h 75"/>
                <a:gd name="T2" fmla="*/ 5 w 75"/>
                <a:gd name="T3" fmla="*/ 62 h 75"/>
                <a:gd name="T4" fmla="*/ 71 w 75"/>
                <a:gd name="T5" fmla="*/ 61 h 75"/>
                <a:gd name="T6" fmla="*/ 68 w 75"/>
                <a:gd name="T7" fmla="*/ 13 h 75"/>
                <a:gd name="T8" fmla="*/ 39 w 75"/>
                <a:gd name="T9" fmla="*/ 0 h 75"/>
                <a:gd name="T10" fmla="*/ 5 w 75"/>
                <a:gd name="T11" fmla="*/ 12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75">
                  <a:moveTo>
                    <a:pt x="5" y="12"/>
                  </a:moveTo>
                  <a:cubicBezTo>
                    <a:pt x="0" y="21"/>
                    <a:pt x="16" y="50"/>
                    <a:pt x="5" y="62"/>
                  </a:cubicBezTo>
                  <a:cubicBezTo>
                    <a:pt x="12" y="62"/>
                    <a:pt x="35" y="75"/>
                    <a:pt x="71" y="61"/>
                  </a:cubicBezTo>
                  <a:cubicBezTo>
                    <a:pt x="58" y="52"/>
                    <a:pt x="75" y="19"/>
                    <a:pt x="68" y="13"/>
                  </a:cubicBezTo>
                  <a:cubicBezTo>
                    <a:pt x="60" y="7"/>
                    <a:pt x="39" y="0"/>
                    <a:pt x="39" y="0"/>
                  </a:cubicBezTo>
                  <a:cubicBezTo>
                    <a:pt x="39" y="0"/>
                    <a:pt x="11" y="7"/>
                    <a:pt x="5" y="12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矩形 80" descr="86f0c9a4-9aa2-4677-8ad3-899f8960bf57"/>
            <p:cNvSpPr>
              <a:spLocks noChangeArrowheads="1"/>
            </p:cNvSpPr>
            <p:nvPr/>
          </p:nvSpPr>
          <p:spPr bwMode="auto">
            <a:xfrm>
              <a:off x="6360318" y="2605088"/>
              <a:ext cx="61913" cy="87313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任意多边形: 形状 81" descr="0d908908-180b-49a3-b4fd-89381fa1108d"/>
            <p:cNvSpPr/>
            <p:nvPr/>
          </p:nvSpPr>
          <p:spPr bwMode="auto">
            <a:xfrm>
              <a:off x="6185693" y="3114676"/>
              <a:ext cx="66675" cy="73025"/>
            </a:xfrm>
            <a:custGeom>
              <a:gdLst>
                <a:gd name="T0" fmla="*/ 19 w 24"/>
                <a:gd name="T1" fmla="*/ 10 h 27"/>
                <a:gd name="T2" fmla="*/ 22 w 24"/>
                <a:gd name="T3" fmla="*/ 7 h 27"/>
                <a:gd name="T4" fmla="*/ 17 w 24"/>
                <a:gd name="T5" fmla="*/ 0 h 27"/>
                <a:gd name="T6" fmla="*/ 17 w 24"/>
                <a:gd name="T7" fmla="*/ 0 h 27"/>
                <a:gd name="T8" fmla="*/ 17 w 24"/>
                <a:gd name="T9" fmla="*/ 0 h 27"/>
                <a:gd name="T10" fmla="*/ 5 w 24"/>
                <a:gd name="T11" fmla="*/ 0 h 27"/>
                <a:gd name="T12" fmla="*/ 1 w 24"/>
                <a:gd name="T13" fmla="*/ 16 h 27"/>
                <a:gd name="T14" fmla="*/ 12 w 24"/>
                <a:gd name="T15" fmla="*/ 27 h 27"/>
                <a:gd name="T16" fmla="*/ 24 w 24"/>
                <a:gd name="T17" fmla="*/ 16 h 27"/>
                <a:gd name="T18" fmla="*/ 19 w 24"/>
                <a:gd name="T19" fmla="*/ 1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7">
                  <a:moveTo>
                    <a:pt x="19" y="10"/>
                  </a:moveTo>
                  <a:cubicBezTo>
                    <a:pt x="19" y="10"/>
                    <a:pt x="21" y="9"/>
                    <a:pt x="22" y="7"/>
                  </a:cubicBezTo>
                  <a:cubicBezTo>
                    <a:pt x="22" y="4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6"/>
                    <a:pt x="0" y="12"/>
                    <a:pt x="1" y="16"/>
                  </a:cubicBezTo>
                  <a:cubicBezTo>
                    <a:pt x="4" y="19"/>
                    <a:pt x="9" y="27"/>
                    <a:pt x="12" y="27"/>
                  </a:cubicBezTo>
                  <a:cubicBezTo>
                    <a:pt x="16" y="25"/>
                    <a:pt x="22" y="22"/>
                    <a:pt x="24" y="16"/>
                  </a:cubicBezTo>
                  <a:cubicBezTo>
                    <a:pt x="23" y="13"/>
                    <a:pt x="19" y="10"/>
                    <a:pt x="19" y="10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任意多边形: 形状 82" descr="fb08c46d-91a4-4eae-b6f1-f8b62d216624"/>
            <p:cNvSpPr/>
            <p:nvPr/>
          </p:nvSpPr>
          <p:spPr bwMode="auto">
            <a:xfrm>
              <a:off x="6188868" y="2676526"/>
              <a:ext cx="117475" cy="454025"/>
            </a:xfrm>
            <a:custGeom>
              <a:gdLst>
                <a:gd name="T0" fmla="*/ 32 w 43"/>
                <a:gd name="T1" fmla="*/ 1 h 167"/>
                <a:gd name="T2" fmla="*/ 3 w 43"/>
                <a:gd name="T3" fmla="*/ 101 h 167"/>
                <a:gd name="T4" fmla="*/ 0 w 43"/>
                <a:gd name="T5" fmla="*/ 166 h 167"/>
                <a:gd name="T6" fmla="*/ 21 w 43"/>
                <a:gd name="T7" fmla="*/ 167 h 167"/>
                <a:gd name="T8" fmla="*/ 21 w 43"/>
                <a:gd name="T9" fmla="*/ 105 h 167"/>
                <a:gd name="T10" fmla="*/ 43 w 43"/>
                <a:gd name="T11" fmla="*/ 37 h 167"/>
                <a:gd name="T12" fmla="*/ 32 w 43"/>
                <a:gd name="T13" fmla="*/ 1 h 16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167">
                  <a:moveTo>
                    <a:pt x="32" y="1"/>
                  </a:moveTo>
                  <a:cubicBezTo>
                    <a:pt x="22" y="1"/>
                    <a:pt x="3" y="101"/>
                    <a:pt x="3" y="101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7"/>
                    <a:pt x="39" y="0"/>
                    <a:pt x="32" y="1"/>
                  </a:cubicBezTo>
                  <a:close/>
                </a:path>
              </a:pathLst>
            </a:custGeom>
            <a:solidFill>
              <a:srgbClr val="CF6C6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任意多边形: 形状 83" descr="bcb6e03f-1fa8-417f-8837-c537297cb2f0"/>
            <p:cNvSpPr/>
            <p:nvPr/>
          </p:nvSpPr>
          <p:spPr bwMode="auto">
            <a:xfrm>
              <a:off x="6531768" y="3114676"/>
              <a:ext cx="61913" cy="73025"/>
            </a:xfrm>
            <a:custGeom>
              <a:gdLst>
                <a:gd name="T0" fmla="*/ 4 w 23"/>
                <a:gd name="T1" fmla="*/ 10 h 27"/>
                <a:gd name="T2" fmla="*/ 2 w 23"/>
                <a:gd name="T3" fmla="*/ 7 h 27"/>
                <a:gd name="T4" fmla="*/ 6 w 23"/>
                <a:gd name="T5" fmla="*/ 0 h 27"/>
                <a:gd name="T6" fmla="*/ 7 w 23"/>
                <a:gd name="T7" fmla="*/ 0 h 27"/>
                <a:gd name="T8" fmla="*/ 6 w 23"/>
                <a:gd name="T9" fmla="*/ 0 h 27"/>
                <a:gd name="T10" fmla="*/ 18 w 23"/>
                <a:gd name="T11" fmla="*/ 0 h 27"/>
                <a:gd name="T12" fmla="*/ 22 w 23"/>
                <a:gd name="T13" fmla="*/ 16 h 27"/>
                <a:gd name="T14" fmla="*/ 11 w 23"/>
                <a:gd name="T15" fmla="*/ 27 h 27"/>
                <a:gd name="T16" fmla="*/ 0 w 23"/>
                <a:gd name="T17" fmla="*/ 16 h 27"/>
                <a:gd name="T18" fmla="*/ 4 w 23"/>
                <a:gd name="T19" fmla="*/ 1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7">
                  <a:moveTo>
                    <a:pt x="4" y="10"/>
                  </a:moveTo>
                  <a:cubicBezTo>
                    <a:pt x="4" y="10"/>
                    <a:pt x="2" y="9"/>
                    <a:pt x="2" y="7"/>
                  </a:cubicBezTo>
                  <a:cubicBezTo>
                    <a:pt x="1" y="4"/>
                    <a:pt x="6" y="0"/>
                    <a:pt x="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6"/>
                    <a:pt x="23" y="12"/>
                    <a:pt x="22" y="16"/>
                  </a:cubicBezTo>
                  <a:cubicBezTo>
                    <a:pt x="19" y="19"/>
                    <a:pt x="15" y="27"/>
                    <a:pt x="11" y="27"/>
                  </a:cubicBezTo>
                  <a:cubicBezTo>
                    <a:pt x="7" y="25"/>
                    <a:pt x="2" y="22"/>
                    <a:pt x="0" y="16"/>
                  </a:cubicBezTo>
                  <a:cubicBezTo>
                    <a:pt x="1" y="13"/>
                    <a:pt x="4" y="10"/>
                    <a:pt x="4" y="10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任意多边形: 形状 84" descr="1764eb1c-5990-4bd1-986f-b1f76d68f739"/>
            <p:cNvSpPr/>
            <p:nvPr/>
          </p:nvSpPr>
          <p:spPr bwMode="auto">
            <a:xfrm>
              <a:off x="6477793" y="2676526"/>
              <a:ext cx="114300" cy="454025"/>
            </a:xfrm>
            <a:custGeom>
              <a:gdLst>
                <a:gd name="T0" fmla="*/ 10 w 42"/>
                <a:gd name="T1" fmla="*/ 1 h 167"/>
                <a:gd name="T2" fmla="*/ 39 w 42"/>
                <a:gd name="T3" fmla="*/ 101 h 167"/>
                <a:gd name="T4" fmla="*/ 42 w 42"/>
                <a:gd name="T5" fmla="*/ 166 h 167"/>
                <a:gd name="T6" fmla="*/ 21 w 42"/>
                <a:gd name="T7" fmla="*/ 167 h 167"/>
                <a:gd name="T8" fmla="*/ 21 w 42"/>
                <a:gd name="T9" fmla="*/ 105 h 167"/>
                <a:gd name="T10" fmla="*/ 0 w 42"/>
                <a:gd name="T11" fmla="*/ 37 h 167"/>
                <a:gd name="T12" fmla="*/ 10 w 42"/>
                <a:gd name="T13" fmla="*/ 1 h 16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67">
                  <a:moveTo>
                    <a:pt x="10" y="1"/>
                  </a:moveTo>
                  <a:cubicBezTo>
                    <a:pt x="21" y="1"/>
                    <a:pt x="39" y="101"/>
                    <a:pt x="39" y="101"/>
                  </a:cubicBezTo>
                  <a:cubicBezTo>
                    <a:pt x="42" y="166"/>
                    <a:pt x="42" y="166"/>
                    <a:pt x="42" y="166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3" y="0"/>
                    <a:pt x="10" y="1"/>
                  </a:cubicBezTo>
                  <a:close/>
                </a:path>
              </a:pathLst>
            </a:custGeom>
            <a:solidFill>
              <a:srgbClr val="CF6C6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任意多边形: 形状 85" descr="5910d9e9-85fd-411f-9f56-6d419e75c633"/>
            <p:cNvSpPr/>
            <p:nvPr/>
          </p:nvSpPr>
          <p:spPr bwMode="auto">
            <a:xfrm>
              <a:off x="6287293" y="2509838"/>
              <a:ext cx="41275" cy="52388"/>
            </a:xfrm>
            <a:custGeom>
              <a:gdLst>
                <a:gd name="T0" fmla="*/ 11 w 15"/>
                <a:gd name="T1" fmla="*/ 18 h 19"/>
                <a:gd name="T2" fmla="*/ 1 w 15"/>
                <a:gd name="T3" fmla="*/ 11 h 19"/>
                <a:gd name="T4" fmla="*/ 7 w 15"/>
                <a:gd name="T5" fmla="*/ 0 h 19"/>
                <a:gd name="T6" fmla="*/ 11 w 15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9">
                  <a:moveTo>
                    <a:pt x="11" y="18"/>
                  </a:moveTo>
                  <a:cubicBezTo>
                    <a:pt x="6" y="19"/>
                    <a:pt x="2" y="16"/>
                    <a:pt x="1" y="11"/>
                  </a:cubicBezTo>
                  <a:cubicBezTo>
                    <a:pt x="0" y="6"/>
                    <a:pt x="3" y="1"/>
                    <a:pt x="7" y="0"/>
                  </a:cubicBezTo>
                  <a:cubicBezTo>
                    <a:pt x="11" y="0"/>
                    <a:pt x="15" y="17"/>
                    <a:pt x="11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任意多边形: 形状 86" descr="190066cb-1c23-4df1-baac-77f22deb14b9"/>
            <p:cNvSpPr/>
            <p:nvPr/>
          </p:nvSpPr>
          <p:spPr bwMode="auto">
            <a:xfrm>
              <a:off x="6455568" y="2509838"/>
              <a:ext cx="38100" cy="52388"/>
            </a:xfrm>
            <a:custGeom>
              <a:gdLst>
                <a:gd name="T0" fmla="*/ 4 w 14"/>
                <a:gd name="T1" fmla="*/ 18 h 19"/>
                <a:gd name="T2" fmla="*/ 13 w 14"/>
                <a:gd name="T3" fmla="*/ 11 h 19"/>
                <a:gd name="T4" fmla="*/ 7 w 14"/>
                <a:gd name="T5" fmla="*/ 0 h 19"/>
                <a:gd name="T6" fmla="*/ 4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4" y="18"/>
                  </a:moveTo>
                  <a:cubicBezTo>
                    <a:pt x="8" y="19"/>
                    <a:pt x="12" y="16"/>
                    <a:pt x="13" y="11"/>
                  </a:cubicBezTo>
                  <a:cubicBezTo>
                    <a:pt x="14" y="6"/>
                    <a:pt x="12" y="1"/>
                    <a:pt x="7" y="0"/>
                  </a:cubicBezTo>
                  <a:cubicBezTo>
                    <a:pt x="3" y="0"/>
                    <a:pt x="0" y="17"/>
                    <a:pt x="4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任意多边形: 形状 87" descr="845f58ec-3fd6-4df8-bf1f-12edd225cee1"/>
            <p:cNvSpPr/>
            <p:nvPr/>
          </p:nvSpPr>
          <p:spPr bwMode="auto">
            <a:xfrm>
              <a:off x="6280943" y="2425701"/>
              <a:ext cx="227013" cy="220663"/>
            </a:xfrm>
            <a:custGeom>
              <a:gdLst>
                <a:gd name="T0" fmla="*/ 40 w 83"/>
                <a:gd name="T1" fmla="*/ 81 h 81"/>
                <a:gd name="T2" fmla="*/ 70 w 83"/>
                <a:gd name="T3" fmla="*/ 20 h 81"/>
                <a:gd name="T4" fmla="*/ 41 w 83"/>
                <a:gd name="T5" fmla="*/ 0 h 81"/>
                <a:gd name="T6" fmla="*/ 11 w 83"/>
                <a:gd name="T7" fmla="*/ 20 h 81"/>
                <a:gd name="T8" fmla="*/ 40 w 83"/>
                <a:gd name="T9" fmla="*/ 81 h 8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1">
                  <a:moveTo>
                    <a:pt x="40" y="81"/>
                  </a:moveTo>
                  <a:cubicBezTo>
                    <a:pt x="83" y="63"/>
                    <a:pt x="70" y="20"/>
                    <a:pt x="70" y="20"/>
                  </a:cubicBezTo>
                  <a:cubicBezTo>
                    <a:pt x="70" y="20"/>
                    <a:pt x="69" y="0"/>
                    <a:pt x="41" y="0"/>
                  </a:cubicBezTo>
                  <a:cubicBezTo>
                    <a:pt x="17" y="0"/>
                    <a:pt x="11" y="20"/>
                    <a:pt x="11" y="20"/>
                  </a:cubicBezTo>
                  <a:cubicBezTo>
                    <a:pt x="11" y="20"/>
                    <a:pt x="0" y="65"/>
                    <a:pt x="40" y="8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任意多边形: 形状 88" descr="37354c6b-30de-4d95-b914-ba6d7bd44d27"/>
            <p:cNvSpPr/>
            <p:nvPr/>
          </p:nvSpPr>
          <p:spPr bwMode="auto">
            <a:xfrm>
              <a:off x="6276181" y="2398713"/>
              <a:ext cx="231775" cy="133350"/>
            </a:xfrm>
            <a:custGeom>
              <a:gdLst>
                <a:gd name="T0" fmla="*/ 9 w 85"/>
                <a:gd name="T1" fmla="*/ 42 h 49"/>
                <a:gd name="T2" fmla="*/ 15 w 85"/>
                <a:gd name="T3" fmla="*/ 47 h 49"/>
                <a:gd name="T4" fmla="*/ 17 w 85"/>
                <a:gd name="T5" fmla="*/ 26 h 49"/>
                <a:gd name="T6" fmla="*/ 64 w 85"/>
                <a:gd name="T7" fmla="*/ 41 h 49"/>
                <a:gd name="T8" fmla="*/ 68 w 85"/>
                <a:gd name="T9" fmla="*/ 26 h 49"/>
                <a:gd name="T10" fmla="*/ 70 w 85"/>
                <a:gd name="T11" fmla="*/ 48 h 49"/>
                <a:gd name="T12" fmla="*/ 76 w 85"/>
                <a:gd name="T13" fmla="*/ 43 h 49"/>
                <a:gd name="T14" fmla="*/ 43 w 85"/>
                <a:gd name="T15" fmla="*/ 0 h 49"/>
                <a:gd name="T16" fmla="*/ 9 w 85"/>
                <a:gd name="T17" fmla="*/ 42 h 4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9">
                  <a:moveTo>
                    <a:pt x="9" y="42"/>
                  </a:moveTo>
                  <a:cubicBezTo>
                    <a:pt x="12" y="41"/>
                    <a:pt x="15" y="47"/>
                    <a:pt x="15" y="4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6"/>
                    <a:pt x="32" y="46"/>
                    <a:pt x="64" y="41"/>
                  </a:cubicBezTo>
                  <a:cubicBezTo>
                    <a:pt x="58" y="28"/>
                    <a:pt x="68" y="26"/>
                    <a:pt x="68" y="26"/>
                  </a:cubicBezTo>
                  <a:cubicBezTo>
                    <a:pt x="68" y="26"/>
                    <a:pt x="70" y="49"/>
                    <a:pt x="70" y="48"/>
                  </a:cubicBezTo>
                  <a:cubicBezTo>
                    <a:pt x="72" y="42"/>
                    <a:pt x="76" y="43"/>
                    <a:pt x="76" y="43"/>
                  </a:cubicBezTo>
                  <a:cubicBezTo>
                    <a:pt x="76" y="43"/>
                    <a:pt x="85" y="0"/>
                    <a:pt x="43" y="0"/>
                  </a:cubicBezTo>
                  <a:cubicBezTo>
                    <a:pt x="0" y="0"/>
                    <a:pt x="9" y="41"/>
                    <a:pt x="9" y="42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任意多边形: 形状 89" descr="0f435bee-a269-4e7d-93da-b74867796908"/>
            <p:cNvSpPr/>
            <p:nvPr/>
          </p:nvSpPr>
          <p:spPr bwMode="auto">
            <a:xfrm>
              <a:off x="6368256" y="2592388"/>
              <a:ext cx="46038" cy="19050"/>
            </a:xfrm>
            <a:custGeom>
              <a:gdLst>
                <a:gd name="T0" fmla="*/ 8 w 17"/>
                <a:gd name="T1" fmla="*/ 7 h 7"/>
                <a:gd name="T2" fmla="*/ 17 w 17"/>
                <a:gd name="T3" fmla="*/ 3 h 7"/>
                <a:gd name="T4" fmla="*/ 11 w 17"/>
                <a:gd name="T5" fmla="*/ 0 h 7"/>
                <a:gd name="T6" fmla="*/ 8 w 17"/>
                <a:gd name="T7" fmla="*/ 2 h 7"/>
                <a:gd name="T8" fmla="*/ 6 w 17"/>
                <a:gd name="T9" fmla="*/ 0 h 7"/>
                <a:gd name="T10" fmla="*/ 0 w 17"/>
                <a:gd name="T11" fmla="*/ 3 h 7"/>
                <a:gd name="T12" fmla="*/ 8 w 17"/>
                <a:gd name="T13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7">
                  <a:moveTo>
                    <a:pt x="8" y="7"/>
                  </a:moveTo>
                  <a:cubicBezTo>
                    <a:pt x="13" y="7"/>
                    <a:pt x="17" y="4"/>
                    <a:pt x="17" y="3"/>
                  </a:cubicBezTo>
                  <a:cubicBezTo>
                    <a:pt x="17" y="3"/>
                    <a:pt x="12" y="0"/>
                    <a:pt x="11" y="0"/>
                  </a:cubicBezTo>
                  <a:cubicBezTo>
                    <a:pt x="10" y="0"/>
                    <a:pt x="9" y="2"/>
                    <a:pt x="8" y="2"/>
                  </a:cubicBezTo>
                  <a:cubicBezTo>
                    <a:pt x="8" y="2"/>
                    <a:pt x="7" y="0"/>
                    <a:pt x="6" y="0"/>
                  </a:cubicBezTo>
                  <a:cubicBezTo>
                    <a:pt x="5" y="0"/>
                    <a:pt x="0" y="3"/>
                    <a:pt x="0" y="3"/>
                  </a:cubicBezTo>
                  <a:cubicBezTo>
                    <a:pt x="0" y="4"/>
                    <a:pt x="3" y="7"/>
                    <a:pt x="8" y="7"/>
                  </a:cubicBezTo>
                  <a:close/>
                </a:path>
              </a:pathLst>
            </a:custGeom>
            <a:solidFill>
              <a:srgbClr val="B5517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任意多边形: 形状 90" descr="7d7a00e2-3abb-46f4-80fd-3acead722543"/>
            <p:cNvSpPr/>
            <p:nvPr/>
          </p:nvSpPr>
          <p:spPr bwMode="auto">
            <a:xfrm>
              <a:off x="6261893" y="2654301"/>
              <a:ext cx="261938" cy="414338"/>
            </a:xfrm>
            <a:custGeom>
              <a:gdLst>
                <a:gd name="T0" fmla="*/ 8 w 96"/>
                <a:gd name="T1" fmla="*/ 127 h 152"/>
                <a:gd name="T2" fmla="*/ 0 w 96"/>
                <a:gd name="T3" fmla="*/ 152 h 152"/>
                <a:gd name="T4" fmla="*/ 96 w 96"/>
                <a:gd name="T5" fmla="*/ 152 h 152"/>
                <a:gd name="T6" fmla="*/ 86 w 96"/>
                <a:gd name="T7" fmla="*/ 124 h 152"/>
                <a:gd name="T8" fmla="*/ 82 w 96"/>
                <a:gd name="T9" fmla="*/ 58 h 152"/>
                <a:gd name="T10" fmla="*/ 87 w 96"/>
                <a:gd name="T11" fmla="*/ 44 h 152"/>
                <a:gd name="T12" fmla="*/ 84 w 96"/>
                <a:gd name="T13" fmla="*/ 32 h 152"/>
                <a:gd name="T14" fmla="*/ 90 w 96"/>
                <a:gd name="T15" fmla="*/ 9 h 152"/>
                <a:gd name="T16" fmla="*/ 62 w 96"/>
                <a:gd name="T17" fmla="*/ 0 h 152"/>
                <a:gd name="T18" fmla="*/ 62 w 96"/>
                <a:gd name="T19" fmla="*/ 0 h 152"/>
                <a:gd name="T20" fmla="*/ 60 w 96"/>
                <a:gd name="T21" fmla="*/ 0 h 152"/>
                <a:gd name="T22" fmla="*/ 49 w 96"/>
                <a:gd name="T23" fmla="*/ 13 h 152"/>
                <a:gd name="T24" fmla="*/ 47 w 96"/>
                <a:gd name="T25" fmla="*/ 14 h 152"/>
                <a:gd name="T26" fmla="*/ 46 w 96"/>
                <a:gd name="T27" fmla="*/ 13 h 152"/>
                <a:gd name="T28" fmla="*/ 35 w 96"/>
                <a:gd name="T29" fmla="*/ 0 h 152"/>
                <a:gd name="T30" fmla="*/ 33 w 96"/>
                <a:gd name="T31" fmla="*/ 0 h 152"/>
                <a:gd name="T32" fmla="*/ 33 w 96"/>
                <a:gd name="T33" fmla="*/ 0 h 152"/>
                <a:gd name="T34" fmla="*/ 5 w 96"/>
                <a:gd name="T35" fmla="*/ 9 h 152"/>
                <a:gd name="T36" fmla="*/ 10 w 96"/>
                <a:gd name="T37" fmla="*/ 32 h 152"/>
                <a:gd name="T38" fmla="*/ 7 w 96"/>
                <a:gd name="T39" fmla="*/ 44 h 152"/>
                <a:gd name="T40" fmla="*/ 13 w 96"/>
                <a:gd name="T41" fmla="*/ 58 h 152"/>
                <a:gd name="T42" fmla="*/ 8 w 96"/>
                <a:gd name="T43" fmla="*/ 127 h 1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152">
                  <a:moveTo>
                    <a:pt x="8" y="127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1" y="92"/>
                    <a:pt x="82" y="58"/>
                  </a:cubicBezTo>
                  <a:cubicBezTo>
                    <a:pt x="85" y="54"/>
                    <a:pt x="87" y="49"/>
                    <a:pt x="87" y="44"/>
                  </a:cubicBezTo>
                  <a:cubicBezTo>
                    <a:pt x="87" y="40"/>
                    <a:pt x="86" y="36"/>
                    <a:pt x="84" y="32"/>
                  </a:cubicBezTo>
                  <a:cubicBezTo>
                    <a:pt x="85" y="23"/>
                    <a:pt x="87" y="15"/>
                    <a:pt x="90" y="9"/>
                  </a:cubicBezTo>
                  <a:cubicBezTo>
                    <a:pt x="88" y="7"/>
                    <a:pt x="63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1" y="0"/>
                    <a:pt x="60" y="0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4"/>
                    <a:pt x="48" y="14"/>
                    <a:pt x="47" y="14"/>
                  </a:cubicBezTo>
                  <a:cubicBezTo>
                    <a:pt x="47" y="14"/>
                    <a:pt x="46" y="14"/>
                    <a:pt x="46" y="1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4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2" y="1"/>
                    <a:pt x="7" y="7"/>
                    <a:pt x="5" y="9"/>
                  </a:cubicBezTo>
                  <a:cubicBezTo>
                    <a:pt x="7" y="16"/>
                    <a:pt x="9" y="24"/>
                    <a:pt x="10" y="32"/>
                  </a:cubicBezTo>
                  <a:cubicBezTo>
                    <a:pt x="8" y="36"/>
                    <a:pt x="7" y="40"/>
                    <a:pt x="7" y="44"/>
                  </a:cubicBezTo>
                  <a:cubicBezTo>
                    <a:pt x="7" y="49"/>
                    <a:pt x="9" y="54"/>
                    <a:pt x="13" y="58"/>
                  </a:cubicBezTo>
                  <a:cubicBezTo>
                    <a:pt x="14" y="95"/>
                    <a:pt x="8" y="127"/>
                    <a:pt x="8" y="127"/>
                  </a:cubicBezTo>
                  <a:close/>
                </a:path>
              </a:pathLst>
            </a:custGeom>
            <a:solidFill>
              <a:srgbClr val="9950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任意多边形: 形状 91" descr="50ae731a-3750-47a3-8d80-937ac2eaec7f"/>
            <p:cNvSpPr/>
            <p:nvPr/>
          </p:nvSpPr>
          <p:spPr bwMode="auto">
            <a:xfrm>
              <a:off x="6180931" y="3749676"/>
              <a:ext cx="141288" cy="44450"/>
            </a:xfrm>
            <a:custGeom>
              <a:gdLst>
                <a:gd name="T0" fmla="*/ 26 w 52"/>
                <a:gd name="T1" fmla="*/ 0 h 16"/>
                <a:gd name="T2" fmla="*/ 51 w 52"/>
                <a:gd name="T3" fmla="*/ 11 h 16"/>
                <a:gd name="T4" fmla="*/ 51 w 52"/>
                <a:gd name="T5" fmla="*/ 16 h 16"/>
                <a:gd name="T6" fmla="*/ 0 w 52"/>
                <a:gd name="T7" fmla="*/ 16 h 16"/>
                <a:gd name="T8" fmla="*/ 0 w 52"/>
                <a:gd name="T9" fmla="*/ 0 h 16"/>
                <a:gd name="T10" fmla="*/ 26 w 52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16">
                  <a:moveTo>
                    <a:pt x="26" y="0"/>
                  </a:moveTo>
                  <a:cubicBezTo>
                    <a:pt x="26" y="0"/>
                    <a:pt x="50" y="9"/>
                    <a:pt x="51" y="11"/>
                  </a:cubicBezTo>
                  <a:cubicBezTo>
                    <a:pt x="52" y="12"/>
                    <a:pt x="51" y="16"/>
                    <a:pt x="51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任意多边形: 形状 92" descr="860e004b-fcbe-4be1-8bb5-88e6975a2a14"/>
            <p:cNvSpPr/>
            <p:nvPr/>
          </p:nvSpPr>
          <p:spPr bwMode="auto">
            <a:xfrm>
              <a:off x="6036468" y="3749676"/>
              <a:ext cx="144463" cy="44450"/>
            </a:xfrm>
            <a:custGeom>
              <a:gdLst>
                <a:gd name="T0" fmla="*/ 26 w 53"/>
                <a:gd name="T1" fmla="*/ 0 h 16"/>
                <a:gd name="T2" fmla="*/ 1 w 53"/>
                <a:gd name="T3" fmla="*/ 11 h 16"/>
                <a:gd name="T4" fmla="*/ 1 w 53"/>
                <a:gd name="T5" fmla="*/ 16 h 16"/>
                <a:gd name="T6" fmla="*/ 53 w 53"/>
                <a:gd name="T7" fmla="*/ 16 h 16"/>
                <a:gd name="T8" fmla="*/ 53 w 53"/>
                <a:gd name="T9" fmla="*/ 0 h 16"/>
                <a:gd name="T10" fmla="*/ 26 w 53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16">
                  <a:moveTo>
                    <a:pt x="26" y="0"/>
                  </a:moveTo>
                  <a:cubicBezTo>
                    <a:pt x="26" y="0"/>
                    <a:pt x="2" y="9"/>
                    <a:pt x="1" y="11"/>
                  </a:cubicBezTo>
                  <a:cubicBezTo>
                    <a:pt x="0" y="12"/>
                    <a:pt x="1" y="16"/>
                    <a:pt x="1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任意多边形: 形状 93" descr="cb35b93f-a438-4916-a9a3-19ec5bce7d2c"/>
            <p:cNvSpPr/>
            <p:nvPr/>
          </p:nvSpPr>
          <p:spPr bwMode="auto">
            <a:xfrm>
              <a:off x="6072981" y="3248026"/>
              <a:ext cx="219075" cy="287338"/>
            </a:xfrm>
            <a:custGeom>
              <a:gdLst>
                <a:gd name="T0" fmla="*/ 0 w 138"/>
                <a:gd name="T1" fmla="*/ 58 h 181"/>
                <a:gd name="T2" fmla="*/ 1 w 138"/>
                <a:gd name="T3" fmla="*/ 179 h 181"/>
                <a:gd name="T4" fmla="*/ 70 w 138"/>
                <a:gd name="T5" fmla="*/ 179 h 181"/>
                <a:gd name="T6" fmla="*/ 138 w 138"/>
                <a:gd name="T7" fmla="*/ 181 h 181"/>
                <a:gd name="T8" fmla="*/ 135 w 138"/>
                <a:gd name="T9" fmla="*/ 58 h 181"/>
                <a:gd name="T10" fmla="*/ 123 w 138"/>
                <a:gd name="T11" fmla="*/ 0 h 181"/>
                <a:gd name="T12" fmla="*/ 13 w 138"/>
                <a:gd name="T13" fmla="*/ 0 h 181"/>
                <a:gd name="T14" fmla="*/ 0 w 138"/>
                <a:gd name="T15" fmla="*/ 58 h 18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" h="181">
                  <a:moveTo>
                    <a:pt x="0" y="58"/>
                  </a:moveTo>
                  <a:lnTo>
                    <a:pt x="1" y="179"/>
                  </a:lnTo>
                  <a:lnTo>
                    <a:pt x="70" y="179"/>
                  </a:lnTo>
                  <a:lnTo>
                    <a:pt x="138" y="181"/>
                  </a:lnTo>
                  <a:lnTo>
                    <a:pt x="135" y="58"/>
                  </a:lnTo>
                  <a:lnTo>
                    <a:pt x="123" y="0"/>
                  </a:lnTo>
                  <a:lnTo>
                    <a:pt x="13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3A4C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矩形 94" descr="3b061151-c6b6-47d6-ad78-d4ad5cf5ed6b"/>
            <p:cNvSpPr>
              <a:spLocks noChangeArrowheads="1"/>
            </p:cNvSpPr>
            <p:nvPr/>
          </p:nvSpPr>
          <p:spPr bwMode="auto">
            <a:xfrm>
              <a:off x="6158706" y="2959101"/>
              <a:ext cx="44450" cy="73025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任意多边形: 形状 95" descr="503b20da-85a1-419e-990e-50d554bd2355"/>
            <p:cNvSpPr/>
            <p:nvPr/>
          </p:nvSpPr>
          <p:spPr bwMode="auto">
            <a:xfrm>
              <a:off x="6015831" y="3127376"/>
              <a:ext cx="57150" cy="273050"/>
            </a:xfrm>
            <a:custGeom>
              <a:gdLst>
                <a:gd name="T0" fmla="*/ 17 w 21"/>
                <a:gd name="T1" fmla="*/ 86 h 100"/>
                <a:gd name="T2" fmla="*/ 20 w 21"/>
                <a:gd name="T3" fmla="*/ 84 h 100"/>
                <a:gd name="T4" fmla="*/ 16 w 21"/>
                <a:gd name="T5" fmla="*/ 78 h 100"/>
                <a:gd name="T6" fmla="*/ 15 w 21"/>
                <a:gd name="T7" fmla="*/ 78 h 100"/>
                <a:gd name="T8" fmla="*/ 16 w 21"/>
                <a:gd name="T9" fmla="*/ 78 h 100"/>
                <a:gd name="T10" fmla="*/ 17 w 21"/>
                <a:gd name="T11" fmla="*/ 34 h 100"/>
                <a:gd name="T12" fmla="*/ 17 w 21"/>
                <a:gd name="T13" fmla="*/ 24 h 100"/>
                <a:gd name="T14" fmla="*/ 20 w 21"/>
                <a:gd name="T15" fmla="*/ 3 h 100"/>
                <a:gd name="T16" fmla="*/ 4 w 21"/>
                <a:gd name="T17" fmla="*/ 0 h 100"/>
                <a:gd name="T18" fmla="*/ 1 w 21"/>
                <a:gd name="T19" fmla="*/ 26 h 100"/>
                <a:gd name="T20" fmla="*/ 5 w 21"/>
                <a:gd name="T21" fmla="*/ 78 h 100"/>
                <a:gd name="T22" fmla="*/ 1 w 21"/>
                <a:gd name="T23" fmla="*/ 91 h 100"/>
                <a:gd name="T24" fmla="*/ 11 w 21"/>
                <a:gd name="T25" fmla="*/ 100 h 100"/>
                <a:gd name="T26" fmla="*/ 21 w 21"/>
                <a:gd name="T27" fmla="*/ 91 h 100"/>
                <a:gd name="T28" fmla="*/ 17 w 21"/>
                <a:gd name="T29" fmla="*/ 86 h 10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00">
                  <a:moveTo>
                    <a:pt x="17" y="86"/>
                  </a:moveTo>
                  <a:cubicBezTo>
                    <a:pt x="17" y="86"/>
                    <a:pt x="19" y="86"/>
                    <a:pt x="20" y="84"/>
                  </a:cubicBezTo>
                  <a:cubicBezTo>
                    <a:pt x="20" y="82"/>
                    <a:pt x="16" y="78"/>
                    <a:pt x="16" y="78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5" y="83"/>
                    <a:pt x="0" y="88"/>
                    <a:pt x="1" y="91"/>
                  </a:cubicBezTo>
                  <a:cubicBezTo>
                    <a:pt x="4" y="94"/>
                    <a:pt x="8" y="100"/>
                    <a:pt x="11" y="100"/>
                  </a:cubicBezTo>
                  <a:cubicBezTo>
                    <a:pt x="15" y="98"/>
                    <a:pt x="19" y="96"/>
                    <a:pt x="21" y="91"/>
                  </a:cubicBezTo>
                  <a:cubicBezTo>
                    <a:pt x="20" y="89"/>
                    <a:pt x="17" y="86"/>
                    <a:pt x="17" y="8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任意多边形: 形状 96" descr="2e8d2038-c97e-448b-9690-4cba6e879e14"/>
            <p:cNvSpPr/>
            <p:nvPr/>
          </p:nvSpPr>
          <p:spPr bwMode="auto">
            <a:xfrm>
              <a:off x="6020593" y="3127376"/>
              <a:ext cx="49213" cy="57150"/>
            </a:xfrm>
            <a:custGeom>
              <a:gdLst>
                <a:gd name="T0" fmla="*/ 31 w 31"/>
                <a:gd name="T1" fmla="*/ 5 h 36"/>
                <a:gd name="T2" fmla="*/ 26 w 31"/>
                <a:gd name="T3" fmla="*/ 36 h 36"/>
                <a:gd name="T4" fmla="*/ 0 w 31"/>
                <a:gd name="T5" fmla="*/ 31 h 36"/>
                <a:gd name="T6" fmla="*/ 3 w 31"/>
                <a:gd name="T7" fmla="*/ 0 h 36"/>
                <a:gd name="T8" fmla="*/ 31 w 31"/>
                <a:gd name="T9" fmla="*/ 5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31" y="5"/>
                  </a:moveTo>
                  <a:lnTo>
                    <a:pt x="26" y="36"/>
                  </a:lnTo>
                  <a:lnTo>
                    <a:pt x="0" y="31"/>
                  </a:lnTo>
                  <a:lnTo>
                    <a:pt x="3" y="0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任意多边形: 形状 97" descr="4bd44715-90af-48a1-b444-6fc68c6fcfe6"/>
            <p:cNvSpPr/>
            <p:nvPr/>
          </p:nvSpPr>
          <p:spPr bwMode="auto">
            <a:xfrm>
              <a:off x="6290468" y="3133726"/>
              <a:ext cx="57150" cy="268288"/>
            </a:xfrm>
            <a:custGeom>
              <a:gdLst>
                <a:gd name="T0" fmla="*/ 4 w 21"/>
                <a:gd name="T1" fmla="*/ 86 h 99"/>
                <a:gd name="T2" fmla="*/ 2 w 21"/>
                <a:gd name="T3" fmla="*/ 83 h 99"/>
                <a:gd name="T4" fmla="*/ 6 w 21"/>
                <a:gd name="T5" fmla="*/ 78 h 99"/>
                <a:gd name="T6" fmla="*/ 6 w 21"/>
                <a:gd name="T7" fmla="*/ 78 h 99"/>
                <a:gd name="T8" fmla="*/ 6 w 21"/>
                <a:gd name="T9" fmla="*/ 78 h 99"/>
                <a:gd name="T10" fmla="*/ 4 w 21"/>
                <a:gd name="T11" fmla="*/ 33 h 99"/>
                <a:gd name="T12" fmla="*/ 4 w 21"/>
                <a:gd name="T13" fmla="*/ 24 h 99"/>
                <a:gd name="T14" fmla="*/ 1 w 21"/>
                <a:gd name="T15" fmla="*/ 3 h 99"/>
                <a:gd name="T16" fmla="*/ 17 w 21"/>
                <a:gd name="T17" fmla="*/ 0 h 99"/>
                <a:gd name="T18" fmla="*/ 21 w 21"/>
                <a:gd name="T19" fmla="*/ 26 h 99"/>
                <a:gd name="T20" fmla="*/ 16 w 21"/>
                <a:gd name="T21" fmla="*/ 78 h 99"/>
                <a:gd name="T22" fmla="*/ 20 w 21"/>
                <a:gd name="T23" fmla="*/ 91 h 99"/>
                <a:gd name="T24" fmla="*/ 10 w 21"/>
                <a:gd name="T25" fmla="*/ 99 h 99"/>
                <a:gd name="T26" fmla="*/ 0 w 21"/>
                <a:gd name="T27" fmla="*/ 91 h 99"/>
                <a:gd name="T28" fmla="*/ 4 w 21"/>
                <a:gd name="T29" fmla="*/ 86 h 9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99">
                  <a:moveTo>
                    <a:pt x="4" y="86"/>
                  </a:moveTo>
                  <a:cubicBezTo>
                    <a:pt x="4" y="86"/>
                    <a:pt x="2" y="85"/>
                    <a:pt x="2" y="83"/>
                  </a:cubicBezTo>
                  <a:cubicBezTo>
                    <a:pt x="1" y="81"/>
                    <a:pt x="6" y="78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7" y="83"/>
                    <a:pt x="21" y="88"/>
                    <a:pt x="20" y="91"/>
                  </a:cubicBezTo>
                  <a:cubicBezTo>
                    <a:pt x="18" y="93"/>
                    <a:pt x="13" y="99"/>
                    <a:pt x="10" y="99"/>
                  </a:cubicBezTo>
                  <a:cubicBezTo>
                    <a:pt x="7" y="98"/>
                    <a:pt x="2" y="95"/>
                    <a:pt x="0" y="91"/>
                  </a:cubicBezTo>
                  <a:cubicBezTo>
                    <a:pt x="1" y="89"/>
                    <a:pt x="4" y="86"/>
                    <a:pt x="4" y="8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任意多边形: 形状 98" descr="6060c051-1386-44a6-ae5c-ccf1a65a4c25"/>
            <p:cNvSpPr/>
            <p:nvPr/>
          </p:nvSpPr>
          <p:spPr bwMode="auto">
            <a:xfrm>
              <a:off x="6292056" y="3133726"/>
              <a:ext cx="49213" cy="53975"/>
            </a:xfrm>
            <a:custGeom>
              <a:gdLst>
                <a:gd name="T0" fmla="*/ 0 w 31"/>
                <a:gd name="T1" fmla="*/ 5 h 34"/>
                <a:gd name="T2" fmla="*/ 5 w 31"/>
                <a:gd name="T3" fmla="*/ 34 h 34"/>
                <a:gd name="T4" fmla="*/ 31 w 31"/>
                <a:gd name="T5" fmla="*/ 29 h 34"/>
                <a:gd name="T6" fmla="*/ 28 w 31"/>
                <a:gd name="T7" fmla="*/ 0 h 34"/>
                <a:gd name="T8" fmla="*/ 0 w 31"/>
                <a:gd name="T9" fmla="*/ 5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4">
                  <a:moveTo>
                    <a:pt x="0" y="5"/>
                  </a:moveTo>
                  <a:lnTo>
                    <a:pt x="5" y="34"/>
                  </a:lnTo>
                  <a:lnTo>
                    <a:pt x="31" y="29"/>
                  </a:lnTo>
                  <a:lnTo>
                    <a:pt x="28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任意多边形: 形状 99" descr="7c5a26ab-3303-44a5-bb76-f4526b13bbb8"/>
            <p:cNvSpPr/>
            <p:nvPr/>
          </p:nvSpPr>
          <p:spPr bwMode="auto">
            <a:xfrm>
              <a:off x="6017418" y="3001963"/>
              <a:ext cx="327025" cy="323850"/>
            </a:xfrm>
            <a:custGeom>
              <a:gdLst>
                <a:gd name="T0" fmla="*/ 116 w 120"/>
                <a:gd name="T1" fmla="*/ 38 h 119"/>
                <a:gd name="T2" fmla="*/ 104 w 120"/>
                <a:gd name="T3" fmla="*/ 11 h 119"/>
                <a:gd name="T4" fmla="*/ 69 w 120"/>
                <a:gd name="T5" fmla="*/ 0 h 119"/>
                <a:gd name="T6" fmla="*/ 60 w 120"/>
                <a:gd name="T7" fmla="*/ 11 h 119"/>
                <a:gd name="T8" fmla="*/ 51 w 120"/>
                <a:gd name="T9" fmla="*/ 0 h 119"/>
                <a:gd name="T10" fmla="*/ 15 w 120"/>
                <a:gd name="T11" fmla="*/ 11 h 119"/>
                <a:gd name="T12" fmla="*/ 4 w 120"/>
                <a:gd name="T13" fmla="*/ 38 h 119"/>
                <a:gd name="T14" fmla="*/ 4 w 120"/>
                <a:gd name="T15" fmla="*/ 38 h 119"/>
                <a:gd name="T16" fmla="*/ 4 w 120"/>
                <a:gd name="T17" fmla="*/ 38 h 119"/>
                <a:gd name="T18" fmla="*/ 4 w 120"/>
                <a:gd name="T19" fmla="*/ 38 h 119"/>
                <a:gd name="T20" fmla="*/ 0 w 120"/>
                <a:gd name="T21" fmla="*/ 60 h 119"/>
                <a:gd name="T22" fmla="*/ 22 w 120"/>
                <a:gd name="T23" fmla="*/ 65 h 119"/>
                <a:gd name="T24" fmla="*/ 25 w 120"/>
                <a:gd name="T25" fmla="*/ 38 h 119"/>
                <a:gd name="T26" fmla="*/ 22 w 120"/>
                <a:gd name="T27" fmla="*/ 116 h 119"/>
                <a:gd name="T28" fmla="*/ 99 w 120"/>
                <a:gd name="T29" fmla="*/ 119 h 119"/>
                <a:gd name="T30" fmla="*/ 95 w 120"/>
                <a:gd name="T31" fmla="*/ 38 h 119"/>
                <a:gd name="T32" fmla="*/ 100 w 120"/>
                <a:gd name="T33" fmla="*/ 67 h 119"/>
                <a:gd name="T34" fmla="*/ 120 w 120"/>
                <a:gd name="T35" fmla="*/ 64 h 119"/>
                <a:gd name="T36" fmla="*/ 116 w 120"/>
                <a:gd name="T37" fmla="*/ 38 h 1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" h="119">
                  <a:moveTo>
                    <a:pt x="116" y="38"/>
                  </a:moveTo>
                  <a:cubicBezTo>
                    <a:pt x="116" y="20"/>
                    <a:pt x="104" y="11"/>
                    <a:pt x="104" y="11"/>
                  </a:cubicBezTo>
                  <a:cubicBezTo>
                    <a:pt x="104" y="5"/>
                    <a:pt x="70" y="0"/>
                    <a:pt x="69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16" y="5"/>
                    <a:pt x="15" y="11"/>
                  </a:cubicBezTo>
                  <a:cubicBezTo>
                    <a:pt x="15" y="11"/>
                    <a:pt x="7" y="19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99" y="119"/>
                    <a:pt x="99" y="119"/>
                    <a:pt x="99" y="119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20" y="64"/>
                    <a:pt x="120" y="64"/>
                    <a:pt x="120" y="64"/>
                  </a:cubicBezTo>
                  <a:lnTo>
                    <a:pt x="116" y="38"/>
                  </a:lnTo>
                  <a:close/>
                </a:path>
              </a:pathLst>
            </a:custGeom>
            <a:solidFill>
              <a:srgbClr val="BC668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任意多边形: 形状 100" descr="cbb4df4e-2122-4fc1-9f78-e646d1273906"/>
            <p:cNvSpPr/>
            <p:nvPr/>
          </p:nvSpPr>
          <p:spPr bwMode="auto">
            <a:xfrm>
              <a:off x="6088856" y="2841626"/>
              <a:ext cx="187325" cy="122238"/>
            </a:xfrm>
            <a:custGeom>
              <a:gdLst>
                <a:gd name="T0" fmla="*/ 5 w 69"/>
                <a:gd name="T1" fmla="*/ 11 h 45"/>
                <a:gd name="T2" fmla="*/ 17 w 69"/>
                <a:gd name="T3" fmla="*/ 45 h 45"/>
                <a:gd name="T4" fmla="*/ 50 w 69"/>
                <a:gd name="T5" fmla="*/ 45 h 45"/>
                <a:gd name="T6" fmla="*/ 63 w 69"/>
                <a:gd name="T7" fmla="*/ 11 h 45"/>
                <a:gd name="T8" fmla="*/ 36 w 69"/>
                <a:gd name="T9" fmla="*/ 0 h 45"/>
                <a:gd name="T10" fmla="*/ 5 w 69"/>
                <a:gd name="T11" fmla="*/ 11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45">
                  <a:moveTo>
                    <a:pt x="5" y="11"/>
                  </a:moveTo>
                  <a:cubicBezTo>
                    <a:pt x="0" y="18"/>
                    <a:pt x="10" y="45"/>
                    <a:pt x="17" y="45"/>
                  </a:cubicBezTo>
                  <a:cubicBezTo>
                    <a:pt x="24" y="45"/>
                    <a:pt x="44" y="45"/>
                    <a:pt x="50" y="45"/>
                  </a:cubicBezTo>
                  <a:cubicBezTo>
                    <a:pt x="57" y="45"/>
                    <a:pt x="69" y="16"/>
                    <a:pt x="63" y="11"/>
                  </a:cubicBezTo>
                  <a:cubicBezTo>
                    <a:pt x="56" y="6"/>
                    <a:pt x="36" y="0"/>
                    <a:pt x="36" y="0"/>
                  </a:cubicBezTo>
                  <a:cubicBezTo>
                    <a:pt x="36" y="0"/>
                    <a:pt x="10" y="6"/>
                    <a:pt x="5" y="11"/>
                  </a:cubicBezTo>
                  <a:close/>
                </a:path>
              </a:pathLst>
            </a:custGeom>
            <a:solidFill>
              <a:srgbClr val="663F3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任意多边形: 形状 101" descr="5e1e7a59-a2d1-4850-849e-4a96a3d6f229"/>
            <p:cNvSpPr/>
            <p:nvPr/>
          </p:nvSpPr>
          <p:spPr bwMode="auto">
            <a:xfrm>
              <a:off x="6082506" y="2871788"/>
              <a:ext cx="38100" cy="44450"/>
            </a:xfrm>
            <a:custGeom>
              <a:gdLst>
                <a:gd name="T0" fmla="*/ 10 w 14"/>
                <a:gd name="T1" fmla="*/ 15 h 16"/>
                <a:gd name="T2" fmla="*/ 1 w 14"/>
                <a:gd name="T3" fmla="*/ 9 h 16"/>
                <a:gd name="T4" fmla="*/ 7 w 14"/>
                <a:gd name="T5" fmla="*/ 1 h 16"/>
                <a:gd name="T6" fmla="*/ 10 w 14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6">
                  <a:moveTo>
                    <a:pt x="10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1" y="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任意多边形: 形状 102" descr="b3962e30-a092-469d-af46-aad2b4c9ce62"/>
            <p:cNvSpPr/>
            <p:nvPr/>
          </p:nvSpPr>
          <p:spPr bwMode="auto">
            <a:xfrm>
              <a:off x="6238081" y="2871788"/>
              <a:ext cx="38100" cy="44450"/>
            </a:xfrm>
            <a:custGeom>
              <a:gdLst>
                <a:gd name="T0" fmla="*/ 4 w 14"/>
                <a:gd name="T1" fmla="*/ 15 h 16"/>
                <a:gd name="T2" fmla="*/ 13 w 14"/>
                <a:gd name="T3" fmla="*/ 9 h 16"/>
                <a:gd name="T4" fmla="*/ 7 w 14"/>
                <a:gd name="T5" fmla="*/ 1 h 16"/>
                <a:gd name="T6" fmla="*/ 4 w 14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6">
                  <a:moveTo>
                    <a:pt x="4" y="15"/>
                  </a:moveTo>
                  <a:cubicBezTo>
                    <a:pt x="8" y="16"/>
                    <a:pt x="12" y="13"/>
                    <a:pt x="13" y="9"/>
                  </a:cubicBezTo>
                  <a:cubicBezTo>
                    <a:pt x="14" y="5"/>
                    <a:pt x="11" y="1"/>
                    <a:pt x="7" y="1"/>
                  </a:cubicBezTo>
                  <a:cubicBezTo>
                    <a:pt x="3" y="0"/>
                    <a:pt x="0" y="14"/>
                    <a:pt x="4" y="15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任意多边形: 形状 103" descr="ba1ce769-f759-48be-9795-04c04b0a3753"/>
            <p:cNvSpPr/>
            <p:nvPr/>
          </p:nvSpPr>
          <p:spPr bwMode="auto">
            <a:xfrm>
              <a:off x="6099968" y="2801938"/>
              <a:ext cx="165100" cy="184150"/>
            </a:xfrm>
            <a:custGeom>
              <a:gdLst>
                <a:gd name="T0" fmla="*/ 30 w 61"/>
                <a:gd name="T1" fmla="*/ 68 h 68"/>
                <a:gd name="T2" fmla="*/ 57 w 61"/>
                <a:gd name="T3" fmla="*/ 17 h 68"/>
                <a:gd name="T4" fmla="*/ 31 w 61"/>
                <a:gd name="T5" fmla="*/ 0 h 68"/>
                <a:gd name="T6" fmla="*/ 3 w 61"/>
                <a:gd name="T7" fmla="*/ 17 h 68"/>
                <a:gd name="T8" fmla="*/ 30 w 61"/>
                <a:gd name="T9" fmla="*/ 68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8">
                  <a:moveTo>
                    <a:pt x="30" y="68"/>
                  </a:moveTo>
                  <a:cubicBezTo>
                    <a:pt x="61" y="68"/>
                    <a:pt x="57" y="17"/>
                    <a:pt x="57" y="17"/>
                  </a:cubicBezTo>
                  <a:cubicBezTo>
                    <a:pt x="57" y="17"/>
                    <a:pt x="56" y="0"/>
                    <a:pt x="31" y="0"/>
                  </a:cubicBezTo>
                  <a:cubicBezTo>
                    <a:pt x="8" y="0"/>
                    <a:pt x="3" y="17"/>
                    <a:pt x="3" y="17"/>
                  </a:cubicBezTo>
                  <a:cubicBezTo>
                    <a:pt x="3" y="17"/>
                    <a:pt x="0" y="68"/>
                    <a:pt x="30" y="6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任意多边形: 形状 104" descr="298a0f78-2566-4a57-8785-48658413fd08"/>
            <p:cNvSpPr/>
            <p:nvPr/>
          </p:nvSpPr>
          <p:spPr bwMode="auto">
            <a:xfrm>
              <a:off x="6085681" y="2771776"/>
              <a:ext cx="201613" cy="119063"/>
            </a:xfrm>
            <a:custGeom>
              <a:gdLst>
                <a:gd name="T0" fmla="*/ 4 w 74"/>
                <a:gd name="T1" fmla="*/ 38 h 44"/>
                <a:gd name="T2" fmla="*/ 10 w 74"/>
                <a:gd name="T3" fmla="*/ 42 h 44"/>
                <a:gd name="T4" fmla="*/ 11 w 74"/>
                <a:gd name="T5" fmla="*/ 24 h 44"/>
                <a:gd name="T6" fmla="*/ 24 w 74"/>
                <a:gd name="T7" fmla="*/ 29 h 44"/>
                <a:gd name="T8" fmla="*/ 23 w 74"/>
                <a:gd name="T9" fmla="*/ 21 h 44"/>
                <a:gd name="T10" fmla="*/ 38 w 74"/>
                <a:gd name="T11" fmla="*/ 28 h 44"/>
                <a:gd name="T12" fmla="*/ 49 w 74"/>
                <a:gd name="T13" fmla="*/ 28 h 44"/>
                <a:gd name="T14" fmla="*/ 48 w 74"/>
                <a:gd name="T15" fmla="*/ 21 h 44"/>
                <a:gd name="T16" fmla="*/ 53 w 74"/>
                <a:gd name="T17" fmla="*/ 23 h 44"/>
                <a:gd name="T18" fmla="*/ 58 w 74"/>
                <a:gd name="T19" fmla="*/ 24 h 44"/>
                <a:gd name="T20" fmla="*/ 61 w 74"/>
                <a:gd name="T21" fmla="*/ 43 h 44"/>
                <a:gd name="T22" fmla="*/ 66 w 74"/>
                <a:gd name="T23" fmla="*/ 39 h 44"/>
                <a:gd name="T24" fmla="*/ 35 w 74"/>
                <a:gd name="T25" fmla="*/ 3 h 44"/>
                <a:gd name="T26" fmla="*/ 24 w 74"/>
                <a:gd name="T27" fmla="*/ 4 h 44"/>
                <a:gd name="T28" fmla="*/ 22 w 74"/>
                <a:gd name="T29" fmla="*/ 0 h 44"/>
                <a:gd name="T30" fmla="*/ 20 w 74"/>
                <a:gd name="T31" fmla="*/ 5 h 44"/>
                <a:gd name="T32" fmla="*/ 12 w 74"/>
                <a:gd name="T33" fmla="*/ 0 h 44"/>
                <a:gd name="T34" fmla="*/ 13 w 74"/>
                <a:gd name="T35" fmla="*/ 8 h 44"/>
                <a:gd name="T36" fmla="*/ 4 w 74"/>
                <a:gd name="T37" fmla="*/ 38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44">
                  <a:moveTo>
                    <a:pt x="4" y="38"/>
                  </a:moveTo>
                  <a:cubicBezTo>
                    <a:pt x="7" y="37"/>
                    <a:pt x="10" y="42"/>
                    <a:pt x="10" y="42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7" y="29"/>
                    <a:pt x="24" y="29"/>
                  </a:cubicBezTo>
                  <a:cubicBezTo>
                    <a:pt x="23" y="25"/>
                    <a:pt x="23" y="21"/>
                    <a:pt x="23" y="21"/>
                  </a:cubicBezTo>
                  <a:cubicBezTo>
                    <a:pt x="25" y="24"/>
                    <a:pt x="33" y="27"/>
                    <a:pt x="38" y="28"/>
                  </a:cubicBezTo>
                  <a:cubicBezTo>
                    <a:pt x="36" y="22"/>
                    <a:pt x="44" y="23"/>
                    <a:pt x="49" y="28"/>
                  </a:cubicBezTo>
                  <a:cubicBezTo>
                    <a:pt x="47" y="23"/>
                    <a:pt x="46" y="23"/>
                    <a:pt x="48" y="21"/>
                  </a:cubicBezTo>
                  <a:cubicBezTo>
                    <a:pt x="53" y="20"/>
                    <a:pt x="53" y="23"/>
                    <a:pt x="53" y="23"/>
                  </a:cubicBezTo>
                  <a:cubicBezTo>
                    <a:pt x="56" y="20"/>
                    <a:pt x="58" y="24"/>
                    <a:pt x="58" y="24"/>
                  </a:cubicBezTo>
                  <a:cubicBezTo>
                    <a:pt x="58" y="24"/>
                    <a:pt x="61" y="44"/>
                    <a:pt x="61" y="43"/>
                  </a:cubicBezTo>
                  <a:cubicBezTo>
                    <a:pt x="62" y="38"/>
                    <a:pt x="66" y="39"/>
                    <a:pt x="66" y="39"/>
                  </a:cubicBezTo>
                  <a:cubicBezTo>
                    <a:pt x="66" y="39"/>
                    <a:pt x="74" y="3"/>
                    <a:pt x="35" y="3"/>
                  </a:cubicBezTo>
                  <a:cubicBezTo>
                    <a:pt x="31" y="3"/>
                    <a:pt x="27" y="3"/>
                    <a:pt x="24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18"/>
                    <a:pt x="4" y="37"/>
                    <a:pt x="4" y="38"/>
                  </a:cubicBezTo>
                  <a:close/>
                </a:path>
              </a:pathLst>
            </a:custGeom>
            <a:solidFill>
              <a:srgbClr val="663F3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矩形 105" descr="8f1bd820-708d-476a-b133-eb659dd457fc"/>
            <p:cNvSpPr>
              <a:spLocks noChangeArrowheads="1"/>
            </p:cNvSpPr>
            <p:nvPr/>
          </p:nvSpPr>
          <p:spPr bwMode="auto">
            <a:xfrm>
              <a:off x="6196806" y="3097213"/>
              <a:ext cx="60325" cy="1746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任意多边形: 形状 106" descr="ba95ec60-e80d-4652-bf13-a70978c21764"/>
            <p:cNvSpPr/>
            <p:nvPr/>
          </p:nvSpPr>
          <p:spPr bwMode="auto">
            <a:xfrm>
              <a:off x="6196806" y="3114676"/>
              <a:ext cx="60325" cy="58738"/>
            </a:xfrm>
            <a:custGeom>
              <a:gdLst>
                <a:gd name="T0" fmla="*/ 38 w 38"/>
                <a:gd name="T1" fmla="*/ 29 h 37"/>
                <a:gd name="T2" fmla="*/ 19 w 38"/>
                <a:gd name="T3" fmla="*/ 37 h 37"/>
                <a:gd name="T4" fmla="*/ 0 w 38"/>
                <a:gd name="T5" fmla="*/ 29 h 37"/>
                <a:gd name="T6" fmla="*/ 0 w 38"/>
                <a:gd name="T7" fmla="*/ 0 h 37"/>
                <a:gd name="T8" fmla="*/ 38 w 38"/>
                <a:gd name="T9" fmla="*/ 0 h 37"/>
                <a:gd name="T10" fmla="*/ 38 w 38"/>
                <a:gd name="T11" fmla="*/ 29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7">
                  <a:moveTo>
                    <a:pt x="38" y="29"/>
                  </a:moveTo>
                  <a:lnTo>
                    <a:pt x="19" y="3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29"/>
                  </a:lnTo>
                  <a:close/>
                </a:path>
              </a:pathLst>
            </a:custGeom>
            <a:solidFill>
              <a:srgbClr val="8F4D6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任意多边形: 形状 107" descr="18720caf-ae67-4712-bc05-e72844e35c7d"/>
            <p:cNvSpPr/>
            <p:nvPr/>
          </p:nvSpPr>
          <p:spPr bwMode="auto">
            <a:xfrm>
              <a:off x="6096793" y="3532188"/>
              <a:ext cx="76200" cy="217488"/>
            </a:xfrm>
            <a:custGeom>
              <a:gdLst>
                <a:gd name="T0" fmla="*/ 48 w 48"/>
                <a:gd name="T1" fmla="*/ 137 h 137"/>
                <a:gd name="T2" fmla="*/ 12 w 48"/>
                <a:gd name="T3" fmla="*/ 137 h 137"/>
                <a:gd name="T4" fmla="*/ 0 w 48"/>
                <a:gd name="T5" fmla="*/ 0 h 137"/>
                <a:gd name="T6" fmla="*/ 48 w 48"/>
                <a:gd name="T7" fmla="*/ 0 h 137"/>
                <a:gd name="T8" fmla="*/ 48 w 48"/>
                <a:gd name="T9" fmla="*/ 137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37">
                  <a:moveTo>
                    <a:pt x="48" y="137"/>
                  </a:moveTo>
                  <a:lnTo>
                    <a:pt x="12" y="137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137"/>
                  </a:ln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任意多边形: 形状 108" descr="846b2dd1-486b-48b0-9d10-a671b9ed32f1"/>
            <p:cNvSpPr/>
            <p:nvPr/>
          </p:nvSpPr>
          <p:spPr bwMode="auto">
            <a:xfrm>
              <a:off x="6185693" y="3532188"/>
              <a:ext cx="76200" cy="217488"/>
            </a:xfrm>
            <a:custGeom>
              <a:gdLst>
                <a:gd name="T0" fmla="*/ 0 w 48"/>
                <a:gd name="T1" fmla="*/ 137 h 137"/>
                <a:gd name="T2" fmla="*/ 36 w 48"/>
                <a:gd name="T3" fmla="*/ 137 h 137"/>
                <a:gd name="T4" fmla="*/ 48 w 48"/>
                <a:gd name="T5" fmla="*/ 0 h 137"/>
                <a:gd name="T6" fmla="*/ 0 w 48"/>
                <a:gd name="T7" fmla="*/ 0 h 137"/>
                <a:gd name="T8" fmla="*/ 0 w 48"/>
                <a:gd name="T9" fmla="*/ 137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37">
                  <a:moveTo>
                    <a:pt x="0" y="137"/>
                  </a:moveTo>
                  <a:lnTo>
                    <a:pt x="36" y="137"/>
                  </a:lnTo>
                  <a:lnTo>
                    <a:pt x="48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任意多边形: 形状 109" descr="6a110586-c19f-4d14-91af-fd093d7dfb2f"/>
            <p:cNvSpPr/>
            <p:nvPr/>
          </p:nvSpPr>
          <p:spPr bwMode="auto">
            <a:xfrm>
              <a:off x="6246018" y="3740151"/>
              <a:ext cx="166688" cy="115888"/>
            </a:xfrm>
            <a:custGeom>
              <a:gdLst>
                <a:gd name="T0" fmla="*/ 57 w 61"/>
                <a:gd name="T1" fmla="*/ 35 h 43"/>
                <a:gd name="T2" fmla="*/ 17 w 61"/>
                <a:gd name="T3" fmla="*/ 21 h 43"/>
                <a:gd name="T4" fmla="*/ 8 w 61"/>
                <a:gd name="T5" fmla="*/ 0 h 43"/>
                <a:gd name="T6" fmla="*/ 0 w 61"/>
                <a:gd name="T7" fmla="*/ 0 h 43"/>
                <a:gd name="T8" fmla="*/ 11 w 61"/>
                <a:gd name="T9" fmla="*/ 26 h 43"/>
                <a:gd name="T10" fmla="*/ 57 w 61"/>
                <a:gd name="T11" fmla="*/ 43 h 43"/>
                <a:gd name="T12" fmla="*/ 61 w 61"/>
                <a:gd name="T13" fmla="*/ 39 h 43"/>
                <a:gd name="T14" fmla="*/ 57 w 61"/>
                <a:gd name="T15" fmla="*/ 35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43">
                  <a:moveTo>
                    <a:pt x="57" y="35"/>
                  </a:moveTo>
                  <a:cubicBezTo>
                    <a:pt x="39" y="35"/>
                    <a:pt x="25" y="30"/>
                    <a:pt x="17" y="21"/>
                  </a:cubicBezTo>
                  <a:cubicBezTo>
                    <a:pt x="12" y="15"/>
                    <a:pt x="9" y="8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0"/>
                    <a:pt x="5" y="19"/>
                    <a:pt x="11" y="26"/>
                  </a:cubicBezTo>
                  <a:cubicBezTo>
                    <a:pt x="21" y="37"/>
                    <a:pt x="36" y="43"/>
                    <a:pt x="57" y="43"/>
                  </a:cubicBezTo>
                  <a:cubicBezTo>
                    <a:pt x="59" y="43"/>
                    <a:pt x="61" y="41"/>
                    <a:pt x="61" y="39"/>
                  </a:cubicBezTo>
                  <a:cubicBezTo>
                    <a:pt x="61" y="37"/>
                    <a:pt x="59" y="35"/>
                    <a:pt x="57" y="35"/>
                  </a:cubicBezTo>
                  <a:close/>
                </a:path>
              </a:pathLst>
            </a:custGeom>
            <a:solidFill>
              <a:srgbClr val="CC884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任意多边形: 形状 110" descr="c754af28-a290-4da3-9be7-8e9b02eb271e"/>
            <p:cNvSpPr/>
            <p:nvPr/>
          </p:nvSpPr>
          <p:spPr bwMode="auto">
            <a:xfrm>
              <a:off x="6246018" y="3694113"/>
              <a:ext cx="25400" cy="46038"/>
            </a:xfrm>
            <a:custGeom>
              <a:gdLst>
                <a:gd name="T0" fmla="*/ 8 w 9"/>
                <a:gd name="T1" fmla="*/ 16 h 17"/>
                <a:gd name="T2" fmla="*/ 8 w 9"/>
                <a:gd name="T3" fmla="*/ 12 h 17"/>
                <a:gd name="T4" fmla="*/ 8 w 9"/>
                <a:gd name="T5" fmla="*/ 10 h 17"/>
                <a:gd name="T6" fmla="*/ 9 w 9"/>
                <a:gd name="T7" fmla="*/ 5 h 17"/>
                <a:gd name="T8" fmla="*/ 5 w 9"/>
                <a:gd name="T9" fmla="*/ 0 h 17"/>
                <a:gd name="T10" fmla="*/ 1 w 9"/>
                <a:gd name="T11" fmla="*/ 4 h 17"/>
                <a:gd name="T12" fmla="*/ 0 w 9"/>
                <a:gd name="T13" fmla="*/ 10 h 17"/>
                <a:gd name="T14" fmla="*/ 0 w 9"/>
                <a:gd name="T15" fmla="*/ 12 h 17"/>
                <a:gd name="T16" fmla="*/ 0 w 9"/>
                <a:gd name="T17" fmla="*/ 16 h 17"/>
                <a:gd name="T18" fmla="*/ 0 w 9"/>
                <a:gd name="T19" fmla="*/ 17 h 17"/>
                <a:gd name="T20" fmla="*/ 0 w 9"/>
                <a:gd name="T21" fmla="*/ 17 h 17"/>
                <a:gd name="T22" fmla="*/ 8 w 9"/>
                <a:gd name="T23" fmla="*/ 17 h 17"/>
                <a:gd name="T24" fmla="*/ 8 w 9"/>
                <a:gd name="T25" fmla="*/ 16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7">
                  <a:moveTo>
                    <a:pt x="8" y="16"/>
                  </a:moveTo>
                  <a:cubicBezTo>
                    <a:pt x="8" y="15"/>
                    <a:pt x="8" y="13"/>
                    <a:pt x="8" y="12"/>
                  </a:cubicBezTo>
                  <a:cubicBezTo>
                    <a:pt x="8" y="11"/>
                    <a:pt x="8" y="11"/>
                    <a:pt x="8" y="10"/>
                  </a:cubicBezTo>
                  <a:cubicBezTo>
                    <a:pt x="8" y="9"/>
                    <a:pt x="8" y="7"/>
                    <a:pt x="9" y="5"/>
                  </a:cubicBezTo>
                  <a:cubicBezTo>
                    <a:pt x="9" y="3"/>
                    <a:pt x="7" y="1"/>
                    <a:pt x="5" y="0"/>
                  </a:cubicBezTo>
                  <a:cubicBezTo>
                    <a:pt x="3" y="0"/>
                    <a:pt x="1" y="1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1"/>
                    <a:pt x="0" y="11"/>
                    <a:pt x="0" y="12"/>
                  </a:cubicBezTo>
                  <a:cubicBezTo>
                    <a:pt x="0" y="14"/>
                    <a:pt x="0" y="15"/>
                    <a:pt x="0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8" y="17"/>
                    <a:pt x="8" y="17"/>
                    <a:pt x="8" y="17"/>
                  </a:cubicBezTo>
                  <a:lnTo>
                    <a:pt x="8" y="16"/>
                  </a:lnTo>
                  <a:close/>
                </a:path>
              </a:pathLst>
            </a:custGeom>
            <a:solidFill>
              <a:srgbClr val="8A5C3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任意多边形: 形状 111" descr="987ed331-7122-4e9e-9ca8-4b0fb48ccf98"/>
            <p:cNvSpPr/>
            <p:nvPr/>
          </p:nvSpPr>
          <p:spPr bwMode="auto">
            <a:xfrm>
              <a:off x="6311106" y="3511551"/>
              <a:ext cx="327025" cy="355600"/>
            </a:xfrm>
            <a:custGeom>
              <a:gdLst>
                <a:gd name="T0" fmla="*/ 77 w 120"/>
                <a:gd name="T1" fmla="*/ 131 h 131"/>
                <a:gd name="T2" fmla="*/ 43 w 120"/>
                <a:gd name="T3" fmla="*/ 131 h 131"/>
                <a:gd name="T4" fmla="*/ 9 w 120"/>
                <a:gd name="T5" fmla="*/ 77 h 131"/>
                <a:gd name="T6" fmla="*/ 26 w 120"/>
                <a:gd name="T7" fmla="*/ 32 h 131"/>
                <a:gd name="T8" fmla="*/ 94 w 120"/>
                <a:gd name="T9" fmla="*/ 32 h 131"/>
                <a:gd name="T10" fmla="*/ 111 w 120"/>
                <a:gd name="T11" fmla="*/ 77 h 131"/>
                <a:gd name="T12" fmla="*/ 77 w 120"/>
                <a:gd name="T13" fmla="*/ 131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31">
                  <a:moveTo>
                    <a:pt x="77" y="131"/>
                  </a:moveTo>
                  <a:cubicBezTo>
                    <a:pt x="43" y="131"/>
                    <a:pt x="43" y="131"/>
                    <a:pt x="43" y="131"/>
                  </a:cubicBezTo>
                  <a:cubicBezTo>
                    <a:pt x="17" y="131"/>
                    <a:pt x="0" y="103"/>
                    <a:pt x="9" y="77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39" y="0"/>
                    <a:pt x="81" y="0"/>
                    <a:pt x="94" y="32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20" y="103"/>
                    <a:pt x="103" y="131"/>
                    <a:pt x="77" y="131"/>
                  </a:cubicBezTo>
                  <a:close/>
                </a:path>
              </a:pathLst>
            </a:cu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椭圆 112" descr="b2333610-a7fd-4c03-bd74-7c839ff74e95"/>
            <p:cNvSpPr>
              <a:spLocks noChangeArrowheads="1"/>
            </p:cNvSpPr>
            <p:nvPr/>
          </p:nvSpPr>
          <p:spPr bwMode="auto">
            <a:xfrm>
              <a:off x="6460331" y="3656013"/>
              <a:ext cx="30163" cy="19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任意多边形: 形状 113" descr="c4b8082e-54ba-4275-a741-ed3ee92d1461"/>
            <p:cNvSpPr/>
            <p:nvPr/>
          </p:nvSpPr>
          <p:spPr bwMode="auto">
            <a:xfrm>
              <a:off x="6477793" y="3627438"/>
              <a:ext cx="58738" cy="44450"/>
            </a:xfrm>
            <a:custGeom>
              <a:gdLst>
                <a:gd name="T0" fmla="*/ 0 w 22"/>
                <a:gd name="T1" fmla="*/ 10 h 16"/>
                <a:gd name="T2" fmla="*/ 11 w 22"/>
                <a:gd name="T3" fmla="*/ 14 h 16"/>
                <a:gd name="T4" fmla="*/ 18 w 22"/>
                <a:gd name="T5" fmla="*/ 0 h 16"/>
                <a:gd name="T6" fmla="*/ 0 w 22"/>
                <a:gd name="T7" fmla="*/ 3 h 16"/>
                <a:gd name="T8" fmla="*/ 0 w 22"/>
                <a:gd name="T9" fmla="*/ 1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">
                  <a:moveTo>
                    <a:pt x="0" y="10"/>
                  </a:moveTo>
                  <a:cubicBezTo>
                    <a:pt x="0" y="10"/>
                    <a:pt x="5" y="16"/>
                    <a:pt x="11" y="14"/>
                  </a:cubicBezTo>
                  <a:cubicBezTo>
                    <a:pt x="22" y="12"/>
                    <a:pt x="18" y="0"/>
                    <a:pt x="18" y="0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任意多边形: 形状 114" descr="7b58337a-1a7c-4b21-a0d5-3f7108b5d1d1"/>
            <p:cNvSpPr/>
            <p:nvPr/>
          </p:nvSpPr>
          <p:spPr bwMode="auto">
            <a:xfrm>
              <a:off x="6414293" y="3630613"/>
              <a:ext cx="63500" cy="41275"/>
            </a:xfrm>
            <a:custGeom>
              <a:gdLst>
                <a:gd name="T0" fmla="*/ 23 w 23"/>
                <a:gd name="T1" fmla="*/ 9 h 15"/>
                <a:gd name="T2" fmla="*/ 11 w 23"/>
                <a:gd name="T3" fmla="*/ 13 h 15"/>
                <a:gd name="T4" fmla="*/ 4 w 23"/>
                <a:gd name="T5" fmla="*/ 0 h 15"/>
                <a:gd name="T6" fmla="*/ 23 w 23"/>
                <a:gd name="T7" fmla="*/ 2 h 15"/>
                <a:gd name="T8" fmla="*/ 23 w 23"/>
                <a:gd name="T9" fmla="*/ 9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5">
                  <a:moveTo>
                    <a:pt x="23" y="9"/>
                  </a:moveTo>
                  <a:cubicBezTo>
                    <a:pt x="23" y="9"/>
                    <a:pt x="17" y="15"/>
                    <a:pt x="11" y="13"/>
                  </a:cubicBezTo>
                  <a:cubicBezTo>
                    <a:pt x="0" y="11"/>
                    <a:pt x="4" y="0"/>
                    <a:pt x="4" y="0"/>
                  </a:cubicBezTo>
                  <a:cubicBezTo>
                    <a:pt x="23" y="2"/>
                    <a:pt x="23" y="2"/>
                    <a:pt x="23" y="2"/>
                  </a:cubicBezTo>
                  <a:lnTo>
                    <a:pt x="23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椭圆 115" descr="0a3b170f-6aff-449a-929c-d95de5a16bb4"/>
            <p:cNvSpPr>
              <a:spLocks noChangeArrowheads="1"/>
            </p:cNvSpPr>
            <p:nvPr/>
          </p:nvSpPr>
          <p:spPr bwMode="auto">
            <a:xfrm>
              <a:off x="6409531" y="3573463"/>
              <a:ext cx="127000" cy="68263"/>
            </a:xfrm>
            <a:prstGeom prst="ellipse">
              <a:avLst/>
            </a:prstGeom>
            <a:solidFill>
              <a:srgbClr val="94633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任意多边形: 形状 116" descr="2471d027-67e4-4c95-8773-83200348f415"/>
            <p:cNvSpPr/>
            <p:nvPr/>
          </p:nvSpPr>
          <p:spPr bwMode="auto">
            <a:xfrm>
              <a:off x="6387306" y="3722688"/>
              <a:ext cx="174625" cy="150813"/>
            </a:xfrm>
            <a:custGeom>
              <a:gdLst>
                <a:gd name="T0" fmla="*/ 64 w 64"/>
                <a:gd name="T1" fmla="*/ 31 h 55"/>
                <a:gd name="T2" fmla="*/ 53 w 64"/>
                <a:gd name="T3" fmla="*/ 53 h 55"/>
                <a:gd name="T4" fmla="*/ 11 w 64"/>
                <a:gd name="T5" fmla="*/ 53 h 55"/>
                <a:gd name="T6" fmla="*/ 0 w 64"/>
                <a:gd name="T7" fmla="*/ 31 h 55"/>
                <a:gd name="T8" fmla="*/ 32 w 64"/>
                <a:gd name="T9" fmla="*/ 0 h 55"/>
                <a:gd name="T10" fmla="*/ 64 w 64"/>
                <a:gd name="T11" fmla="*/ 31 h 5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55">
                  <a:moveTo>
                    <a:pt x="64" y="31"/>
                  </a:moveTo>
                  <a:cubicBezTo>
                    <a:pt x="64" y="40"/>
                    <a:pt x="60" y="48"/>
                    <a:pt x="53" y="53"/>
                  </a:cubicBezTo>
                  <a:cubicBezTo>
                    <a:pt x="49" y="55"/>
                    <a:pt x="13" y="55"/>
                    <a:pt x="11" y="53"/>
                  </a:cubicBezTo>
                  <a:cubicBezTo>
                    <a:pt x="4" y="48"/>
                    <a:pt x="0" y="40"/>
                    <a:pt x="0" y="31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1"/>
                  </a:cubicBezTo>
                  <a:close/>
                </a:path>
              </a:pathLst>
            </a:custGeom>
            <a:solidFill>
              <a:srgbClr val="E6C6A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椭圆 117" descr="6ffd9821-fe57-47ac-bf6f-d244191fd654"/>
            <p:cNvSpPr>
              <a:spLocks noChangeArrowheads="1"/>
            </p:cNvSpPr>
            <p:nvPr/>
          </p:nvSpPr>
          <p:spPr bwMode="auto">
            <a:xfrm>
              <a:off x="6496843" y="3589338"/>
              <a:ext cx="20638" cy="365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椭圆 118" descr="6653f619-008e-40e7-bb8e-2268e6e67b2f"/>
            <p:cNvSpPr>
              <a:spLocks noChangeArrowheads="1"/>
            </p:cNvSpPr>
            <p:nvPr/>
          </p:nvSpPr>
          <p:spPr bwMode="auto">
            <a:xfrm>
              <a:off x="6501606" y="3606801"/>
              <a:ext cx="11113" cy="127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椭圆 119" descr="8a07c5c5-ef8f-4012-a1c6-cca47b924e01"/>
            <p:cNvSpPr>
              <a:spLocks noChangeArrowheads="1"/>
            </p:cNvSpPr>
            <p:nvPr/>
          </p:nvSpPr>
          <p:spPr bwMode="auto">
            <a:xfrm>
              <a:off x="6433343" y="3589338"/>
              <a:ext cx="22225" cy="365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椭圆 120" descr="b72fbc8a-7dca-46e6-ab78-592d15a1e562"/>
            <p:cNvSpPr>
              <a:spLocks noChangeArrowheads="1"/>
            </p:cNvSpPr>
            <p:nvPr/>
          </p:nvSpPr>
          <p:spPr bwMode="auto">
            <a:xfrm>
              <a:off x="6441281" y="3606801"/>
              <a:ext cx="9525" cy="127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任意多边形: 形状 121" descr="30adf5c5-9071-4ea5-809b-d9b1f31c5dee"/>
            <p:cNvSpPr/>
            <p:nvPr/>
          </p:nvSpPr>
          <p:spPr bwMode="auto">
            <a:xfrm>
              <a:off x="6504781" y="3494088"/>
              <a:ext cx="61913" cy="79375"/>
            </a:xfrm>
            <a:custGeom>
              <a:gdLst>
                <a:gd name="T0" fmla="*/ 17 w 23"/>
                <a:gd name="T1" fmla="*/ 29 h 29"/>
                <a:gd name="T2" fmla="*/ 0 w 23"/>
                <a:gd name="T3" fmla="*/ 17 h 29"/>
                <a:gd name="T4" fmla="*/ 22 w 23"/>
                <a:gd name="T5" fmla="*/ 1 h 29"/>
                <a:gd name="T6" fmla="*/ 17 w 23"/>
                <a:gd name="T7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8">
                  <a:moveTo>
                    <a:pt x="17" y="29"/>
                  </a:moveTo>
                  <a:cubicBezTo>
                    <a:pt x="12" y="23"/>
                    <a:pt x="0" y="17"/>
                    <a:pt x="0" y="17"/>
                  </a:cubicBezTo>
                  <a:cubicBezTo>
                    <a:pt x="0" y="17"/>
                    <a:pt x="20" y="0"/>
                    <a:pt x="22" y="1"/>
                  </a:cubicBezTo>
                  <a:cubicBezTo>
                    <a:pt x="23" y="1"/>
                    <a:pt x="20" y="28"/>
                    <a:pt x="17" y="29"/>
                  </a:cubicBezTo>
                  <a:close/>
                </a:path>
              </a:pathLst>
            </a:custGeom>
            <a:solidFill>
              <a:srgbClr val="A66F3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任意多边形: 形状 122" descr="dbc60317-ce41-4cc0-96f5-49985a984576"/>
            <p:cNvSpPr/>
            <p:nvPr/>
          </p:nvSpPr>
          <p:spPr bwMode="auto">
            <a:xfrm>
              <a:off x="6517481" y="3516313"/>
              <a:ext cx="36513" cy="44450"/>
            </a:xfrm>
            <a:custGeom>
              <a:gdLst>
                <a:gd name="T0" fmla="*/ 10 w 13"/>
                <a:gd name="T1" fmla="*/ 16 h 16"/>
                <a:gd name="T2" fmla="*/ 0 w 13"/>
                <a:gd name="T3" fmla="*/ 10 h 16"/>
                <a:gd name="T4" fmla="*/ 12 w 13"/>
                <a:gd name="T5" fmla="*/ 0 h 16"/>
                <a:gd name="T6" fmla="*/ 10 w 13"/>
                <a:gd name="T7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6">
                  <a:moveTo>
                    <a:pt x="10" y="16"/>
                  </a:moveTo>
                  <a:cubicBezTo>
                    <a:pt x="6" y="13"/>
                    <a:pt x="0" y="10"/>
                    <a:pt x="0" y="10"/>
                  </a:cubicBezTo>
                  <a:cubicBezTo>
                    <a:pt x="0" y="10"/>
                    <a:pt x="11" y="0"/>
                    <a:pt x="12" y="0"/>
                  </a:cubicBezTo>
                  <a:cubicBezTo>
                    <a:pt x="13" y="1"/>
                    <a:pt x="11" y="15"/>
                    <a:pt x="10" y="16"/>
                  </a:cubicBezTo>
                  <a:close/>
                </a:path>
              </a:pathLst>
            </a:custGeom>
            <a:solidFill>
              <a:srgbClr val="FFA6F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任意多边形: 形状 123" descr="3a734b3a-003c-4bbc-8f17-79d240c0498d"/>
            <p:cNvSpPr/>
            <p:nvPr/>
          </p:nvSpPr>
          <p:spPr bwMode="auto">
            <a:xfrm>
              <a:off x="6382543" y="3494088"/>
              <a:ext cx="61913" cy="79375"/>
            </a:xfrm>
            <a:custGeom>
              <a:gdLst>
                <a:gd name="T0" fmla="*/ 6 w 23"/>
                <a:gd name="T1" fmla="*/ 29 h 29"/>
                <a:gd name="T2" fmla="*/ 23 w 23"/>
                <a:gd name="T3" fmla="*/ 17 h 29"/>
                <a:gd name="T4" fmla="*/ 1 w 23"/>
                <a:gd name="T5" fmla="*/ 1 h 29"/>
                <a:gd name="T6" fmla="*/ 6 w 23"/>
                <a:gd name="T7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8">
                  <a:moveTo>
                    <a:pt x="6" y="29"/>
                  </a:moveTo>
                  <a:cubicBezTo>
                    <a:pt x="11" y="23"/>
                    <a:pt x="23" y="17"/>
                    <a:pt x="23" y="17"/>
                  </a:cubicBezTo>
                  <a:cubicBezTo>
                    <a:pt x="23" y="17"/>
                    <a:pt x="4" y="0"/>
                    <a:pt x="1" y="1"/>
                  </a:cubicBezTo>
                  <a:cubicBezTo>
                    <a:pt x="0" y="1"/>
                    <a:pt x="4" y="28"/>
                    <a:pt x="6" y="29"/>
                  </a:cubicBezTo>
                  <a:close/>
                </a:path>
              </a:pathLst>
            </a:custGeom>
            <a:solidFill>
              <a:srgbClr val="CF8A4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任意多边形: 形状 124" descr="b3798558-08f2-4892-b3dd-5b53dda9ed35"/>
            <p:cNvSpPr/>
            <p:nvPr/>
          </p:nvSpPr>
          <p:spPr bwMode="auto">
            <a:xfrm>
              <a:off x="6395243" y="3516313"/>
              <a:ext cx="36513" cy="44450"/>
            </a:xfrm>
            <a:custGeom>
              <a:gdLst>
                <a:gd name="T0" fmla="*/ 4 w 13"/>
                <a:gd name="T1" fmla="*/ 16 h 16"/>
                <a:gd name="T2" fmla="*/ 13 w 13"/>
                <a:gd name="T3" fmla="*/ 10 h 16"/>
                <a:gd name="T4" fmla="*/ 1 w 13"/>
                <a:gd name="T5" fmla="*/ 0 h 16"/>
                <a:gd name="T6" fmla="*/ 4 w 13"/>
                <a:gd name="T7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6">
                  <a:moveTo>
                    <a:pt x="4" y="16"/>
                  </a:moveTo>
                  <a:cubicBezTo>
                    <a:pt x="7" y="13"/>
                    <a:pt x="13" y="10"/>
                    <a:pt x="13" y="10"/>
                  </a:cubicBezTo>
                  <a:cubicBezTo>
                    <a:pt x="13" y="10"/>
                    <a:pt x="2" y="0"/>
                    <a:pt x="1" y="0"/>
                  </a:cubicBezTo>
                  <a:cubicBezTo>
                    <a:pt x="0" y="1"/>
                    <a:pt x="2" y="15"/>
                    <a:pt x="4" y="16"/>
                  </a:cubicBezTo>
                  <a:close/>
                </a:path>
              </a:pathLst>
            </a:custGeom>
            <a:solidFill>
              <a:srgbClr val="FFA6F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任意多边形: 形状 125" descr="4cbffbf5-cc16-4608-af29-5a10be7162ef"/>
            <p:cNvSpPr/>
            <p:nvPr/>
          </p:nvSpPr>
          <p:spPr bwMode="auto">
            <a:xfrm>
              <a:off x="6463506" y="3644901"/>
              <a:ext cx="25400" cy="12700"/>
            </a:xfrm>
            <a:custGeom>
              <a:gdLst>
                <a:gd name="T0" fmla="*/ 4 w 9"/>
                <a:gd name="T1" fmla="*/ 5 h 5"/>
                <a:gd name="T2" fmla="*/ 1 w 9"/>
                <a:gd name="T3" fmla="*/ 2 h 5"/>
                <a:gd name="T4" fmla="*/ 1 w 9"/>
                <a:gd name="T5" fmla="*/ 0 h 5"/>
                <a:gd name="T6" fmla="*/ 8 w 9"/>
                <a:gd name="T7" fmla="*/ 0 h 5"/>
                <a:gd name="T8" fmla="*/ 8 w 9"/>
                <a:gd name="T9" fmla="*/ 2 h 5"/>
                <a:gd name="T10" fmla="*/ 5 w 9"/>
                <a:gd name="T11" fmla="*/ 5 h 5"/>
                <a:gd name="T12" fmla="*/ 4 w 9"/>
                <a:gd name="T13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">
                  <a:moveTo>
                    <a:pt x="4" y="5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1"/>
                    <a:pt x="8" y="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lose/>
                </a:path>
              </a:pathLst>
            </a:custGeom>
            <a:solidFill>
              <a:srgbClr val="593C2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任意多边形: 形状 126" descr="a70d7716-5c4e-4b1a-8a87-c638be99e11f"/>
            <p:cNvSpPr/>
            <p:nvPr/>
          </p:nvSpPr>
          <p:spPr bwMode="auto">
            <a:xfrm>
              <a:off x="6520656" y="3627438"/>
              <a:ext cx="133350" cy="25400"/>
            </a:xfrm>
            <a:custGeom>
              <a:gdLst>
                <a:gd name="T0" fmla="*/ 49 w 49"/>
                <a:gd name="T1" fmla="*/ 9 h 9"/>
                <a:gd name="T2" fmla="*/ 0 w 49"/>
                <a:gd name="T3" fmla="*/ 5 h 9"/>
                <a:gd name="T4" fmla="*/ 0 w 49"/>
                <a:gd name="T5" fmla="*/ 4 h 9"/>
                <a:gd name="T6" fmla="*/ 49 w 49"/>
                <a:gd name="T7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">
                  <a:moveTo>
                    <a:pt x="49" y="9"/>
                  </a:moveTo>
                  <a:cubicBezTo>
                    <a:pt x="28" y="1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27" y="0"/>
                    <a:pt x="4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任意多边形: 形状 127" descr="00a154ee-99d7-4b9b-bcc7-c4e9cf951cd7"/>
            <p:cNvSpPr/>
            <p:nvPr/>
          </p:nvSpPr>
          <p:spPr bwMode="auto">
            <a:xfrm>
              <a:off x="6512718" y="3646488"/>
              <a:ext cx="128588" cy="41275"/>
            </a:xfrm>
            <a:custGeom>
              <a:gdLst>
                <a:gd name="T0" fmla="*/ 47 w 47"/>
                <a:gd name="T1" fmla="*/ 15 h 15"/>
                <a:gd name="T2" fmla="*/ 0 w 47"/>
                <a:gd name="T3" fmla="*/ 1 h 15"/>
                <a:gd name="T4" fmla="*/ 0 w 47"/>
                <a:gd name="T5" fmla="*/ 0 h 15"/>
                <a:gd name="T6" fmla="*/ 47 w 47"/>
                <a:gd name="T7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">
                  <a:moveTo>
                    <a:pt x="47" y="15"/>
                  </a:moveTo>
                  <a:cubicBezTo>
                    <a:pt x="30" y="1"/>
                    <a:pt x="1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1" y="0"/>
                    <a:pt x="4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任意多边形: 形状 128" descr="8e7de165-4d74-47e9-a302-a791d28a6e59"/>
            <p:cNvSpPr/>
            <p:nvPr/>
          </p:nvSpPr>
          <p:spPr bwMode="auto">
            <a:xfrm>
              <a:off x="6498431" y="3656013"/>
              <a:ext cx="120650" cy="61913"/>
            </a:xfrm>
            <a:custGeom>
              <a:gdLst>
                <a:gd name="T0" fmla="*/ 44 w 44"/>
                <a:gd name="T1" fmla="*/ 23 h 23"/>
                <a:gd name="T2" fmla="*/ 0 w 44"/>
                <a:gd name="T3" fmla="*/ 1 h 23"/>
                <a:gd name="T4" fmla="*/ 0 w 44"/>
                <a:gd name="T5" fmla="*/ 0 h 23"/>
                <a:gd name="T6" fmla="*/ 44 w 44"/>
                <a:gd name="T7" fmla="*/ 2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3">
                  <a:moveTo>
                    <a:pt x="44" y="23"/>
                  </a:moveTo>
                  <a:cubicBezTo>
                    <a:pt x="28" y="3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2" y="4"/>
                    <a:pt x="44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任意多边形: 形状 129" descr="3c7346ca-a19a-4d07-b0f1-01e520e78c31"/>
            <p:cNvSpPr/>
            <p:nvPr/>
          </p:nvSpPr>
          <p:spPr bwMode="auto">
            <a:xfrm>
              <a:off x="6295231" y="3627438"/>
              <a:ext cx="133350" cy="25400"/>
            </a:xfrm>
            <a:custGeom>
              <a:gdLst>
                <a:gd name="T0" fmla="*/ 0 w 49"/>
                <a:gd name="T1" fmla="*/ 9 h 9"/>
                <a:gd name="T2" fmla="*/ 49 w 49"/>
                <a:gd name="T3" fmla="*/ 5 h 9"/>
                <a:gd name="T4" fmla="*/ 49 w 49"/>
                <a:gd name="T5" fmla="*/ 4 h 9"/>
                <a:gd name="T6" fmla="*/ 0 w 49"/>
                <a:gd name="T7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">
                  <a:moveTo>
                    <a:pt x="0" y="9"/>
                  </a:moveTo>
                  <a:cubicBezTo>
                    <a:pt x="22" y="1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22" y="0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任意多边形: 形状 130" descr="0dd17bdb-8c3e-4222-b5ec-6c57622eeada"/>
            <p:cNvSpPr/>
            <p:nvPr/>
          </p:nvSpPr>
          <p:spPr bwMode="auto">
            <a:xfrm>
              <a:off x="6309518" y="3646488"/>
              <a:ext cx="127000" cy="41275"/>
            </a:xfrm>
            <a:custGeom>
              <a:gdLst>
                <a:gd name="T0" fmla="*/ 0 w 47"/>
                <a:gd name="T1" fmla="*/ 15 h 15"/>
                <a:gd name="T2" fmla="*/ 47 w 47"/>
                <a:gd name="T3" fmla="*/ 1 h 15"/>
                <a:gd name="T4" fmla="*/ 47 w 47"/>
                <a:gd name="T5" fmla="*/ 0 h 15"/>
                <a:gd name="T6" fmla="*/ 0 w 47"/>
                <a:gd name="T7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">
                  <a:moveTo>
                    <a:pt x="0" y="15"/>
                  </a:moveTo>
                  <a:cubicBezTo>
                    <a:pt x="18" y="1"/>
                    <a:pt x="47" y="1"/>
                    <a:pt x="47" y="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16" y="0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任意多边形: 形状 131" descr="367fe4e0-4b48-4e2f-ab5d-835cc0e5f244"/>
            <p:cNvSpPr/>
            <p:nvPr/>
          </p:nvSpPr>
          <p:spPr bwMode="auto">
            <a:xfrm>
              <a:off x="6330156" y="3656013"/>
              <a:ext cx="120650" cy="61913"/>
            </a:xfrm>
            <a:custGeom>
              <a:gdLst>
                <a:gd name="T0" fmla="*/ 0 w 44"/>
                <a:gd name="T1" fmla="*/ 23 h 23"/>
                <a:gd name="T2" fmla="*/ 44 w 44"/>
                <a:gd name="T3" fmla="*/ 1 h 23"/>
                <a:gd name="T4" fmla="*/ 44 w 44"/>
                <a:gd name="T5" fmla="*/ 0 h 23"/>
                <a:gd name="T6" fmla="*/ 0 w 44"/>
                <a:gd name="T7" fmla="*/ 2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3">
                  <a:moveTo>
                    <a:pt x="0" y="23"/>
                  </a:moveTo>
                  <a:cubicBezTo>
                    <a:pt x="16" y="3"/>
                    <a:pt x="44" y="1"/>
                    <a:pt x="44" y="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12" y="4"/>
                    <a:pt x="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椭圆 132" descr="bce0fd35-09f9-495b-b3d8-dbb89d0792cd"/>
            <p:cNvSpPr>
              <a:spLocks noChangeArrowheads="1"/>
            </p:cNvSpPr>
            <p:nvPr/>
          </p:nvSpPr>
          <p:spPr bwMode="auto">
            <a:xfrm>
              <a:off x="6352381" y="3844926"/>
              <a:ext cx="57150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椭圆 133" descr="3a4bd0de-933e-42df-9439-4cbcef05e1e7"/>
            <p:cNvSpPr>
              <a:spLocks noChangeArrowheads="1"/>
            </p:cNvSpPr>
            <p:nvPr/>
          </p:nvSpPr>
          <p:spPr bwMode="auto">
            <a:xfrm>
              <a:off x="6536531" y="3844926"/>
              <a:ext cx="57150" cy="38100"/>
            </a:xfrm>
            <a:prstGeom prst="ellipse">
              <a:avLst/>
            </a:prstGeom>
            <a:solidFill>
              <a:srgbClr val="94633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矩形 134" descr="45b19831-0d6e-4866-a8c5-7731727a78bd"/>
            <p:cNvSpPr>
              <a:spLocks noChangeArrowheads="1"/>
            </p:cNvSpPr>
            <p:nvPr/>
          </p:nvSpPr>
          <p:spPr bwMode="auto">
            <a:xfrm>
              <a:off x="6490493" y="3714751"/>
              <a:ext cx="36513" cy="158750"/>
            </a:xfrm>
            <a:prstGeom prst="rect">
              <a:avLst/>
            </a:pr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矩形 135" descr="0bde7f52-cee9-499c-aaa4-64c99e219b9b"/>
            <p:cNvSpPr>
              <a:spLocks noChangeArrowheads="1"/>
            </p:cNvSpPr>
            <p:nvPr/>
          </p:nvSpPr>
          <p:spPr bwMode="auto">
            <a:xfrm>
              <a:off x="6425406" y="3714751"/>
              <a:ext cx="33338" cy="158750"/>
            </a:xfrm>
            <a:prstGeom prst="rect">
              <a:avLst/>
            </a:pr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椭圆 136" descr="19bd956b-d5d7-4a35-b526-45d29bbcec1c"/>
            <p:cNvSpPr>
              <a:spLocks noChangeArrowheads="1"/>
            </p:cNvSpPr>
            <p:nvPr/>
          </p:nvSpPr>
          <p:spPr bwMode="auto">
            <a:xfrm>
              <a:off x="6479381" y="3859213"/>
              <a:ext cx="57150" cy="34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椭圆 137" descr="7a0c2c1e-1ead-494d-a80b-35ab1d41f01a"/>
            <p:cNvSpPr>
              <a:spLocks noChangeArrowheads="1"/>
            </p:cNvSpPr>
            <p:nvPr/>
          </p:nvSpPr>
          <p:spPr bwMode="auto">
            <a:xfrm>
              <a:off x="6414293" y="3859213"/>
              <a:ext cx="55563" cy="34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任意多边形: 形状 138" descr="b5c86c77-249d-4823-80a1-8a735c596de9"/>
            <p:cNvSpPr/>
            <p:nvPr/>
          </p:nvSpPr>
          <p:spPr bwMode="auto">
            <a:xfrm>
              <a:off x="6099968" y="1887538"/>
              <a:ext cx="855663" cy="541338"/>
            </a:xfrm>
            <a:custGeom>
              <a:gdLst>
                <a:gd name="T0" fmla="*/ 237 w 315"/>
                <a:gd name="T1" fmla="*/ 136 h 199"/>
                <a:gd name="T2" fmla="*/ 168 w 315"/>
                <a:gd name="T3" fmla="*/ 54 h 199"/>
                <a:gd name="T4" fmla="*/ 86 w 315"/>
                <a:gd name="T5" fmla="*/ 24 h 199"/>
                <a:gd name="T6" fmla="*/ 17 w 315"/>
                <a:gd name="T7" fmla="*/ 32 h 199"/>
                <a:gd name="T8" fmla="*/ 85 w 315"/>
                <a:gd name="T9" fmla="*/ 52 h 199"/>
                <a:gd name="T10" fmla="*/ 156 w 315"/>
                <a:gd name="T11" fmla="*/ 107 h 199"/>
                <a:gd name="T12" fmla="*/ 157 w 315"/>
                <a:gd name="T13" fmla="*/ 119 h 199"/>
                <a:gd name="T14" fmla="*/ 132 w 315"/>
                <a:gd name="T15" fmla="*/ 114 h 199"/>
                <a:gd name="T16" fmla="*/ 113 w 315"/>
                <a:gd name="T17" fmla="*/ 101 h 199"/>
                <a:gd name="T18" fmla="*/ 83 w 315"/>
                <a:gd name="T19" fmla="*/ 99 h 199"/>
                <a:gd name="T20" fmla="*/ 102 w 315"/>
                <a:gd name="T21" fmla="*/ 128 h 199"/>
                <a:gd name="T22" fmla="*/ 119 w 315"/>
                <a:gd name="T23" fmla="*/ 138 h 199"/>
                <a:gd name="T24" fmla="*/ 146 w 315"/>
                <a:gd name="T25" fmla="*/ 163 h 199"/>
                <a:gd name="T26" fmla="*/ 239 w 315"/>
                <a:gd name="T27" fmla="*/ 198 h 199"/>
                <a:gd name="T28" fmla="*/ 315 w 315"/>
                <a:gd name="T29" fmla="*/ 178 h 199"/>
                <a:gd name="T30" fmla="*/ 298 w 315"/>
                <a:gd name="T31" fmla="*/ 101 h 199"/>
                <a:gd name="T32" fmla="*/ 237 w 315"/>
                <a:gd name="T33" fmla="*/ 136 h 19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5" h="199">
                  <a:moveTo>
                    <a:pt x="237" y="136"/>
                  </a:moveTo>
                  <a:cubicBezTo>
                    <a:pt x="205" y="113"/>
                    <a:pt x="189" y="62"/>
                    <a:pt x="168" y="54"/>
                  </a:cubicBezTo>
                  <a:cubicBezTo>
                    <a:pt x="143" y="51"/>
                    <a:pt x="109" y="21"/>
                    <a:pt x="86" y="24"/>
                  </a:cubicBezTo>
                  <a:cubicBezTo>
                    <a:pt x="71" y="24"/>
                    <a:pt x="0" y="0"/>
                    <a:pt x="17" y="32"/>
                  </a:cubicBezTo>
                  <a:cubicBezTo>
                    <a:pt x="21" y="38"/>
                    <a:pt x="85" y="52"/>
                    <a:pt x="85" y="52"/>
                  </a:cubicBezTo>
                  <a:cubicBezTo>
                    <a:pt x="85" y="52"/>
                    <a:pt x="144" y="79"/>
                    <a:pt x="156" y="107"/>
                  </a:cubicBezTo>
                  <a:cubicBezTo>
                    <a:pt x="158" y="110"/>
                    <a:pt x="158" y="114"/>
                    <a:pt x="157" y="119"/>
                  </a:cubicBezTo>
                  <a:cubicBezTo>
                    <a:pt x="147" y="119"/>
                    <a:pt x="144" y="122"/>
                    <a:pt x="132" y="114"/>
                  </a:cubicBezTo>
                  <a:cubicBezTo>
                    <a:pt x="123" y="108"/>
                    <a:pt x="113" y="101"/>
                    <a:pt x="113" y="101"/>
                  </a:cubicBezTo>
                  <a:cubicBezTo>
                    <a:pt x="105" y="96"/>
                    <a:pt x="88" y="91"/>
                    <a:pt x="83" y="99"/>
                  </a:cubicBezTo>
                  <a:cubicBezTo>
                    <a:pt x="76" y="110"/>
                    <a:pt x="94" y="123"/>
                    <a:pt x="102" y="128"/>
                  </a:cubicBezTo>
                  <a:cubicBezTo>
                    <a:pt x="102" y="128"/>
                    <a:pt x="105" y="130"/>
                    <a:pt x="119" y="138"/>
                  </a:cubicBezTo>
                  <a:cubicBezTo>
                    <a:pt x="130" y="146"/>
                    <a:pt x="133" y="156"/>
                    <a:pt x="146" y="163"/>
                  </a:cubicBezTo>
                  <a:cubicBezTo>
                    <a:pt x="170" y="181"/>
                    <a:pt x="230" y="199"/>
                    <a:pt x="239" y="198"/>
                  </a:cubicBezTo>
                  <a:cubicBezTo>
                    <a:pt x="264" y="195"/>
                    <a:pt x="315" y="178"/>
                    <a:pt x="315" y="178"/>
                  </a:cubicBezTo>
                  <a:cubicBezTo>
                    <a:pt x="298" y="101"/>
                    <a:pt x="298" y="101"/>
                    <a:pt x="298" y="101"/>
                  </a:cubicBezTo>
                  <a:cubicBezTo>
                    <a:pt x="275" y="124"/>
                    <a:pt x="237" y="136"/>
                    <a:pt x="237" y="136"/>
                  </a:cubicBezTo>
                  <a:close/>
                </a:path>
              </a:pathLst>
            </a:custGeom>
            <a:solidFill>
              <a:srgbClr val="FFC6B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任意多边形: 形状 139" descr="0667f82b-e899-4aff-9772-08c74f97a484"/>
            <p:cNvSpPr/>
            <p:nvPr/>
          </p:nvSpPr>
          <p:spPr bwMode="auto">
            <a:xfrm>
              <a:off x="5261768" y="1876426"/>
              <a:ext cx="846138" cy="557213"/>
            </a:xfrm>
            <a:custGeom>
              <a:gdLst>
                <a:gd name="T0" fmla="*/ 77 w 311"/>
                <a:gd name="T1" fmla="*/ 142 h 205"/>
                <a:gd name="T2" fmla="*/ 145 w 311"/>
                <a:gd name="T3" fmla="*/ 58 h 205"/>
                <a:gd name="T4" fmla="*/ 225 w 311"/>
                <a:gd name="T5" fmla="*/ 26 h 205"/>
                <a:gd name="T6" fmla="*/ 295 w 311"/>
                <a:gd name="T7" fmla="*/ 33 h 205"/>
                <a:gd name="T8" fmla="*/ 227 w 311"/>
                <a:gd name="T9" fmla="*/ 55 h 205"/>
                <a:gd name="T10" fmla="*/ 157 w 311"/>
                <a:gd name="T11" fmla="*/ 111 h 205"/>
                <a:gd name="T12" fmla="*/ 157 w 311"/>
                <a:gd name="T13" fmla="*/ 123 h 205"/>
                <a:gd name="T14" fmla="*/ 182 w 311"/>
                <a:gd name="T15" fmla="*/ 117 h 205"/>
                <a:gd name="T16" fmla="*/ 200 w 311"/>
                <a:gd name="T17" fmla="*/ 104 h 205"/>
                <a:gd name="T18" fmla="*/ 230 w 311"/>
                <a:gd name="T19" fmla="*/ 101 h 205"/>
                <a:gd name="T20" fmla="*/ 212 w 311"/>
                <a:gd name="T21" fmla="*/ 131 h 205"/>
                <a:gd name="T22" fmla="*/ 196 w 311"/>
                <a:gd name="T23" fmla="*/ 142 h 205"/>
                <a:gd name="T24" fmla="*/ 169 w 311"/>
                <a:gd name="T25" fmla="*/ 167 h 205"/>
                <a:gd name="T26" fmla="*/ 77 w 311"/>
                <a:gd name="T27" fmla="*/ 204 h 205"/>
                <a:gd name="T28" fmla="*/ 0 w 311"/>
                <a:gd name="T29" fmla="*/ 186 h 205"/>
                <a:gd name="T30" fmla="*/ 16 w 311"/>
                <a:gd name="T31" fmla="*/ 108 h 205"/>
                <a:gd name="T32" fmla="*/ 77 w 311"/>
                <a:gd name="T33" fmla="*/ 142 h 2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1" h="205">
                  <a:moveTo>
                    <a:pt x="77" y="142"/>
                  </a:moveTo>
                  <a:cubicBezTo>
                    <a:pt x="109" y="118"/>
                    <a:pt x="124" y="66"/>
                    <a:pt x="145" y="58"/>
                  </a:cubicBezTo>
                  <a:cubicBezTo>
                    <a:pt x="169" y="54"/>
                    <a:pt x="202" y="24"/>
                    <a:pt x="225" y="26"/>
                  </a:cubicBezTo>
                  <a:cubicBezTo>
                    <a:pt x="240" y="26"/>
                    <a:pt x="311" y="0"/>
                    <a:pt x="295" y="33"/>
                  </a:cubicBezTo>
                  <a:cubicBezTo>
                    <a:pt x="291" y="39"/>
                    <a:pt x="227" y="55"/>
                    <a:pt x="227" y="55"/>
                  </a:cubicBezTo>
                  <a:cubicBezTo>
                    <a:pt x="227" y="55"/>
                    <a:pt x="169" y="83"/>
                    <a:pt x="157" y="111"/>
                  </a:cubicBezTo>
                  <a:cubicBezTo>
                    <a:pt x="156" y="114"/>
                    <a:pt x="156" y="119"/>
                    <a:pt x="157" y="123"/>
                  </a:cubicBezTo>
                  <a:cubicBezTo>
                    <a:pt x="167" y="122"/>
                    <a:pt x="170" y="126"/>
                    <a:pt x="182" y="117"/>
                  </a:cubicBezTo>
                  <a:cubicBezTo>
                    <a:pt x="191" y="111"/>
                    <a:pt x="200" y="104"/>
                    <a:pt x="200" y="104"/>
                  </a:cubicBezTo>
                  <a:cubicBezTo>
                    <a:pt x="209" y="99"/>
                    <a:pt x="225" y="94"/>
                    <a:pt x="230" y="101"/>
                  </a:cubicBezTo>
                  <a:cubicBezTo>
                    <a:pt x="238" y="112"/>
                    <a:pt x="220" y="125"/>
                    <a:pt x="212" y="131"/>
                  </a:cubicBezTo>
                  <a:cubicBezTo>
                    <a:pt x="212" y="131"/>
                    <a:pt x="209" y="133"/>
                    <a:pt x="196" y="142"/>
                  </a:cubicBezTo>
                  <a:cubicBezTo>
                    <a:pt x="184" y="149"/>
                    <a:pt x="182" y="160"/>
                    <a:pt x="169" y="167"/>
                  </a:cubicBezTo>
                  <a:cubicBezTo>
                    <a:pt x="145" y="185"/>
                    <a:pt x="85" y="205"/>
                    <a:pt x="77" y="204"/>
                  </a:cubicBezTo>
                  <a:cubicBezTo>
                    <a:pt x="51" y="201"/>
                    <a:pt x="0" y="186"/>
                    <a:pt x="0" y="18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39" y="131"/>
                    <a:pt x="77" y="142"/>
                    <a:pt x="77" y="142"/>
                  </a:cubicBezTo>
                  <a:close/>
                </a:path>
              </a:pathLst>
            </a:custGeom>
            <a:solidFill>
              <a:srgbClr val="FFC6B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任意多边形: 形状 140" descr="472eef90-3b1f-42e4-bb09-c3a9bcf3c5eb"/>
            <p:cNvSpPr/>
            <p:nvPr/>
          </p:nvSpPr>
          <p:spPr bwMode="auto">
            <a:xfrm>
              <a:off x="4850606" y="2393951"/>
              <a:ext cx="171450" cy="96838"/>
            </a:xfrm>
            <a:custGeom>
              <a:gdLst>
                <a:gd name="T0" fmla="*/ 55 w 63"/>
                <a:gd name="T1" fmla="*/ 28 h 36"/>
                <a:gd name="T2" fmla="*/ 14 w 63"/>
                <a:gd name="T3" fmla="*/ 36 h 36"/>
                <a:gd name="T4" fmla="*/ 0 w 63"/>
                <a:gd name="T5" fmla="*/ 27 h 36"/>
                <a:gd name="T6" fmla="*/ 59 w 63"/>
                <a:gd name="T7" fmla="*/ 2 h 36"/>
                <a:gd name="T8" fmla="*/ 55 w 63"/>
                <a:gd name="T9" fmla="*/ 28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6">
                  <a:moveTo>
                    <a:pt x="55" y="28"/>
                  </a:moveTo>
                  <a:cubicBezTo>
                    <a:pt x="14" y="36"/>
                    <a:pt x="14" y="36"/>
                    <a:pt x="14" y="3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30" y="0"/>
                    <a:pt x="59" y="2"/>
                  </a:cubicBezTo>
                  <a:cubicBezTo>
                    <a:pt x="63" y="2"/>
                    <a:pt x="55" y="28"/>
                    <a:pt x="55" y="28"/>
                  </a:cubicBezTo>
                  <a:close/>
                </a:path>
              </a:pathLst>
            </a:custGeom>
            <a:solidFill>
              <a:srgbClr val="6E785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任意多边形: 形状 141" descr="5747b87b-c5e6-4441-913d-fa004c321ca8"/>
            <p:cNvSpPr/>
            <p:nvPr/>
          </p:nvSpPr>
          <p:spPr bwMode="auto">
            <a:xfrm>
              <a:off x="4766468" y="2516188"/>
              <a:ext cx="530225" cy="477838"/>
            </a:xfrm>
            <a:custGeom>
              <a:gdLst>
                <a:gd name="T0" fmla="*/ 179 w 195"/>
                <a:gd name="T1" fmla="*/ 59 h 176"/>
                <a:gd name="T2" fmla="*/ 107 w 195"/>
                <a:gd name="T3" fmla="*/ 165 h 176"/>
                <a:gd name="T4" fmla="*/ 1 w 195"/>
                <a:gd name="T5" fmla="*/ 93 h 176"/>
                <a:gd name="T6" fmla="*/ 77 w 195"/>
                <a:gd name="T7" fmla="*/ 9 h 176"/>
                <a:gd name="T8" fmla="*/ 179 w 195"/>
                <a:gd name="T9" fmla="*/ 59 h 17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76">
                  <a:moveTo>
                    <a:pt x="179" y="59"/>
                  </a:moveTo>
                  <a:cubicBezTo>
                    <a:pt x="195" y="103"/>
                    <a:pt x="164" y="153"/>
                    <a:pt x="107" y="165"/>
                  </a:cubicBezTo>
                  <a:cubicBezTo>
                    <a:pt x="51" y="176"/>
                    <a:pt x="3" y="140"/>
                    <a:pt x="1" y="93"/>
                  </a:cubicBezTo>
                  <a:cubicBezTo>
                    <a:pt x="0" y="53"/>
                    <a:pt x="34" y="17"/>
                    <a:pt x="77" y="9"/>
                  </a:cubicBezTo>
                  <a:cubicBezTo>
                    <a:pt x="120" y="0"/>
                    <a:pt x="165" y="21"/>
                    <a:pt x="179" y="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任意多边形: 形状 142" descr="3f4a4797-752e-4d2c-bfb2-255321b5a458"/>
            <p:cNvSpPr/>
            <p:nvPr/>
          </p:nvSpPr>
          <p:spPr bwMode="auto">
            <a:xfrm>
              <a:off x="4887118" y="2519363"/>
              <a:ext cx="176213" cy="53975"/>
            </a:xfrm>
            <a:custGeom>
              <a:gdLst>
                <a:gd name="T0" fmla="*/ 56 w 65"/>
                <a:gd name="T1" fmla="*/ 10 h 20"/>
                <a:gd name="T2" fmla="*/ 10 w 65"/>
                <a:gd name="T3" fmla="*/ 19 h 20"/>
                <a:gd name="T4" fmla="*/ 1 w 65"/>
                <a:gd name="T5" fmla="*/ 16 h 20"/>
                <a:gd name="T6" fmla="*/ 1 w 65"/>
                <a:gd name="T7" fmla="*/ 16 h 20"/>
                <a:gd name="T8" fmla="*/ 8 w 65"/>
                <a:gd name="T9" fmla="*/ 10 h 20"/>
                <a:gd name="T10" fmla="*/ 55 w 65"/>
                <a:gd name="T11" fmla="*/ 1 h 20"/>
                <a:gd name="T12" fmla="*/ 64 w 65"/>
                <a:gd name="T13" fmla="*/ 4 h 20"/>
                <a:gd name="T14" fmla="*/ 64 w 65"/>
                <a:gd name="T15" fmla="*/ 4 h 20"/>
                <a:gd name="T16" fmla="*/ 56 w 65"/>
                <a:gd name="T17" fmla="*/ 10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20">
                  <a:moveTo>
                    <a:pt x="56" y="10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20"/>
                    <a:pt x="1" y="19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4"/>
                    <a:pt x="4" y="11"/>
                    <a:pt x="8" y="10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60" y="0"/>
                    <a:pt x="64" y="1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5" y="6"/>
                    <a:pt x="61" y="9"/>
                    <a:pt x="56" y="10"/>
                  </a:cubicBezTo>
                  <a:close/>
                </a:path>
              </a:pathLst>
            </a:custGeom>
            <a:solidFill>
              <a:srgbClr val="3B3D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任意多边形: 形状 143" descr="5c6708b7-2f15-454c-8ce1-0010c82478ef"/>
            <p:cNvSpPr/>
            <p:nvPr/>
          </p:nvSpPr>
          <p:spPr bwMode="auto">
            <a:xfrm>
              <a:off x="4850606" y="2390776"/>
              <a:ext cx="215900" cy="155575"/>
            </a:xfrm>
            <a:custGeom>
              <a:gdLst>
                <a:gd name="T0" fmla="*/ 79 w 79"/>
                <a:gd name="T1" fmla="*/ 20 h 57"/>
                <a:gd name="T2" fmla="*/ 59 w 79"/>
                <a:gd name="T3" fmla="*/ 3 h 57"/>
                <a:gd name="T4" fmla="*/ 32 w 79"/>
                <a:gd name="T5" fmla="*/ 24 h 57"/>
                <a:gd name="T6" fmla="*/ 0 w 79"/>
                <a:gd name="T7" fmla="*/ 28 h 57"/>
                <a:gd name="T8" fmla="*/ 24 w 79"/>
                <a:gd name="T9" fmla="*/ 57 h 57"/>
                <a:gd name="T10" fmla="*/ 67 w 79"/>
                <a:gd name="T11" fmla="*/ 48 h 57"/>
                <a:gd name="T12" fmla="*/ 79 w 79"/>
                <a:gd name="T13" fmla="*/ 20 h 5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57">
                  <a:moveTo>
                    <a:pt x="79" y="20"/>
                  </a:moveTo>
                  <a:cubicBezTo>
                    <a:pt x="79" y="20"/>
                    <a:pt x="74" y="0"/>
                    <a:pt x="59" y="3"/>
                  </a:cubicBezTo>
                  <a:cubicBezTo>
                    <a:pt x="47" y="5"/>
                    <a:pt x="43" y="19"/>
                    <a:pt x="32" y="24"/>
                  </a:cubicBezTo>
                  <a:cubicBezTo>
                    <a:pt x="13" y="32"/>
                    <a:pt x="0" y="28"/>
                    <a:pt x="0" y="28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67" y="48"/>
                    <a:pt x="67" y="48"/>
                    <a:pt x="67" y="48"/>
                  </a:cubicBezTo>
                  <a:lnTo>
                    <a:pt x="7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任意多边形: 形状 144" descr="31922575-cd9b-478d-a3c7-bf4a777a6b34"/>
            <p:cNvSpPr/>
            <p:nvPr/>
          </p:nvSpPr>
          <p:spPr bwMode="auto">
            <a:xfrm>
              <a:off x="4945856" y="2611438"/>
              <a:ext cx="144463" cy="258763"/>
            </a:xfrm>
            <a:custGeom>
              <a:gdLst>
                <a:gd name="T0" fmla="*/ 36 w 53"/>
                <a:gd name="T1" fmla="*/ 28 h 95"/>
                <a:gd name="T2" fmla="*/ 24 w 53"/>
                <a:gd name="T3" fmla="*/ 25 h 95"/>
                <a:gd name="T4" fmla="*/ 17 w 53"/>
                <a:gd name="T5" fmla="*/ 33 h 95"/>
                <a:gd name="T6" fmla="*/ 51 w 53"/>
                <a:gd name="T7" fmla="*/ 57 h 95"/>
                <a:gd name="T8" fmla="*/ 38 w 53"/>
                <a:gd name="T9" fmla="*/ 81 h 95"/>
                <a:gd name="T10" fmla="*/ 41 w 53"/>
                <a:gd name="T11" fmla="*/ 92 h 95"/>
                <a:gd name="T12" fmla="*/ 30 w 53"/>
                <a:gd name="T13" fmla="*/ 95 h 95"/>
                <a:gd name="T14" fmla="*/ 28 w 53"/>
                <a:gd name="T15" fmla="*/ 84 h 95"/>
                <a:gd name="T16" fmla="*/ 8 w 53"/>
                <a:gd name="T17" fmla="*/ 79 h 95"/>
                <a:gd name="T18" fmla="*/ 12 w 53"/>
                <a:gd name="T19" fmla="*/ 67 h 95"/>
                <a:gd name="T20" fmla="*/ 29 w 53"/>
                <a:gd name="T21" fmla="*/ 71 h 95"/>
                <a:gd name="T22" fmla="*/ 36 w 53"/>
                <a:gd name="T23" fmla="*/ 61 h 95"/>
                <a:gd name="T24" fmla="*/ 2 w 53"/>
                <a:gd name="T25" fmla="*/ 37 h 95"/>
                <a:gd name="T26" fmla="*/ 14 w 53"/>
                <a:gd name="T27" fmla="*/ 14 h 95"/>
                <a:gd name="T28" fmla="*/ 12 w 53"/>
                <a:gd name="T29" fmla="*/ 3 h 95"/>
                <a:gd name="T30" fmla="*/ 23 w 53"/>
                <a:gd name="T31" fmla="*/ 0 h 95"/>
                <a:gd name="T32" fmla="*/ 25 w 53"/>
                <a:gd name="T33" fmla="*/ 11 h 95"/>
                <a:gd name="T34" fmla="*/ 43 w 53"/>
                <a:gd name="T35" fmla="*/ 17 h 95"/>
                <a:gd name="T36" fmla="*/ 36 w 53"/>
                <a:gd name="T37" fmla="*/ 28 h 9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2" h="95">
                  <a:moveTo>
                    <a:pt x="36" y="28"/>
                  </a:moveTo>
                  <a:cubicBezTo>
                    <a:pt x="32" y="25"/>
                    <a:pt x="28" y="24"/>
                    <a:pt x="24" y="25"/>
                  </a:cubicBezTo>
                  <a:cubicBezTo>
                    <a:pt x="18" y="26"/>
                    <a:pt x="16" y="28"/>
                    <a:pt x="17" y="33"/>
                  </a:cubicBezTo>
                  <a:cubicBezTo>
                    <a:pt x="19" y="43"/>
                    <a:pt x="47" y="37"/>
                    <a:pt x="51" y="57"/>
                  </a:cubicBezTo>
                  <a:cubicBezTo>
                    <a:pt x="53" y="68"/>
                    <a:pt x="49" y="77"/>
                    <a:pt x="38" y="81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22" y="84"/>
                    <a:pt x="13" y="83"/>
                    <a:pt x="8" y="79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9" y="70"/>
                    <a:pt x="24" y="72"/>
                    <a:pt x="29" y="71"/>
                  </a:cubicBezTo>
                  <a:cubicBezTo>
                    <a:pt x="35" y="69"/>
                    <a:pt x="37" y="66"/>
                    <a:pt x="36" y="61"/>
                  </a:cubicBezTo>
                  <a:cubicBezTo>
                    <a:pt x="34" y="50"/>
                    <a:pt x="6" y="56"/>
                    <a:pt x="2" y="37"/>
                  </a:cubicBezTo>
                  <a:cubicBezTo>
                    <a:pt x="0" y="26"/>
                    <a:pt x="5" y="18"/>
                    <a:pt x="14" y="1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2" y="11"/>
                    <a:pt x="37" y="13"/>
                    <a:pt x="43" y="17"/>
                  </a:cubicBezTo>
                  <a:lnTo>
                    <a:pt x="36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任意多边形: 形状 145" descr="7722179a-01f8-4dc2-972e-c55aea705505"/>
            <p:cNvSpPr/>
            <p:nvPr/>
          </p:nvSpPr>
          <p:spPr bwMode="auto">
            <a:xfrm>
              <a:off x="4934743" y="2562226"/>
              <a:ext cx="22225" cy="49213"/>
            </a:xfrm>
            <a:custGeom>
              <a:gdLst>
                <a:gd name="T0" fmla="*/ 0 w 14"/>
                <a:gd name="T1" fmla="*/ 31 h 31"/>
                <a:gd name="T2" fmla="*/ 4 w 14"/>
                <a:gd name="T3" fmla="*/ 2 h 31"/>
                <a:gd name="T4" fmla="*/ 14 w 14"/>
                <a:gd name="T5" fmla="*/ 0 h 31"/>
                <a:gd name="T6" fmla="*/ 0 w 14"/>
                <a:gd name="T7" fmla="*/ 31 h 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1">
                  <a:moveTo>
                    <a:pt x="0" y="31"/>
                  </a:moveTo>
                  <a:lnTo>
                    <a:pt x="4" y="2"/>
                  </a:lnTo>
                  <a:lnTo>
                    <a:pt x="1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任意多边形: 形状 146" descr="256dc892-b0c7-4b38-bb66-21818d032a3c"/>
            <p:cNvSpPr/>
            <p:nvPr/>
          </p:nvSpPr>
          <p:spPr bwMode="auto">
            <a:xfrm>
              <a:off x="4995068" y="2551113"/>
              <a:ext cx="73025" cy="65088"/>
            </a:xfrm>
            <a:custGeom>
              <a:gdLst>
                <a:gd name="T0" fmla="*/ 46 w 46"/>
                <a:gd name="T1" fmla="*/ 41 h 41"/>
                <a:gd name="T2" fmla="*/ 0 w 46"/>
                <a:gd name="T3" fmla="*/ 2 h 41"/>
                <a:gd name="T4" fmla="*/ 10 w 46"/>
                <a:gd name="T5" fmla="*/ 0 h 41"/>
                <a:gd name="T6" fmla="*/ 46 w 46"/>
                <a:gd name="T7" fmla="*/ 41 h 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41">
                  <a:moveTo>
                    <a:pt x="46" y="41"/>
                  </a:moveTo>
                  <a:lnTo>
                    <a:pt x="0" y="2"/>
                  </a:lnTo>
                  <a:lnTo>
                    <a:pt x="10" y="0"/>
                  </a:lnTo>
                  <a:lnTo>
                    <a:pt x="46" y="41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任意多边形: 形状 147" descr="cd29cdb2-2468-4a2e-873a-c4f38d73dc46"/>
            <p:cNvSpPr/>
            <p:nvPr/>
          </p:nvSpPr>
          <p:spPr bwMode="auto">
            <a:xfrm>
              <a:off x="5029993" y="2543176"/>
              <a:ext cx="30163" cy="15875"/>
            </a:xfrm>
            <a:custGeom>
              <a:gdLst>
                <a:gd name="T0" fmla="*/ 19 w 19"/>
                <a:gd name="T1" fmla="*/ 10 h 10"/>
                <a:gd name="T2" fmla="*/ 0 w 19"/>
                <a:gd name="T3" fmla="*/ 2 h 10"/>
                <a:gd name="T4" fmla="*/ 11 w 19"/>
                <a:gd name="T5" fmla="*/ 0 h 10"/>
                <a:gd name="T6" fmla="*/ 19 w 19"/>
                <a:gd name="T7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0">
                  <a:moveTo>
                    <a:pt x="19" y="10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19" y="10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任意多边形: 形状 148" descr="2b5668fe-fe18-4c0f-bd48-b59ebafd6a24"/>
            <p:cNvSpPr/>
            <p:nvPr/>
          </p:nvSpPr>
          <p:spPr bwMode="auto">
            <a:xfrm>
              <a:off x="4896643" y="2566988"/>
              <a:ext cx="28575" cy="28575"/>
            </a:xfrm>
            <a:custGeom>
              <a:gdLst>
                <a:gd name="T0" fmla="*/ 0 w 18"/>
                <a:gd name="T1" fmla="*/ 18 h 18"/>
                <a:gd name="T2" fmla="*/ 7 w 18"/>
                <a:gd name="T3" fmla="*/ 2 h 18"/>
                <a:gd name="T4" fmla="*/ 18 w 18"/>
                <a:gd name="T5" fmla="*/ 0 h 18"/>
                <a:gd name="T6" fmla="*/ 0 w 18"/>
                <a:gd name="T7" fmla="*/ 1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8">
                  <a:moveTo>
                    <a:pt x="0" y="18"/>
                  </a:moveTo>
                  <a:lnTo>
                    <a:pt x="7" y="2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任意多边形: 形状 149" descr="794c5c9d-503a-4829-b8d1-a0581c7b5423"/>
            <p:cNvSpPr/>
            <p:nvPr/>
          </p:nvSpPr>
          <p:spPr bwMode="auto">
            <a:xfrm>
              <a:off x="6947693" y="3233738"/>
              <a:ext cx="430213" cy="307975"/>
            </a:xfrm>
            <a:custGeom>
              <a:gdLst>
                <a:gd name="T0" fmla="*/ 131 w 158"/>
                <a:gd name="T1" fmla="*/ 113 h 113"/>
                <a:gd name="T2" fmla="*/ 3 w 158"/>
                <a:gd name="T3" fmla="*/ 68 h 113"/>
                <a:gd name="T4" fmla="*/ 1 w 158"/>
                <a:gd name="T5" fmla="*/ 63 h 113"/>
                <a:gd name="T6" fmla="*/ 21 w 158"/>
                <a:gd name="T7" fmla="*/ 3 h 113"/>
                <a:gd name="T8" fmla="*/ 27 w 158"/>
                <a:gd name="T9" fmla="*/ 0 h 113"/>
                <a:gd name="T10" fmla="*/ 154 w 158"/>
                <a:gd name="T11" fmla="*/ 45 h 113"/>
                <a:gd name="T12" fmla="*/ 157 w 158"/>
                <a:gd name="T13" fmla="*/ 50 h 113"/>
                <a:gd name="T14" fmla="*/ 136 w 158"/>
                <a:gd name="T15" fmla="*/ 110 h 113"/>
                <a:gd name="T16" fmla="*/ 131 w 158"/>
                <a:gd name="T17" fmla="*/ 113 h 1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13">
                  <a:moveTo>
                    <a:pt x="131" y="113"/>
                  </a:moveTo>
                  <a:cubicBezTo>
                    <a:pt x="3" y="68"/>
                    <a:pt x="3" y="68"/>
                    <a:pt x="3" y="68"/>
                  </a:cubicBezTo>
                  <a:cubicBezTo>
                    <a:pt x="1" y="67"/>
                    <a:pt x="0" y="65"/>
                    <a:pt x="1" y="6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1"/>
                    <a:pt x="25" y="0"/>
                    <a:pt x="27" y="0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7" y="46"/>
                    <a:pt x="158" y="48"/>
                    <a:pt x="157" y="50"/>
                  </a:cubicBezTo>
                  <a:cubicBezTo>
                    <a:pt x="136" y="110"/>
                    <a:pt x="136" y="110"/>
                    <a:pt x="136" y="110"/>
                  </a:cubicBezTo>
                  <a:cubicBezTo>
                    <a:pt x="136" y="112"/>
                    <a:pt x="133" y="113"/>
                    <a:pt x="131" y="113"/>
                  </a:cubicBez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任意多边形: 形状 150" descr="765c1f59-316a-4566-aad8-601551ba2f46"/>
            <p:cNvSpPr/>
            <p:nvPr/>
          </p:nvSpPr>
          <p:spPr bwMode="auto">
            <a:xfrm>
              <a:off x="6982618" y="3100388"/>
              <a:ext cx="446088" cy="320675"/>
            </a:xfrm>
            <a:custGeom>
              <a:gdLst>
                <a:gd name="T0" fmla="*/ 136 w 164"/>
                <a:gd name="T1" fmla="*/ 118 h 118"/>
                <a:gd name="T2" fmla="*/ 4 w 164"/>
                <a:gd name="T3" fmla="*/ 71 h 118"/>
                <a:gd name="T4" fmla="*/ 1 w 164"/>
                <a:gd name="T5" fmla="*/ 66 h 118"/>
                <a:gd name="T6" fmla="*/ 22 w 164"/>
                <a:gd name="T7" fmla="*/ 4 h 118"/>
                <a:gd name="T8" fmla="*/ 28 w 164"/>
                <a:gd name="T9" fmla="*/ 1 h 118"/>
                <a:gd name="T10" fmla="*/ 160 w 164"/>
                <a:gd name="T11" fmla="*/ 47 h 118"/>
                <a:gd name="T12" fmla="*/ 163 w 164"/>
                <a:gd name="T13" fmla="*/ 53 h 118"/>
                <a:gd name="T14" fmla="*/ 142 w 164"/>
                <a:gd name="T15" fmla="*/ 115 h 118"/>
                <a:gd name="T16" fmla="*/ 136 w 164"/>
                <a:gd name="T17" fmla="*/ 118 h 1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4" h="118">
                  <a:moveTo>
                    <a:pt x="136" y="118"/>
                  </a:moveTo>
                  <a:cubicBezTo>
                    <a:pt x="4" y="71"/>
                    <a:pt x="4" y="71"/>
                    <a:pt x="4" y="71"/>
                  </a:cubicBezTo>
                  <a:cubicBezTo>
                    <a:pt x="1" y="71"/>
                    <a:pt x="0" y="68"/>
                    <a:pt x="1" y="66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2"/>
                    <a:pt x="26" y="0"/>
                    <a:pt x="28" y="1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3" y="48"/>
                    <a:pt x="164" y="51"/>
                    <a:pt x="163" y="53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1" y="117"/>
                    <a:pt x="138" y="118"/>
                    <a:pt x="136" y="118"/>
                  </a:cubicBez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任意多边形: 形状 151" descr="e84115a1-4dbe-477d-abd3-353a1f9c90b0"/>
            <p:cNvSpPr/>
            <p:nvPr/>
          </p:nvSpPr>
          <p:spPr bwMode="auto">
            <a:xfrm>
              <a:off x="7241381" y="3302001"/>
              <a:ext cx="79375" cy="98425"/>
            </a:xfrm>
            <a:custGeom>
              <a:gdLst>
                <a:gd name="T0" fmla="*/ 33 w 50"/>
                <a:gd name="T1" fmla="*/ 62 h 62"/>
                <a:gd name="T2" fmla="*/ 0 w 50"/>
                <a:gd name="T3" fmla="*/ 51 h 62"/>
                <a:gd name="T4" fmla="*/ 19 w 50"/>
                <a:gd name="T5" fmla="*/ 0 h 62"/>
                <a:gd name="T6" fmla="*/ 50 w 50"/>
                <a:gd name="T7" fmla="*/ 10 h 62"/>
                <a:gd name="T8" fmla="*/ 33 w 50"/>
                <a:gd name="T9" fmla="*/ 62 h 6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2">
                  <a:moveTo>
                    <a:pt x="33" y="62"/>
                  </a:moveTo>
                  <a:lnTo>
                    <a:pt x="0" y="51"/>
                  </a:lnTo>
                  <a:lnTo>
                    <a:pt x="19" y="0"/>
                  </a:lnTo>
                  <a:lnTo>
                    <a:pt x="50" y="10"/>
                  </a:lnTo>
                  <a:lnTo>
                    <a:pt x="33" y="62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任意多边形: 形状 152" descr="e4e957c9-778a-4d62-8d2e-fbe2cebdf915"/>
            <p:cNvSpPr/>
            <p:nvPr/>
          </p:nvSpPr>
          <p:spPr bwMode="auto">
            <a:xfrm>
              <a:off x="7230268" y="3306763"/>
              <a:ext cx="82550" cy="150813"/>
            </a:xfrm>
            <a:custGeom>
              <a:gdLst>
                <a:gd name="T0" fmla="*/ 26 w 52"/>
                <a:gd name="T1" fmla="*/ 88 h 95"/>
                <a:gd name="T2" fmla="*/ 9 w 52"/>
                <a:gd name="T3" fmla="*/ 95 h 95"/>
                <a:gd name="T4" fmla="*/ 0 w 52"/>
                <a:gd name="T5" fmla="*/ 79 h 95"/>
                <a:gd name="T6" fmla="*/ 28 w 52"/>
                <a:gd name="T7" fmla="*/ 0 h 95"/>
                <a:gd name="T8" fmla="*/ 52 w 52"/>
                <a:gd name="T9" fmla="*/ 11 h 95"/>
                <a:gd name="T10" fmla="*/ 26 w 52"/>
                <a:gd name="T11" fmla="*/ 88 h 9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95">
                  <a:moveTo>
                    <a:pt x="26" y="88"/>
                  </a:moveTo>
                  <a:lnTo>
                    <a:pt x="9" y="95"/>
                  </a:lnTo>
                  <a:lnTo>
                    <a:pt x="0" y="79"/>
                  </a:lnTo>
                  <a:lnTo>
                    <a:pt x="28" y="0"/>
                  </a:lnTo>
                  <a:lnTo>
                    <a:pt x="52" y="11"/>
                  </a:lnTo>
                  <a:lnTo>
                    <a:pt x="26" y="88"/>
                  </a:ln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任意多边形: 形状 153" descr="1b5cef2c-3e7d-4226-9535-edf8fd9e6a03"/>
            <p:cNvSpPr>
              <a:spLocks noEditPoints="1"/>
            </p:cNvSpPr>
            <p:nvPr/>
          </p:nvSpPr>
          <p:spPr bwMode="auto">
            <a:xfrm>
              <a:off x="7233443" y="3370263"/>
              <a:ext cx="65088" cy="53975"/>
            </a:xfrm>
            <a:custGeom>
              <a:gdLst>
                <a:gd name="T0" fmla="*/ 33 w 41"/>
                <a:gd name="T1" fmla="*/ 34 h 34"/>
                <a:gd name="T2" fmla="*/ 0 w 41"/>
                <a:gd name="T3" fmla="*/ 22 h 34"/>
                <a:gd name="T4" fmla="*/ 7 w 41"/>
                <a:gd name="T5" fmla="*/ 0 h 34"/>
                <a:gd name="T6" fmla="*/ 41 w 41"/>
                <a:gd name="T7" fmla="*/ 12 h 34"/>
                <a:gd name="T8" fmla="*/ 33 w 41"/>
                <a:gd name="T9" fmla="*/ 34 h 34"/>
                <a:gd name="T10" fmla="*/ 5 w 41"/>
                <a:gd name="T11" fmla="*/ 20 h 34"/>
                <a:gd name="T12" fmla="*/ 29 w 41"/>
                <a:gd name="T13" fmla="*/ 29 h 34"/>
                <a:gd name="T14" fmla="*/ 34 w 41"/>
                <a:gd name="T15" fmla="*/ 13 h 34"/>
                <a:gd name="T16" fmla="*/ 10 w 41"/>
                <a:gd name="T17" fmla="*/ 5 h 34"/>
                <a:gd name="T18" fmla="*/ 5 w 41"/>
                <a:gd name="T19" fmla="*/ 20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33" y="34"/>
                  </a:moveTo>
                  <a:lnTo>
                    <a:pt x="0" y="22"/>
                  </a:lnTo>
                  <a:lnTo>
                    <a:pt x="7" y="0"/>
                  </a:lnTo>
                  <a:lnTo>
                    <a:pt x="41" y="12"/>
                  </a:lnTo>
                  <a:lnTo>
                    <a:pt x="33" y="34"/>
                  </a:lnTo>
                  <a:close/>
                  <a:moveTo>
                    <a:pt x="5" y="20"/>
                  </a:moveTo>
                  <a:lnTo>
                    <a:pt x="29" y="29"/>
                  </a:lnTo>
                  <a:lnTo>
                    <a:pt x="34" y="13"/>
                  </a:lnTo>
                  <a:lnTo>
                    <a:pt x="10" y="5"/>
                  </a:lnTo>
                  <a:lnTo>
                    <a:pt x="5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任意多边形: 形状 154" descr="b6a161b1-1097-47c8-af40-de74a54d0469"/>
            <p:cNvSpPr/>
            <p:nvPr/>
          </p:nvSpPr>
          <p:spPr bwMode="auto">
            <a:xfrm>
              <a:off x="7058818" y="3236913"/>
              <a:ext cx="76200" cy="96838"/>
            </a:xfrm>
            <a:custGeom>
              <a:gdLst>
                <a:gd name="T0" fmla="*/ 31 w 48"/>
                <a:gd name="T1" fmla="*/ 61 h 61"/>
                <a:gd name="T2" fmla="*/ 0 w 48"/>
                <a:gd name="T3" fmla="*/ 51 h 61"/>
                <a:gd name="T4" fmla="*/ 17 w 48"/>
                <a:gd name="T5" fmla="*/ 0 h 61"/>
                <a:gd name="T6" fmla="*/ 48 w 48"/>
                <a:gd name="T7" fmla="*/ 12 h 61"/>
                <a:gd name="T8" fmla="*/ 31 w 48"/>
                <a:gd name="T9" fmla="*/ 61 h 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61">
                  <a:moveTo>
                    <a:pt x="31" y="61"/>
                  </a:moveTo>
                  <a:lnTo>
                    <a:pt x="0" y="51"/>
                  </a:lnTo>
                  <a:lnTo>
                    <a:pt x="17" y="0"/>
                  </a:lnTo>
                  <a:lnTo>
                    <a:pt x="48" y="12"/>
                  </a:lnTo>
                  <a:lnTo>
                    <a:pt x="31" y="61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任意多边形: 形状 155" descr="c26d7740-6d1c-4c49-b9e7-32c740e97b28"/>
            <p:cNvSpPr/>
            <p:nvPr/>
          </p:nvSpPr>
          <p:spPr bwMode="auto">
            <a:xfrm>
              <a:off x="7046118" y="3244851"/>
              <a:ext cx="84138" cy="149225"/>
            </a:xfrm>
            <a:custGeom>
              <a:gdLst>
                <a:gd name="T0" fmla="*/ 25 w 53"/>
                <a:gd name="T1" fmla="*/ 86 h 94"/>
                <a:gd name="T2" fmla="*/ 8 w 53"/>
                <a:gd name="T3" fmla="*/ 94 h 94"/>
                <a:gd name="T4" fmla="*/ 0 w 53"/>
                <a:gd name="T5" fmla="*/ 77 h 94"/>
                <a:gd name="T6" fmla="*/ 27 w 53"/>
                <a:gd name="T7" fmla="*/ 0 h 94"/>
                <a:gd name="T8" fmla="*/ 53 w 53"/>
                <a:gd name="T9" fmla="*/ 8 h 94"/>
                <a:gd name="T10" fmla="*/ 25 w 53"/>
                <a:gd name="T11" fmla="*/ 86 h 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94">
                  <a:moveTo>
                    <a:pt x="25" y="86"/>
                  </a:moveTo>
                  <a:lnTo>
                    <a:pt x="8" y="94"/>
                  </a:lnTo>
                  <a:lnTo>
                    <a:pt x="0" y="77"/>
                  </a:lnTo>
                  <a:lnTo>
                    <a:pt x="27" y="0"/>
                  </a:lnTo>
                  <a:lnTo>
                    <a:pt x="53" y="8"/>
                  </a:lnTo>
                  <a:lnTo>
                    <a:pt x="25" y="86"/>
                  </a:ln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任意多边形: 形状 156" descr="c44ee986-09b9-48ad-9989-a6b1657ac682"/>
            <p:cNvSpPr>
              <a:spLocks noEditPoints="1"/>
            </p:cNvSpPr>
            <p:nvPr/>
          </p:nvSpPr>
          <p:spPr bwMode="auto">
            <a:xfrm>
              <a:off x="7047706" y="3305176"/>
              <a:ext cx="66675" cy="53975"/>
            </a:xfrm>
            <a:custGeom>
              <a:gdLst>
                <a:gd name="T0" fmla="*/ 33 w 42"/>
                <a:gd name="T1" fmla="*/ 34 h 34"/>
                <a:gd name="T2" fmla="*/ 0 w 42"/>
                <a:gd name="T3" fmla="*/ 24 h 34"/>
                <a:gd name="T4" fmla="*/ 7 w 42"/>
                <a:gd name="T5" fmla="*/ 0 h 34"/>
                <a:gd name="T6" fmla="*/ 42 w 42"/>
                <a:gd name="T7" fmla="*/ 12 h 34"/>
                <a:gd name="T8" fmla="*/ 33 w 42"/>
                <a:gd name="T9" fmla="*/ 34 h 34"/>
                <a:gd name="T10" fmla="*/ 6 w 42"/>
                <a:gd name="T11" fmla="*/ 20 h 34"/>
                <a:gd name="T12" fmla="*/ 31 w 42"/>
                <a:gd name="T13" fmla="*/ 29 h 34"/>
                <a:gd name="T14" fmla="*/ 36 w 42"/>
                <a:gd name="T15" fmla="*/ 15 h 34"/>
                <a:gd name="T16" fmla="*/ 11 w 42"/>
                <a:gd name="T17" fmla="*/ 6 h 34"/>
                <a:gd name="T18" fmla="*/ 6 w 42"/>
                <a:gd name="T19" fmla="*/ 20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34">
                  <a:moveTo>
                    <a:pt x="33" y="34"/>
                  </a:moveTo>
                  <a:lnTo>
                    <a:pt x="0" y="24"/>
                  </a:lnTo>
                  <a:lnTo>
                    <a:pt x="7" y="0"/>
                  </a:lnTo>
                  <a:lnTo>
                    <a:pt x="42" y="12"/>
                  </a:lnTo>
                  <a:lnTo>
                    <a:pt x="33" y="34"/>
                  </a:lnTo>
                  <a:close/>
                  <a:moveTo>
                    <a:pt x="6" y="20"/>
                  </a:moveTo>
                  <a:lnTo>
                    <a:pt x="31" y="29"/>
                  </a:lnTo>
                  <a:lnTo>
                    <a:pt x="36" y="15"/>
                  </a:lnTo>
                  <a:lnTo>
                    <a:pt x="11" y="6"/>
                  </a:lnTo>
                  <a:lnTo>
                    <a:pt x="6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任意多边形: 形状 157" descr="28cdfe62-2001-4127-a5ba-cacdde538138"/>
            <p:cNvSpPr/>
            <p:nvPr/>
          </p:nvSpPr>
          <p:spPr bwMode="auto">
            <a:xfrm>
              <a:off x="7173118" y="3114676"/>
              <a:ext cx="22225" cy="31750"/>
            </a:xfrm>
            <a:custGeom>
              <a:gdLst>
                <a:gd name="T0" fmla="*/ 8 w 8"/>
                <a:gd name="T1" fmla="*/ 1 h 12"/>
                <a:gd name="T2" fmla="*/ 8 w 8"/>
                <a:gd name="T3" fmla="*/ 1 h 12"/>
                <a:gd name="T4" fmla="*/ 2 w 8"/>
                <a:gd name="T5" fmla="*/ 3 h 12"/>
                <a:gd name="T6" fmla="*/ 0 w 8"/>
                <a:gd name="T7" fmla="*/ 11 h 12"/>
                <a:gd name="T8" fmla="*/ 4 w 8"/>
                <a:gd name="T9" fmla="*/ 12 h 12"/>
                <a:gd name="T10" fmla="*/ 8 w 8"/>
                <a:gd name="T11" fmla="*/ 1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2">
                  <a:moveTo>
                    <a:pt x="8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6" y="0"/>
                    <a:pt x="3" y="1"/>
                    <a:pt x="2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2"/>
                    <a:pt x="4" y="12"/>
                    <a:pt x="4" y="1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任意多边形: 形状 158" descr="efe3872f-45fe-4afd-9105-ebb9b1e0b9a5"/>
            <p:cNvSpPr/>
            <p:nvPr/>
          </p:nvSpPr>
          <p:spPr bwMode="auto">
            <a:xfrm>
              <a:off x="7287418" y="3152776"/>
              <a:ext cx="22225" cy="34925"/>
            </a:xfrm>
            <a:custGeom>
              <a:gdLst>
                <a:gd name="T0" fmla="*/ 4 w 8"/>
                <a:gd name="T1" fmla="*/ 0 h 13"/>
                <a:gd name="T2" fmla="*/ 4 w 8"/>
                <a:gd name="T3" fmla="*/ 0 h 13"/>
                <a:gd name="T4" fmla="*/ 8 w 8"/>
                <a:gd name="T5" fmla="*/ 6 h 13"/>
                <a:gd name="T6" fmla="*/ 5 w 8"/>
                <a:gd name="T7" fmla="*/ 13 h 13"/>
                <a:gd name="T8" fmla="*/ 0 w 8"/>
                <a:gd name="T9" fmla="*/ 11 h 13"/>
                <a:gd name="T10" fmla="*/ 4 w 8"/>
                <a:gd name="T11" fmla="*/ 0 h 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3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7" y="1"/>
                    <a:pt x="8" y="4"/>
                    <a:pt x="8" y="6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任意多边形: 形状 159" descr="7671c11a-9436-40c3-afe2-dffa44bf357a"/>
            <p:cNvSpPr/>
            <p:nvPr/>
          </p:nvSpPr>
          <p:spPr bwMode="auto">
            <a:xfrm>
              <a:off x="7190581" y="3114676"/>
              <a:ext cx="107950" cy="58738"/>
            </a:xfrm>
            <a:custGeom>
              <a:gdLst>
                <a:gd name="T0" fmla="*/ 37 w 40"/>
                <a:gd name="T1" fmla="*/ 22 h 22"/>
                <a:gd name="T2" fmla="*/ 20 w 40"/>
                <a:gd name="T3" fmla="*/ 12 h 22"/>
                <a:gd name="T4" fmla="*/ 0 w 40"/>
                <a:gd name="T5" fmla="*/ 9 h 22"/>
                <a:gd name="T6" fmla="*/ 2 w 40"/>
                <a:gd name="T7" fmla="*/ 1 h 22"/>
                <a:gd name="T8" fmla="*/ 22 w 40"/>
                <a:gd name="T9" fmla="*/ 5 h 22"/>
                <a:gd name="T10" fmla="*/ 40 w 40"/>
                <a:gd name="T11" fmla="*/ 14 h 22"/>
                <a:gd name="T12" fmla="*/ 37 w 40"/>
                <a:gd name="T13" fmla="*/ 22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22">
                  <a:moveTo>
                    <a:pt x="37" y="22"/>
                  </a:moveTo>
                  <a:cubicBezTo>
                    <a:pt x="37" y="22"/>
                    <a:pt x="33" y="17"/>
                    <a:pt x="20" y="12"/>
                  </a:cubicBezTo>
                  <a:cubicBezTo>
                    <a:pt x="6" y="8"/>
                    <a:pt x="0" y="9"/>
                    <a:pt x="0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9" y="0"/>
                    <a:pt x="22" y="5"/>
                  </a:cubicBezTo>
                  <a:cubicBezTo>
                    <a:pt x="36" y="9"/>
                    <a:pt x="40" y="14"/>
                    <a:pt x="40" y="14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rgbClr val="47403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任意多边形: 形状 160" descr="f9c9d199-ad76-450f-a8e4-5fa8c9d43480"/>
            <p:cNvSpPr/>
            <p:nvPr/>
          </p:nvSpPr>
          <p:spPr bwMode="auto">
            <a:xfrm>
              <a:off x="7236618" y="3195638"/>
              <a:ext cx="314325" cy="223838"/>
            </a:xfrm>
            <a:custGeom>
              <a:gdLst>
                <a:gd name="T0" fmla="*/ 98 w 116"/>
                <a:gd name="T1" fmla="*/ 82 h 82"/>
                <a:gd name="T2" fmla="*/ 1 w 116"/>
                <a:gd name="T3" fmla="*/ 48 h 82"/>
                <a:gd name="T4" fmla="*/ 0 w 116"/>
                <a:gd name="T5" fmla="*/ 46 h 82"/>
                <a:gd name="T6" fmla="*/ 16 w 116"/>
                <a:gd name="T7" fmla="*/ 2 h 82"/>
                <a:gd name="T8" fmla="*/ 17 w 116"/>
                <a:gd name="T9" fmla="*/ 1 h 82"/>
                <a:gd name="T10" fmla="*/ 115 w 116"/>
                <a:gd name="T11" fmla="*/ 34 h 82"/>
                <a:gd name="T12" fmla="*/ 115 w 116"/>
                <a:gd name="T13" fmla="*/ 36 h 82"/>
                <a:gd name="T14" fmla="*/ 100 w 116"/>
                <a:gd name="T15" fmla="*/ 81 h 82"/>
                <a:gd name="T16" fmla="*/ 98 w 116"/>
                <a:gd name="T17" fmla="*/ 82 h 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82">
                  <a:moveTo>
                    <a:pt x="98" y="82"/>
                  </a:moveTo>
                  <a:cubicBezTo>
                    <a:pt x="1" y="48"/>
                    <a:pt x="1" y="48"/>
                    <a:pt x="1" y="48"/>
                  </a:cubicBezTo>
                  <a:cubicBezTo>
                    <a:pt x="0" y="48"/>
                    <a:pt x="0" y="47"/>
                    <a:pt x="0" y="4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7" y="0"/>
                    <a:pt x="17" y="1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5"/>
                    <a:pt x="116" y="35"/>
                    <a:pt x="115" y="36"/>
                  </a:cubicBezTo>
                  <a:cubicBezTo>
                    <a:pt x="100" y="81"/>
                    <a:pt x="100" y="81"/>
                    <a:pt x="100" y="81"/>
                  </a:cubicBezTo>
                  <a:cubicBezTo>
                    <a:pt x="100" y="82"/>
                    <a:pt x="99" y="82"/>
                    <a:pt x="98" y="82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任意多边形: 形状 161" descr="234a873d-166a-4118-be91-f45f04c24f11"/>
            <p:cNvSpPr/>
            <p:nvPr/>
          </p:nvSpPr>
          <p:spPr bwMode="auto">
            <a:xfrm>
              <a:off x="7255668" y="3214688"/>
              <a:ext cx="274638" cy="185738"/>
            </a:xfrm>
            <a:custGeom>
              <a:gdLst>
                <a:gd name="T0" fmla="*/ 85 w 101"/>
                <a:gd name="T1" fmla="*/ 66 h 68"/>
                <a:gd name="T2" fmla="*/ 84 w 101"/>
                <a:gd name="T3" fmla="*/ 66 h 68"/>
                <a:gd name="T4" fmla="*/ 81 w 101"/>
                <a:gd name="T5" fmla="*/ 68 h 68"/>
                <a:gd name="T6" fmla="*/ 5 w 101"/>
                <a:gd name="T7" fmla="*/ 41 h 68"/>
                <a:gd name="T8" fmla="*/ 3 w 101"/>
                <a:gd name="T9" fmla="*/ 38 h 68"/>
                <a:gd name="T10" fmla="*/ 3 w 101"/>
                <a:gd name="T11" fmla="*/ 38 h 68"/>
                <a:gd name="T12" fmla="*/ 2 w 101"/>
                <a:gd name="T13" fmla="*/ 35 h 68"/>
                <a:gd name="T14" fmla="*/ 2 w 101"/>
                <a:gd name="T15" fmla="*/ 35 h 68"/>
                <a:gd name="T16" fmla="*/ 1 w 101"/>
                <a:gd name="T17" fmla="*/ 31 h 68"/>
                <a:gd name="T18" fmla="*/ 10 w 101"/>
                <a:gd name="T19" fmla="*/ 5 h 68"/>
                <a:gd name="T20" fmla="*/ 13 w 101"/>
                <a:gd name="T21" fmla="*/ 4 h 68"/>
                <a:gd name="T22" fmla="*/ 13 w 101"/>
                <a:gd name="T23" fmla="*/ 4 h 68"/>
                <a:gd name="T24" fmla="*/ 16 w 101"/>
                <a:gd name="T25" fmla="*/ 2 h 68"/>
                <a:gd name="T26" fmla="*/ 16 w 101"/>
                <a:gd name="T27" fmla="*/ 2 h 68"/>
                <a:gd name="T28" fmla="*/ 19 w 101"/>
                <a:gd name="T29" fmla="*/ 0 h 68"/>
                <a:gd name="T30" fmla="*/ 96 w 101"/>
                <a:gd name="T31" fmla="*/ 27 h 68"/>
                <a:gd name="T32" fmla="*/ 97 w 101"/>
                <a:gd name="T33" fmla="*/ 30 h 68"/>
                <a:gd name="T34" fmla="*/ 97 w 101"/>
                <a:gd name="T35" fmla="*/ 30 h 68"/>
                <a:gd name="T36" fmla="*/ 98 w 101"/>
                <a:gd name="T37" fmla="*/ 33 h 68"/>
                <a:gd name="T38" fmla="*/ 99 w 101"/>
                <a:gd name="T39" fmla="*/ 34 h 68"/>
                <a:gd name="T40" fmla="*/ 101 w 101"/>
                <a:gd name="T41" fmla="*/ 37 h 68"/>
                <a:gd name="T42" fmla="*/ 92 w 101"/>
                <a:gd name="T43" fmla="*/ 63 h 68"/>
                <a:gd name="T44" fmla="*/ 89 w 101"/>
                <a:gd name="T45" fmla="*/ 65 h 68"/>
                <a:gd name="T46" fmla="*/ 88 w 101"/>
                <a:gd name="T47" fmla="*/ 64 h 68"/>
                <a:gd name="T48" fmla="*/ 85 w 101"/>
                <a:gd name="T49" fmla="*/ 66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0" h="68">
                  <a:moveTo>
                    <a:pt x="85" y="66"/>
                  </a:moveTo>
                  <a:cubicBezTo>
                    <a:pt x="84" y="66"/>
                    <a:pt x="84" y="66"/>
                    <a:pt x="84" y="66"/>
                  </a:cubicBezTo>
                  <a:cubicBezTo>
                    <a:pt x="84" y="68"/>
                    <a:pt x="83" y="68"/>
                    <a:pt x="81" y="68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3" y="41"/>
                    <a:pt x="3" y="39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4" y="36"/>
                    <a:pt x="3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1" y="34"/>
                    <a:pt x="0" y="33"/>
                    <a:pt x="1" y="31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4"/>
                    <a:pt x="11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4"/>
                    <a:pt x="15" y="3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0"/>
                    <a:pt x="18" y="0"/>
                    <a:pt x="19" y="0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7" y="27"/>
                    <a:pt x="97" y="29"/>
                    <a:pt x="97" y="30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6" y="32"/>
                    <a:pt x="97" y="33"/>
                    <a:pt x="98" y="33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6"/>
                    <a:pt x="101" y="37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1" y="64"/>
                    <a:pt x="90" y="65"/>
                    <a:pt x="89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6" y="64"/>
                    <a:pt x="85" y="65"/>
                    <a:pt x="85" y="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任意多边形: 形状 162" descr="051b4647-c8de-4572-8ebd-78edcec015b5"/>
            <p:cNvSpPr/>
            <p:nvPr/>
          </p:nvSpPr>
          <p:spPr bwMode="auto">
            <a:xfrm>
              <a:off x="7352506" y="3260726"/>
              <a:ext cx="79375" cy="92075"/>
            </a:xfrm>
            <a:custGeom>
              <a:gdLst>
                <a:gd name="T0" fmla="*/ 26 w 29"/>
                <a:gd name="T1" fmla="*/ 21 h 34"/>
                <a:gd name="T2" fmla="*/ 10 w 29"/>
                <a:gd name="T3" fmla="*/ 32 h 34"/>
                <a:gd name="T4" fmla="*/ 3 w 29"/>
                <a:gd name="T5" fmla="*/ 13 h 34"/>
                <a:gd name="T6" fmla="*/ 20 w 29"/>
                <a:gd name="T7" fmla="*/ 2 h 34"/>
                <a:gd name="T8" fmla="*/ 26 w 29"/>
                <a:gd name="T9" fmla="*/ 21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26" y="21"/>
                  </a:moveTo>
                  <a:cubicBezTo>
                    <a:pt x="23" y="30"/>
                    <a:pt x="16" y="34"/>
                    <a:pt x="10" y="32"/>
                  </a:cubicBezTo>
                  <a:cubicBezTo>
                    <a:pt x="3" y="30"/>
                    <a:pt x="0" y="22"/>
                    <a:pt x="3" y="13"/>
                  </a:cubicBezTo>
                  <a:cubicBezTo>
                    <a:pt x="6" y="5"/>
                    <a:pt x="14" y="0"/>
                    <a:pt x="20" y="2"/>
                  </a:cubicBezTo>
                  <a:cubicBezTo>
                    <a:pt x="26" y="5"/>
                    <a:pt x="29" y="13"/>
                    <a:pt x="26" y="21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任意多边形: 形状 163" descr="ac054197-4e5c-4380-ad0e-86dd9cf75fd9"/>
            <p:cNvSpPr/>
            <p:nvPr/>
          </p:nvSpPr>
          <p:spPr bwMode="auto">
            <a:xfrm>
              <a:off x="7301706" y="3267076"/>
              <a:ext cx="30163" cy="28575"/>
            </a:xfrm>
            <a:custGeom>
              <a:gdLst>
                <a:gd name="T0" fmla="*/ 1 w 11"/>
                <a:gd name="T1" fmla="*/ 4 h 11"/>
                <a:gd name="T2" fmla="*/ 7 w 11"/>
                <a:gd name="T3" fmla="*/ 1 h 11"/>
                <a:gd name="T4" fmla="*/ 10 w 11"/>
                <a:gd name="T5" fmla="*/ 7 h 11"/>
                <a:gd name="T6" fmla="*/ 4 w 11"/>
                <a:gd name="T7" fmla="*/ 10 h 11"/>
                <a:gd name="T8" fmla="*/ 1 w 11"/>
                <a:gd name="T9" fmla="*/ 4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" y="4"/>
                  </a:move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10" y="7"/>
                  </a:cubicBezTo>
                  <a:cubicBezTo>
                    <a:pt x="10" y="10"/>
                    <a:pt x="7" y="11"/>
                    <a:pt x="4" y="10"/>
                  </a:cubicBezTo>
                  <a:cubicBezTo>
                    <a:pt x="1" y="9"/>
                    <a:pt x="0" y="7"/>
                    <a:pt x="1" y="4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任意多边形: 形状 164" descr="b5b059b7-bdbb-41e4-8907-5026b1892b78"/>
            <p:cNvSpPr/>
            <p:nvPr/>
          </p:nvSpPr>
          <p:spPr bwMode="auto">
            <a:xfrm>
              <a:off x="7454106" y="3317876"/>
              <a:ext cx="30163" cy="33338"/>
            </a:xfrm>
            <a:custGeom>
              <a:gdLst>
                <a:gd name="T0" fmla="*/ 1 w 11"/>
                <a:gd name="T1" fmla="*/ 4 h 12"/>
                <a:gd name="T2" fmla="*/ 7 w 11"/>
                <a:gd name="T3" fmla="*/ 1 h 12"/>
                <a:gd name="T4" fmla="*/ 10 w 11"/>
                <a:gd name="T5" fmla="*/ 8 h 12"/>
                <a:gd name="T6" fmla="*/ 4 w 11"/>
                <a:gd name="T7" fmla="*/ 11 h 12"/>
                <a:gd name="T8" fmla="*/ 1 w 11"/>
                <a:gd name="T9" fmla="*/ 4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" y="4"/>
                  </a:moveTo>
                  <a:cubicBezTo>
                    <a:pt x="2" y="2"/>
                    <a:pt x="5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ubicBezTo>
                    <a:pt x="9" y="10"/>
                    <a:pt x="7" y="12"/>
                    <a:pt x="4" y="11"/>
                  </a:cubicBezTo>
                  <a:cubicBezTo>
                    <a:pt x="1" y="10"/>
                    <a:pt x="0" y="7"/>
                    <a:pt x="1" y="4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任意多边形: 形状 165" descr="35521cd9-be10-401f-8068-4d29f7034402"/>
            <p:cNvSpPr/>
            <p:nvPr/>
          </p:nvSpPr>
          <p:spPr bwMode="auto">
            <a:xfrm>
              <a:off x="7333456" y="3333751"/>
              <a:ext cx="79375" cy="79375"/>
            </a:xfrm>
            <a:custGeom>
              <a:gdLst>
                <a:gd name="T0" fmla="*/ 4 w 29"/>
                <a:gd name="T1" fmla="*/ 7 h 29"/>
                <a:gd name="T2" fmla="*/ 22 w 29"/>
                <a:gd name="T3" fmla="*/ 4 h 29"/>
                <a:gd name="T4" fmla="*/ 25 w 29"/>
                <a:gd name="T5" fmla="*/ 22 h 29"/>
                <a:gd name="T6" fmla="*/ 7 w 29"/>
                <a:gd name="T7" fmla="*/ 25 h 29"/>
                <a:gd name="T8" fmla="*/ 4 w 29"/>
                <a:gd name="T9" fmla="*/ 7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4" y="7"/>
                  </a:moveTo>
                  <a:cubicBezTo>
                    <a:pt x="8" y="2"/>
                    <a:pt x="16" y="0"/>
                    <a:pt x="22" y="4"/>
                  </a:cubicBezTo>
                  <a:cubicBezTo>
                    <a:pt x="28" y="8"/>
                    <a:pt x="29" y="16"/>
                    <a:pt x="25" y="22"/>
                  </a:cubicBezTo>
                  <a:cubicBezTo>
                    <a:pt x="21" y="28"/>
                    <a:pt x="13" y="29"/>
                    <a:pt x="7" y="25"/>
                  </a:cubicBezTo>
                  <a:cubicBezTo>
                    <a:pt x="2" y="21"/>
                    <a:pt x="0" y="13"/>
                    <a:pt x="4" y="7"/>
                  </a:cubicBezTo>
                  <a:close/>
                </a:path>
              </a:pathLst>
            </a:custGeom>
            <a:solidFill>
              <a:srgbClr val="6B6B6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任意多边形: 形状 166" descr="304ea34b-e30b-4ca0-9a0f-c550576ddbb2"/>
            <p:cNvSpPr/>
            <p:nvPr/>
          </p:nvSpPr>
          <p:spPr bwMode="auto">
            <a:xfrm>
              <a:off x="7339806" y="3340101"/>
              <a:ext cx="68263" cy="68263"/>
            </a:xfrm>
            <a:custGeom>
              <a:gdLst>
                <a:gd name="T0" fmla="*/ 4 w 25"/>
                <a:gd name="T1" fmla="*/ 7 h 25"/>
                <a:gd name="T2" fmla="*/ 19 w 25"/>
                <a:gd name="T3" fmla="*/ 4 h 25"/>
                <a:gd name="T4" fmla="*/ 22 w 25"/>
                <a:gd name="T5" fmla="*/ 19 h 25"/>
                <a:gd name="T6" fmla="*/ 7 w 25"/>
                <a:gd name="T7" fmla="*/ 22 h 25"/>
                <a:gd name="T8" fmla="*/ 4 w 25"/>
                <a:gd name="T9" fmla="*/ 7 h 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4" y="7"/>
                  </a:moveTo>
                  <a:cubicBezTo>
                    <a:pt x="7" y="2"/>
                    <a:pt x="14" y="0"/>
                    <a:pt x="19" y="4"/>
                  </a:cubicBezTo>
                  <a:cubicBezTo>
                    <a:pt x="24" y="7"/>
                    <a:pt x="25" y="14"/>
                    <a:pt x="22" y="19"/>
                  </a:cubicBezTo>
                  <a:cubicBezTo>
                    <a:pt x="18" y="24"/>
                    <a:pt x="12" y="25"/>
                    <a:pt x="7" y="22"/>
                  </a:cubicBezTo>
                  <a:cubicBezTo>
                    <a:pt x="2" y="18"/>
                    <a:pt x="0" y="12"/>
                    <a:pt x="4" y="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任意多边形: 形状 167" descr="1f4b8a35-ea0f-4a58-8e2c-fb20640decd8"/>
            <p:cNvSpPr/>
            <p:nvPr/>
          </p:nvSpPr>
          <p:spPr bwMode="auto">
            <a:xfrm>
              <a:off x="7358856" y="3355976"/>
              <a:ext cx="31750" cy="38100"/>
            </a:xfrm>
            <a:custGeom>
              <a:gdLst>
                <a:gd name="T0" fmla="*/ 2 w 12"/>
                <a:gd name="T1" fmla="*/ 8 h 14"/>
                <a:gd name="T2" fmla="*/ 3 w 12"/>
                <a:gd name="T3" fmla="*/ 10 h 14"/>
                <a:gd name="T4" fmla="*/ 5 w 12"/>
                <a:gd name="T5" fmla="*/ 10 h 14"/>
                <a:gd name="T6" fmla="*/ 4 w 12"/>
                <a:gd name="T7" fmla="*/ 3 h 14"/>
                <a:gd name="T8" fmla="*/ 8 w 12"/>
                <a:gd name="T9" fmla="*/ 1 h 14"/>
                <a:gd name="T10" fmla="*/ 10 w 12"/>
                <a:gd name="T11" fmla="*/ 0 h 14"/>
                <a:gd name="T12" fmla="*/ 11 w 12"/>
                <a:gd name="T13" fmla="*/ 1 h 14"/>
                <a:gd name="T14" fmla="*/ 10 w 12"/>
                <a:gd name="T15" fmla="*/ 2 h 14"/>
                <a:gd name="T16" fmla="*/ 12 w 12"/>
                <a:gd name="T17" fmla="*/ 5 h 14"/>
                <a:gd name="T18" fmla="*/ 10 w 12"/>
                <a:gd name="T19" fmla="*/ 6 h 14"/>
                <a:gd name="T20" fmla="*/ 8 w 12"/>
                <a:gd name="T21" fmla="*/ 4 h 14"/>
                <a:gd name="T22" fmla="*/ 6 w 12"/>
                <a:gd name="T23" fmla="*/ 4 h 14"/>
                <a:gd name="T24" fmla="*/ 7 w 12"/>
                <a:gd name="T25" fmla="*/ 11 h 14"/>
                <a:gd name="T26" fmla="*/ 3 w 12"/>
                <a:gd name="T27" fmla="*/ 12 h 14"/>
                <a:gd name="T28" fmla="*/ 2 w 12"/>
                <a:gd name="T29" fmla="*/ 14 h 14"/>
                <a:gd name="T30" fmla="*/ 1 w 12"/>
                <a:gd name="T31" fmla="*/ 13 h 14"/>
                <a:gd name="T32" fmla="*/ 2 w 12"/>
                <a:gd name="T33" fmla="*/ 11 h 14"/>
                <a:gd name="T34" fmla="*/ 0 w 12"/>
                <a:gd name="T35" fmla="*/ 8 h 14"/>
                <a:gd name="T36" fmla="*/ 2 w 12"/>
                <a:gd name="T37" fmla="*/ 8 h 1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4">
                  <a:moveTo>
                    <a:pt x="2" y="8"/>
                  </a:moveTo>
                  <a:cubicBezTo>
                    <a:pt x="2" y="9"/>
                    <a:pt x="3" y="9"/>
                    <a:pt x="3" y="10"/>
                  </a:cubicBezTo>
                  <a:cubicBezTo>
                    <a:pt x="4" y="10"/>
                    <a:pt x="5" y="10"/>
                    <a:pt x="5" y="10"/>
                  </a:cubicBezTo>
                  <a:cubicBezTo>
                    <a:pt x="6" y="8"/>
                    <a:pt x="2" y="6"/>
                    <a:pt x="4" y="3"/>
                  </a:cubicBezTo>
                  <a:cubicBezTo>
                    <a:pt x="5" y="1"/>
                    <a:pt x="7" y="1"/>
                    <a:pt x="8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3"/>
                    <a:pt x="12" y="4"/>
                    <a:pt x="12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9" y="4"/>
                    <a:pt x="8" y="4"/>
                  </a:cubicBezTo>
                  <a:cubicBezTo>
                    <a:pt x="7" y="3"/>
                    <a:pt x="7" y="3"/>
                    <a:pt x="6" y="4"/>
                  </a:cubicBezTo>
                  <a:cubicBezTo>
                    <a:pt x="5" y="6"/>
                    <a:pt x="9" y="8"/>
                    <a:pt x="7" y="11"/>
                  </a:cubicBezTo>
                  <a:cubicBezTo>
                    <a:pt x="6" y="13"/>
                    <a:pt x="5" y="13"/>
                    <a:pt x="3" y="12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0"/>
                    <a:pt x="0" y="10"/>
                    <a:pt x="0" y="8"/>
                  </a:cubicBezTo>
                  <a:lnTo>
                    <a:pt x="2" y="8"/>
                  </a:lnTo>
                  <a:close/>
                </a:path>
              </a:pathLst>
            </a:custGeom>
            <a:solidFill>
              <a:srgbClr val="6B6B6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任意多边形: 形状 168" descr="b3ecceb5-0bbb-40f2-8bb5-340d93253d9c"/>
            <p:cNvSpPr/>
            <p:nvPr/>
          </p:nvSpPr>
          <p:spPr bwMode="auto">
            <a:xfrm>
              <a:off x="7306468" y="3192463"/>
              <a:ext cx="90488" cy="90488"/>
            </a:xfrm>
            <a:custGeom>
              <a:gdLst>
                <a:gd name="T0" fmla="*/ 31 w 33"/>
                <a:gd name="T1" fmla="*/ 14 h 33"/>
                <a:gd name="T2" fmla="*/ 19 w 33"/>
                <a:gd name="T3" fmla="*/ 32 h 33"/>
                <a:gd name="T4" fmla="*/ 1 w 33"/>
                <a:gd name="T5" fmla="*/ 19 h 33"/>
                <a:gd name="T6" fmla="*/ 14 w 33"/>
                <a:gd name="T7" fmla="*/ 2 h 33"/>
                <a:gd name="T8" fmla="*/ 31 w 33"/>
                <a:gd name="T9" fmla="*/ 14 h 3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3">
                  <a:moveTo>
                    <a:pt x="31" y="14"/>
                  </a:moveTo>
                  <a:cubicBezTo>
                    <a:pt x="33" y="22"/>
                    <a:pt x="27" y="30"/>
                    <a:pt x="19" y="32"/>
                  </a:cubicBezTo>
                  <a:cubicBezTo>
                    <a:pt x="10" y="33"/>
                    <a:pt x="3" y="27"/>
                    <a:pt x="1" y="19"/>
                  </a:cubicBezTo>
                  <a:cubicBezTo>
                    <a:pt x="0" y="11"/>
                    <a:pt x="5" y="3"/>
                    <a:pt x="14" y="2"/>
                  </a:cubicBezTo>
                  <a:cubicBezTo>
                    <a:pt x="22" y="0"/>
                    <a:pt x="30" y="6"/>
                    <a:pt x="31" y="14"/>
                  </a:cubicBezTo>
                  <a:close/>
                </a:path>
              </a:pathLst>
            </a:custGeom>
            <a:solidFill>
              <a:srgbClr val="91713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任意多边形: 形状 169" descr="50617bf5-54c6-49c0-aec7-a841894ec011"/>
            <p:cNvSpPr/>
            <p:nvPr/>
          </p:nvSpPr>
          <p:spPr bwMode="auto">
            <a:xfrm>
              <a:off x="7312818" y="3201988"/>
              <a:ext cx="76200" cy="73025"/>
            </a:xfrm>
            <a:custGeom>
              <a:gdLst>
                <a:gd name="T0" fmla="*/ 27 w 28"/>
                <a:gd name="T1" fmla="*/ 11 h 27"/>
                <a:gd name="T2" fmla="*/ 16 w 28"/>
                <a:gd name="T3" fmla="*/ 26 h 27"/>
                <a:gd name="T4" fmla="*/ 2 w 28"/>
                <a:gd name="T5" fmla="*/ 16 h 27"/>
                <a:gd name="T6" fmla="*/ 12 w 28"/>
                <a:gd name="T7" fmla="*/ 1 h 27"/>
                <a:gd name="T8" fmla="*/ 27 w 28"/>
                <a:gd name="T9" fmla="*/ 11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7">
                  <a:moveTo>
                    <a:pt x="27" y="11"/>
                  </a:moveTo>
                  <a:cubicBezTo>
                    <a:pt x="28" y="18"/>
                    <a:pt x="23" y="25"/>
                    <a:pt x="16" y="26"/>
                  </a:cubicBezTo>
                  <a:cubicBezTo>
                    <a:pt x="9" y="27"/>
                    <a:pt x="3" y="23"/>
                    <a:pt x="2" y="16"/>
                  </a:cubicBezTo>
                  <a:cubicBezTo>
                    <a:pt x="0" y="9"/>
                    <a:pt x="5" y="2"/>
                    <a:pt x="12" y="1"/>
                  </a:cubicBezTo>
                  <a:cubicBezTo>
                    <a:pt x="19" y="0"/>
                    <a:pt x="25" y="4"/>
                    <a:pt x="27" y="11"/>
                  </a:cubicBez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任意多边形: 形状 170" descr="51c93373-5598-4fbe-bdc7-9e559344f247"/>
            <p:cNvSpPr/>
            <p:nvPr/>
          </p:nvSpPr>
          <p:spPr bwMode="auto">
            <a:xfrm>
              <a:off x="7336631" y="3211513"/>
              <a:ext cx="26988" cy="52388"/>
            </a:xfrm>
            <a:custGeom>
              <a:gdLst>
                <a:gd name="T0" fmla="*/ 7 w 10"/>
                <a:gd name="T1" fmla="*/ 6 h 19"/>
                <a:gd name="T2" fmla="*/ 4 w 10"/>
                <a:gd name="T3" fmla="*/ 5 h 19"/>
                <a:gd name="T4" fmla="*/ 3 w 10"/>
                <a:gd name="T5" fmla="*/ 7 h 19"/>
                <a:gd name="T6" fmla="*/ 10 w 10"/>
                <a:gd name="T7" fmla="*/ 12 h 19"/>
                <a:gd name="T8" fmla="*/ 7 w 10"/>
                <a:gd name="T9" fmla="*/ 16 h 19"/>
                <a:gd name="T10" fmla="*/ 8 w 10"/>
                <a:gd name="T11" fmla="*/ 19 h 19"/>
                <a:gd name="T12" fmla="*/ 6 w 10"/>
                <a:gd name="T13" fmla="*/ 19 h 19"/>
                <a:gd name="T14" fmla="*/ 5 w 10"/>
                <a:gd name="T15" fmla="*/ 17 h 19"/>
                <a:gd name="T16" fmla="*/ 1 w 10"/>
                <a:gd name="T17" fmla="*/ 16 h 19"/>
                <a:gd name="T18" fmla="*/ 2 w 10"/>
                <a:gd name="T19" fmla="*/ 14 h 19"/>
                <a:gd name="T20" fmla="*/ 5 w 10"/>
                <a:gd name="T21" fmla="*/ 14 h 19"/>
                <a:gd name="T22" fmla="*/ 7 w 10"/>
                <a:gd name="T23" fmla="*/ 12 h 19"/>
                <a:gd name="T24" fmla="*/ 0 w 10"/>
                <a:gd name="T25" fmla="*/ 7 h 19"/>
                <a:gd name="T26" fmla="*/ 3 w 10"/>
                <a:gd name="T27" fmla="*/ 3 h 19"/>
                <a:gd name="T28" fmla="*/ 2 w 10"/>
                <a:gd name="T29" fmla="*/ 0 h 19"/>
                <a:gd name="T30" fmla="*/ 4 w 10"/>
                <a:gd name="T31" fmla="*/ 0 h 19"/>
                <a:gd name="T32" fmla="*/ 5 w 10"/>
                <a:gd name="T33" fmla="*/ 2 h 19"/>
                <a:gd name="T34" fmla="*/ 8 w 10"/>
                <a:gd name="T35" fmla="*/ 4 h 19"/>
                <a:gd name="T36" fmla="*/ 7 w 10"/>
                <a:gd name="T37" fmla="*/ 6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9">
                  <a:moveTo>
                    <a:pt x="7" y="6"/>
                  </a:moveTo>
                  <a:cubicBezTo>
                    <a:pt x="6" y="5"/>
                    <a:pt x="5" y="5"/>
                    <a:pt x="4" y="5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9"/>
                    <a:pt x="9" y="8"/>
                    <a:pt x="10" y="12"/>
                  </a:cubicBezTo>
                  <a:cubicBezTo>
                    <a:pt x="10" y="14"/>
                    <a:pt x="9" y="16"/>
                    <a:pt x="7" y="16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2" y="17"/>
                    <a:pt x="1" y="1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4"/>
                    <a:pt x="4" y="14"/>
                    <a:pt x="5" y="14"/>
                  </a:cubicBezTo>
                  <a:cubicBezTo>
                    <a:pt x="7" y="14"/>
                    <a:pt x="7" y="13"/>
                    <a:pt x="7" y="12"/>
                  </a:cubicBezTo>
                  <a:cubicBezTo>
                    <a:pt x="7" y="10"/>
                    <a:pt x="1" y="11"/>
                    <a:pt x="0" y="7"/>
                  </a:cubicBezTo>
                  <a:cubicBezTo>
                    <a:pt x="0" y="5"/>
                    <a:pt x="1" y="3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7" y="3"/>
                    <a:pt x="8" y="4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91713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任意多边形: 形状 171" descr="35f151b6-d707-41a4-a35d-f21f9d8daa47"/>
            <p:cNvSpPr/>
            <p:nvPr/>
          </p:nvSpPr>
          <p:spPr bwMode="auto">
            <a:xfrm>
              <a:off x="7103268" y="2649538"/>
              <a:ext cx="88900" cy="144463"/>
            </a:xfrm>
            <a:custGeom>
              <a:gdLst>
                <a:gd name="T0" fmla="*/ 43 w 56"/>
                <a:gd name="T1" fmla="*/ 91 h 91"/>
                <a:gd name="T2" fmla="*/ 0 w 56"/>
                <a:gd name="T3" fmla="*/ 84 h 91"/>
                <a:gd name="T4" fmla="*/ 12 w 56"/>
                <a:gd name="T5" fmla="*/ 0 h 91"/>
                <a:gd name="T6" fmla="*/ 56 w 56"/>
                <a:gd name="T7" fmla="*/ 7 h 91"/>
                <a:gd name="T8" fmla="*/ 43 w 56"/>
                <a:gd name="T9" fmla="*/ 91 h 9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91">
                  <a:moveTo>
                    <a:pt x="43" y="91"/>
                  </a:moveTo>
                  <a:lnTo>
                    <a:pt x="0" y="84"/>
                  </a:lnTo>
                  <a:lnTo>
                    <a:pt x="12" y="0"/>
                  </a:lnTo>
                  <a:lnTo>
                    <a:pt x="56" y="7"/>
                  </a:lnTo>
                  <a:lnTo>
                    <a:pt x="43" y="91"/>
                  </a:lnTo>
                  <a:close/>
                </a:path>
              </a:pathLst>
            </a:cu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任意多边形: 形状 172" descr="9a1b5484-72e4-4ea9-b664-c7aa31721d23"/>
            <p:cNvSpPr/>
            <p:nvPr/>
          </p:nvSpPr>
          <p:spPr bwMode="auto">
            <a:xfrm>
              <a:off x="6931818" y="2722563"/>
              <a:ext cx="381000" cy="223838"/>
            </a:xfrm>
            <a:custGeom>
              <a:gdLst>
                <a:gd name="T0" fmla="*/ 139 w 140"/>
                <a:gd name="T1" fmla="*/ 34 h 82"/>
                <a:gd name="T2" fmla="*/ 93 w 140"/>
                <a:gd name="T3" fmla="*/ 6 h 82"/>
                <a:gd name="T4" fmla="*/ 76 w 140"/>
                <a:gd name="T5" fmla="*/ 23 h 82"/>
                <a:gd name="T6" fmla="*/ 64 w 140"/>
                <a:gd name="T7" fmla="*/ 1 h 82"/>
                <a:gd name="T8" fmla="*/ 11 w 140"/>
                <a:gd name="T9" fmla="*/ 13 h 82"/>
                <a:gd name="T10" fmla="*/ 0 w 140"/>
                <a:gd name="T11" fmla="*/ 59 h 82"/>
                <a:gd name="T12" fmla="*/ 136 w 140"/>
                <a:gd name="T13" fmla="*/ 82 h 82"/>
                <a:gd name="T14" fmla="*/ 139 w 140"/>
                <a:gd name="T15" fmla="*/ 34 h 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82">
                  <a:moveTo>
                    <a:pt x="139" y="34"/>
                  </a:moveTo>
                  <a:cubicBezTo>
                    <a:pt x="140" y="23"/>
                    <a:pt x="94" y="5"/>
                    <a:pt x="93" y="6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4" y="0"/>
                    <a:pt x="14" y="2"/>
                    <a:pt x="11" y="1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36" y="82"/>
                    <a:pt x="136" y="82"/>
                    <a:pt x="136" y="82"/>
                  </a:cubicBezTo>
                  <a:lnTo>
                    <a:pt x="139" y="3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任意多边形: 形状 173" descr="6f4ef5bd-0978-4329-a7e3-ffe763118f2a"/>
            <p:cNvSpPr/>
            <p:nvPr/>
          </p:nvSpPr>
          <p:spPr bwMode="auto">
            <a:xfrm>
              <a:off x="7061993" y="2703513"/>
              <a:ext cx="76200" cy="80963"/>
            </a:xfrm>
            <a:custGeom>
              <a:gdLst>
                <a:gd name="T0" fmla="*/ 31 w 48"/>
                <a:gd name="T1" fmla="*/ 17 h 51"/>
                <a:gd name="T2" fmla="*/ 48 w 48"/>
                <a:gd name="T3" fmla="*/ 51 h 51"/>
                <a:gd name="T4" fmla="*/ 0 w 48"/>
                <a:gd name="T5" fmla="*/ 7 h 51"/>
                <a:gd name="T6" fmla="*/ 33 w 48"/>
                <a:gd name="T7" fmla="*/ 0 h 51"/>
                <a:gd name="T8" fmla="*/ 31 w 48"/>
                <a:gd name="T9" fmla="*/ 17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51">
                  <a:moveTo>
                    <a:pt x="31" y="17"/>
                  </a:moveTo>
                  <a:lnTo>
                    <a:pt x="48" y="51"/>
                  </a:lnTo>
                  <a:lnTo>
                    <a:pt x="0" y="7"/>
                  </a:lnTo>
                  <a:lnTo>
                    <a:pt x="33" y="0"/>
                  </a:lnTo>
                  <a:lnTo>
                    <a:pt x="31" y="17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任意多边形: 形状 174" descr="6596298e-4490-4d14-8fa8-9b31820d3e18"/>
            <p:cNvSpPr/>
            <p:nvPr/>
          </p:nvSpPr>
          <p:spPr bwMode="auto">
            <a:xfrm>
              <a:off x="7138193" y="2714626"/>
              <a:ext cx="92075" cy="69850"/>
            </a:xfrm>
            <a:custGeom>
              <a:gdLst>
                <a:gd name="T0" fmla="*/ 26 w 58"/>
                <a:gd name="T1" fmla="*/ 19 h 44"/>
                <a:gd name="T2" fmla="*/ 0 w 58"/>
                <a:gd name="T3" fmla="*/ 44 h 44"/>
                <a:gd name="T4" fmla="*/ 58 w 58"/>
                <a:gd name="T5" fmla="*/ 17 h 44"/>
                <a:gd name="T6" fmla="*/ 29 w 58"/>
                <a:gd name="T7" fmla="*/ 0 h 44"/>
                <a:gd name="T8" fmla="*/ 26 w 58"/>
                <a:gd name="T9" fmla="*/ 19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44">
                  <a:moveTo>
                    <a:pt x="26" y="19"/>
                  </a:moveTo>
                  <a:lnTo>
                    <a:pt x="0" y="44"/>
                  </a:lnTo>
                  <a:lnTo>
                    <a:pt x="58" y="17"/>
                  </a:lnTo>
                  <a:lnTo>
                    <a:pt x="29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任意多边形: 形状 175" descr="e1c66242-4497-4df4-8b00-ee36dcf8e83e"/>
            <p:cNvSpPr/>
            <p:nvPr/>
          </p:nvSpPr>
          <p:spPr bwMode="auto">
            <a:xfrm>
              <a:off x="7058818" y="2508251"/>
              <a:ext cx="231775" cy="176213"/>
            </a:xfrm>
            <a:custGeom>
              <a:gdLst>
                <a:gd name="T0" fmla="*/ 7 w 85"/>
                <a:gd name="T1" fmla="*/ 8 h 65"/>
                <a:gd name="T2" fmla="*/ 15 w 85"/>
                <a:gd name="T3" fmla="*/ 57 h 65"/>
                <a:gd name="T4" fmla="*/ 55 w 85"/>
                <a:gd name="T5" fmla="*/ 64 h 65"/>
                <a:gd name="T6" fmla="*/ 79 w 85"/>
                <a:gd name="T7" fmla="*/ 20 h 65"/>
                <a:gd name="T8" fmla="*/ 48 w 85"/>
                <a:gd name="T9" fmla="*/ 0 h 65"/>
                <a:gd name="T10" fmla="*/ 7 w 85"/>
                <a:gd name="T11" fmla="*/ 8 h 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65">
                  <a:moveTo>
                    <a:pt x="7" y="8"/>
                  </a:moveTo>
                  <a:cubicBezTo>
                    <a:pt x="0" y="18"/>
                    <a:pt x="6" y="56"/>
                    <a:pt x="15" y="57"/>
                  </a:cubicBezTo>
                  <a:cubicBezTo>
                    <a:pt x="23" y="59"/>
                    <a:pt x="47" y="62"/>
                    <a:pt x="55" y="64"/>
                  </a:cubicBezTo>
                  <a:cubicBezTo>
                    <a:pt x="64" y="65"/>
                    <a:pt x="85" y="29"/>
                    <a:pt x="79" y="20"/>
                  </a:cubicBezTo>
                  <a:cubicBezTo>
                    <a:pt x="70" y="12"/>
                    <a:pt x="48" y="0"/>
                    <a:pt x="48" y="0"/>
                  </a:cubicBezTo>
                  <a:cubicBezTo>
                    <a:pt x="48" y="0"/>
                    <a:pt x="15" y="3"/>
                    <a:pt x="7" y="8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任意多边形: 形状 176" descr="26b8c9df-d5ea-4570-bc8b-d1d200dc6e36"/>
            <p:cNvSpPr/>
            <p:nvPr/>
          </p:nvSpPr>
          <p:spPr bwMode="auto">
            <a:xfrm>
              <a:off x="7054056" y="2532063"/>
              <a:ext cx="41275" cy="57150"/>
            </a:xfrm>
            <a:custGeom>
              <a:gdLst>
                <a:gd name="T0" fmla="*/ 10 w 15"/>
                <a:gd name="T1" fmla="*/ 21 h 21"/>
                <a:gd name="T2" fmla="*/ 0 w 15"/>
                <a:gd name="T3" fmla="*/ 11 h 21"/>
                <a:gd name="T4" fmla="*/ 9 w 15"/>
                <a:gd name="T5" fmla="*/ 1 h 21"/>
                <a:gd name="T6" fmla="*/ 10 w 15"/>
                <a:gd name="T7" fmla="*/ 21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21">
                  <a:moveTo>
                    <a:pt x="10" y="21"/>
                  </a:moveTo>
                  <a:cubicBezTo>
                    <a:pt x="5" y="21"/>
                    <a:pt x="1" y="17"/>
                    <a:pt x="0" y="11"/>
                  </a:cubicBez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5" y="21"/>
                    <a:pt x="10" y="2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任意多边形: 形状 177" descr="35070576-3d1b-4992-92f9-66b3229f682e"/>
            <p:cNvSpPr/>
            <p:nvPr/>
          </p:nvSpPr>
          <p:spPr bwMode="auto">
            <a:xfrm>
              <a:off x="7236618" y="2559051"/>
              <a:ext cx="50800" cy="63500"/>
            </a:xfrm>
            <a:custGeom>
              <a:gdLst>
                <a:gd name="T0" fmla="*/ 5 w 19"/>
                <a:gd name="T1" fmla="*/ 21 h 23"/>
                <a:gd name="T2" fmla="*/ 17 w 19"/>
                <a:gd name="T3" fmla="*/ 15 h 23"/>
                <a:gd name="T4" fmla="*/ 12 w 19"/>
                <a:gd name="T5" fmla="*/ 2 h 23"/>
                <a:gd name="T6" fmla="*/ 5 w 19"/>
                <a:gd name="T7" fmla="*/ 21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5" y="21"/>
                  </a:moveTo>
                  <a:cubicBezTo>
                    <a:pt x="10" y="23"/>
                    <a:pt x="15" y="20"/>
                    <a:pt x="17" y="15"/>
                  </a:cubicBezTo>
                  <a:cubicBezTo>
                    <a:pt x="19" y="10"/>
                    <a:pt x="17" y="4"/>
                    <a:pt x="12" y="2"/>
                  </a:cubicBezTo>
                  <a:cubicBezTo>
                    <a:pt x="8" y="0"/>
                    <a:pt x="0" y="19"/>
                    <a:pt x="5" y="2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任意多边形: 形状 178" descr="f3561cf1-82d2-42d4-aeea-bf50fa86953f"/>
            <p:cNvSpPr/>
            <p:nvPr/>
          </p:nvSpPr>
          <p:spPr bwMode="auto">
            <a:xfrm>
              <a:off x="7047706" y="2439988"/>
              <a:ext cx="228600" cy="277813"/>
            </a:xfrm>
            <a:custGeom>
              <a:gdLst>
                <a:gd name="T0" fmla="*/ 37 w 84"/>
                <a:gd name="T1" fmla="*/ 96 h 102"/>
                <a:gd name="T2" fmla="*/ 82 w 84"/>
                <a:gd name="T3" fmla="*/ 33 h 102"/>
                <a:gd name="T4" fmla="*/ 53 w 84"/>
                <a:gd name="T5" fmla="*/ 5 h 102"/>
                <a:gd name="T6" fmla="*/ 16 w 84"/>
                <a:gd name="T7" fmla="*/ 22 h 102"/>
                <a:gd name="T8" fmla="*/ 37 w 84"/>
                <a:gd name="T9" fmla="*/ 96 h 10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02">
                  <a:moveTo>
                    <a:pt x="37" y="96"/>
                  </a:moveTo>
                  <a:cubicBezTo>
                    <a:pt x="75" y="102"/>
                    <a:pt x="82" y="33"/>
                    <a:pt x="82" y="33"/>
                  </a:cubicBezTo>
                  <a:cubicBezTo>
                    <a:pt x="82" y="33"/>
                    <a:pt x="84" y="10"/>
                    <a:pt x="53" y="5"/>
                  </a:cubicBezTo>
                  <a:cubicBezTo>
                    <a:pt x="26" y="0"/>
                    <a:pt x="16" y="22"/>
                    <a:pt x="16" y="22"/>
                  </a:cubicBezTo>
                  <a:cubicBezTo>
                    <a:pt x="16" y="22"/>
                    <a:pt x="0" y="90"/>
                    <a:pt x="37" y="9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任意多边形: 形状 179" descr="18416479-3fdc-49e0-a4b8-ba6d417e5106"/>
            <p:cNvSpPr/>
            <p:nvPr/>
          </p:nvSpPr>
          <p:spPr bwMode="auto">
            <a:xfrm>
              <a:off x="7065168" y="2401888"/>
              <a:ext cx="260350" cy="184150"/>
            </a:xfrm>
            <a:custGeom>
              <a:gdLst>
                <a:gd name="T0" fmla="*/ 3 w 96"/>
                <a:gd name="T1" fmla="*/ 49 h 68"/>
                <a:gd name="T2" fmla="*/ 9 w 96"/>
                <a:gd name="T3" fmla="*/ 56 h 68"/>
                <a:gd name="T4" fmla="*/ 14 w 96"/>
                <a:gd name="T5" fmla="*/ 32 h 68"/>
                <a:gd name="T6" fmla="*/ 61 w 96"/>
                <a:gd name="T7" fmla="*/ 32 h 68"/>
                <a:gd name="T8" fmla="*/ 72 w 96"/>
                <a:gd name="T9" fmla="*/ 41 h 68"/>
                <a:gd name="T10" fmla="*/ 71 w 96"/>
                <a:gd name="T11" fmla="*/ 67 h 68"/>
                <a:gd name="T12" fmla="*/ 78 w 96"/>
                <a:gd name="T13" fmla="*/ 62 h 68"/>
                <a:gd name="T14" fmla="*/ 48 w 96"/>
                <a:gd name="T15" fmla="*/ 8 h 68"/>
                <a:gd name="T16" fmla="*/ 3 w 96"/>
                <a:gd name="T17" fmla="*/ 49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" h="68">
                  <a:moveTo>
                    <a:pt x="3" y="49"/>
                  </a:moveTo>
                  <a:cubicBezTo>
                    <a:pt x="6" y="49"/>
                    <a:pt x="9" y="56"/>
                    <a:pt x="9" y="56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52" y="45"/>
                    <a:pt x="61" y="32"/>
                  </a:cubicBezTo>
                  <a:cubicBezTo>
                    <a:pt x="72" y="29"/>
                    <a:pt x="72" y="41"/>
                    <a:pt x="72" y="41"/>
                  </a:cubicBezTo>
                  <a:cubicBezTo>
                    <a:pt x="72" y="41"/>
                    <a:pt x="71" y="68"/>
                    <a:pt x="71" y="67"/>
                  </a:cubicBezTo>
                  <a:cubicBezTo>
                    <a:pt x="74" y="60"/>
                    <a:pt x="78" y="62"/>
                    <a:pt x="78" y="62"/>
                  </a:cubicBezTo>
                  <a:cubicBezTo>
                    <a:pt x="78" y="62"/>
                    <a:pt x="96" y="16"/>
                    <a:pt x="48" y="8"/>
                  </a:cubicBezTo>
                  <a:cubicBezTo>
                    <a:pt x="0" y="0"/>
                    <a:pt x="3" y="48"/>
                    <a:pt x="3" y="49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任意多边形: 形状 180" descr="8b62bee7-8782-42cd-8f93-8e95e8b1beaa"/>
            <p:cNvSpPr>
              <a:spLocks noEditPoints="1"/>
            </p:cNvSpPr>
            <p:nvPr/>
          </p:nvSpPr>
          <p:spPr bwMode="auto">
            <a:xfrm>
              <a:off x="7081043" y="2532063"/>
              <a:ext cx="182563" cy="82550"/>
            </a:xfrm>
            <a:custGeom>
              <a:gdLst>
                <a:gd name="T0" fmla="*/ 51 w 67"/>
                <a:gd name="T1" fmla="*/ 7 h 30"/>
                <a:gd name="T2" fmla="*/ 34 w 67"/>
                <a:gd name="T3" fmla="*/ 14 h 30"/>
                <a:gd name="T4" fmla="*/ 19 w 67"/>
                <a:gd name="T5" fmla="*/ 2 h 30"/>
                <a:gd name="T6" fmla="*/ 1 w 67"/>
                <a:gd name="T7" fmla="*/ 10 h 30"/>
                <a:gd name="T8" fmla="*/ 15 w 67"/>
                <a:gd name="T9" fmla="*/ 24 h 30"/>
                <a:gd name="T10" fmla="*/ 33 w 67"/>
                <a:gd name="T11" fmla="*/ 17 h 30"/>
                <a:gd name="T12" fmla="*/ 48 w 67"/>
                <a:gd name="T13" fmla="*/ 29 h 30"/>
                <a:gd name="T14" fmla="*/ 66 w 67"/>
                <a:gd name="T15" fmla="*/ 21 h 30"/>
                <a:gd name="T16" fmla="*/ 51 w 67"/>
                <a:gd name="T17" fmla="*/ 7 h 30"/>
                <a:gd name="T18" fmla="*/ 17 w 67"/>
                <a:gd name="T19" fmla="*/ 16 h 30"/>
                <a:gd name="T20" fmla="*/ 8 w 67"/>
                <a:gd name="T21" fmla="*/ 11 h 30"/>
                <a:gd name="T22" fmla="*/ 18 w 67"/>
                <a:gd name="T23" fmla="*/ 9 h 30"/>
                <a:gd name="T24" fmla="*/ 26 w 67"/>
                <a:gd name="T25" fmla="*/ 14 h 30"/>
                <a:gd name="T26" fmla="*/ 17 w 67"/>
                <a:gd name="T27" fmla="*/ 16 h 30"/>
                <a:gd name="T28" fmla="*/ 49 w 67"/>
                <a:gd name="T29" fmla="*/ 21 h 30"/>
                <a:gd name="T30" fmla="*/ 40 w 67"/>
                <a:gd name="T31" fmla="*/ 16 h 30"/>
                <a:gd name="T32" fmla="*/ 50 w 67"/>
                <a:gd name="T33" fmla="*/ 14 h 30"/>
                <a:gd name="T34" fmla="*/ 59 w 67"/>
                <a:gd name="T35" fmla="*/ 19 h 30"/>
                <a:gd name="T36" fmla="*/ 49 w 67"/>
                <a:gd name="T37" fmla="*/ 21 h 3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7" h="30">
                  <a:moveTo>
                    <a:pt x="51" y="7"/>
                  </a:moveTo>
                  <a:cubicBezTo>
                    <a:pt x="43" y="6"/>
                    <a:pt x="36" y="9"/>
                    <a:pt x="34" y="14"/>
                  </a:cubicBezTo>
                  <a:cubicBezTo>
                    <a:pt x="33" y="8"/>
                    <a:pt x="27" y="3"/>
                    <a:pt x="19" y="2"/>
                  </a:cubicBezTo>
                  <a:cubicBezTo>
                    <a:pt x="10" y="0"/>
                    <a:pt x="2" y="4"/>
                    <a:pt x="1" y="10"/>
                  </a:cubicBezTo>
                  <a:cubicBezTo>
                    <a:pt x="0" y="16"/>
                    <a:pt x="6" y="22"/>
                    <a:pt x="15" y="24"/>
                  </a:cubicBezTo>
                  <a:cubicBezTo>
                    <a:pt x="24" y="25"/>
                    <a:pt x="31" y="22"/>
                    <a:pt x="33" y="17"/>
                  </a:cubicBezTo>
                  <a:cubicBezTo>
                    <a:pt x="33" y="22"/>
                    <a:pt x="40" y="28"/>
                    <a:pt x="48" y="29"/>
                  </a:cubicBezTo>
                  <a:cubicBezTo>
                    <a:pt x="57" y="30"/>
                    <a:pt x="65" y="27"/>
                    <a:pt x="66" y="21"/>
                  </a:cubicBezTo>
                  <a:cubicBezTo>
                    <a:pt x="67" y="15"/>
                    <a:pt x="60" y="9"/>
                    <a:pt x="51" y="7"/>
                  </a:cubicBezTo>
                  <a:close/>
                  <a:moveTo>
                    <a:pt x="17" y="16"/>
                  </a:moveTo>
                  <a:cubicBezTo>
                    <a:pt x="12" y="15"/>
                    <a:pt x="8" y="13"/>
                    <a:pt x="8" y="11"/>
                  </a:cubicBezTo>
                  <a:cubicBezTo>
                    <a:pt x="8" y="9"/>
                    <a:pt x="13" y="8"/>
                    <a:pt x="18" y="9"/>
                  </a:cubicBezTo>
                  <a:cubicBezTo>
                    <a:pt x="23" y="10"/>
                    <a:pt x="27" y="12"/>
                    <a:pt x="26" y="14"/>
                  </a:cubicBezTo>
                  <a:cubicBezTo>
                    <a:pt x="26" y="15"/>
                    <a:pt x="22" y="16"/>
                    <a:pt x="17" y="16"/>
                  </a:cubicBezTo>
                  <a:close/>
                  <a:moveTo>
                    <a:pt x="49" y="21"/>
                  </a:moveTo>
                  <a:cubicBezTo>
                    <a:pt x="44" y="20"/>
                    <a:pt x="40" y="18"/>
                    <a:pt x="40" y="16"/>
                  </a:cubicBezTo>
                  <a:cubicBezTo>
                    <a:pt x="41" y="14"/>
                    <a:pt x="45" y="13"/>
                    <a:pt x="50" y="14"/>
                  </a:cubicBezTo>
                  <a:cubicBezTo>
                    <a:pt x="55" y="15"/>
                    <a:pt x="59" y="17"/>
                    <a:pt x="59" y="19"/>
                  </a:cubicBezTo>
                  <a:cubicBezTo>
                    <a:pt x="58" y="21"/>
                    <a:pt x="54" y="22"/>
                    <a:pt x="49" y="2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任意多边形: 形状 181" descr="8ee78659-2c3a-4967-b73f-f3930afa8039"/>
            <p:cNvSpPr/>
            <p:nvPr/>
          </p:nvSpPr>
          <p:spPr bwMode="auto">
            <a:xfrm>
              <a:off x="7084218" y="2393951"/>
              <a:ext cx="214313" cy="114300"/>
            </a:xfrm>
            <a:custGeom>
              <a:gdLst>
                <a:gd name="T0" fmla="*/ 77 w 79"/>
                <a:gd name="T1" fmla="*/ 42 h 42"/>
                <a:gd name="T2" fmla="*/ 44 w 79"/>
                <a:gd name="T3" fmla="*/ 4 h 42"/>
                <a:gd name="T4" fmla="*/ 0 w 79"/>
                <a:gd name="T5" fmla="*/ 29 h 42"/>
                <a:gd name="T6" fmla="*/ 77 w 79"/>
                <a:gd name="T7" fmla="*/ 42 h 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" h="42">
                  <a:moveTo>
                    <a:pt x="77" y="42"/>
                  </a:moveTo>
                  <a:cubicBezTo>
                    <a:pt x="79" y="32"/>
                    <a:pt x="65" y="7"/>
                    <a:pt x="44" y="4"/>
                  </a:cubicBezTo>
                  <a:cubicBezTo>
                    <a:pt x="22" y="0"/>
                    <a:pt x="2" y="19"/>
                    <a:pt x="0" y="29"/>
                  </a:cubicBezTo>
                  <a:lnTo>
                    <a:pt x="77" y="4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任意多边形: 形状 182" descr="7200229c-df58-4f69-b487-bf0ce531daf1"/>
            <p:cNvSpPr/>
            <p:nvPr/>
          </p:nvSpPr>
          <p:spPr bwMode="auto">
            <a:xfrm>
              <a:off x="7084218" y="2463801"/>
              <a:ext cx="209550" cy="44450"/>
            </a:xfrm>
            <a:custGeom>
              <a:gdLst>
                <a:gd name="T0" fmla="*/ 77 w 77"/>
                <a:gd name="T1" fmla="*/ 16 h 16"/>
                <a:gd name="T2" fmla="*/ 77 w 77"/>
                <a:gd name="T3" fmla="*/ 13 h 16"/>
                <a:gd name="T4" fmla="*/ 1 w 77"/>
                <a:gd name="T5" fmla="*/ 0 h 16"/>
                <a:gd name="T6" fmla="*/ 0 w 77"/>
                <a:gd name="T7" fmla="*/ 3 h 16"/>
                <a:gd name="T8" fmla="*/ 77 w 77"/>
                <a:gd name="T9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6">
                  <a:moveTo>
                    <a:pt x="77" y="16"/>
                  </a:moveTo>
                  <a:cubicBezTo>
                    <a:pt x="77" y="15"/>
                    <a:pt x="77" y="14"/>
                    <a:pt x="77" y="1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lnTo>
                    <a:pt x="77" y="16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任意多边形: 形状 183" descr="000846b3-cb82-409a-a7a8-31bd978d1367"/>
            <p:cNvSpPr/>
            <p:nvPr/>
          </p:nvSpPr>
          <p:spPr bwMode="auto">
            <a:xfrm>
              <a:off x="7058818" y="2470151"/>
              <a:ext cx="246063" cy="69850"/>
            </a:xfrm>
            <a:custGeom>
              <a:gdLst>
                <a:gd name="T0" fmla="*/ 84 w 90"/>
                <a:gd name="T1" fmla="*/ 26 h 26"/>
                <a:gd name="T2" fmla="*/ 4 w 90"/>
                <a:gd name="T3" fmla="*/ 13 h 26"/>
                <a:gd name="T4" fmla="*/ 0 w 90"/>
                <a:gd name="T5" fmla="*/ 10 h 26"/>
                <a:gd name="T6" fmla="*/ 2 w 90"/>
                <a:gd name="T7" fmla="*/ 2 h 26"/>
                <a:gd name="T8" fmla="*/ 6 w 90"/>
                <a:gd name="T9" fmla="*/ 1 h 26"/>
                <a:gd name="T10" fmla="*/ 86 w 90"/>
                <a:gd name="T11" fmla="*/ 14 h 26"/>
                <a:gd name="T12" fmla="*/ 90 w 90"/>
                <a:gd name="T13" fmla="*/ 16 h 26"/>
                <a:gd name="T14" fmla="*/ 88 w 90"/>
                <a:gd name="T15" fmla="*/ 25 h 26"/>
                <a:gd name="T16" fmla="*/ 84 w 90"/>
                <a:gd name="T17" fmla="*/ 26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26">
                  <a:moveTo>
                    <a:pt x="84" y="26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2" y="13"/>
                    <a:pt x="0" y="12"/>
                    <a:pt x="0" y="1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8" y="14"/>
                    <a:pt x="90" y="15"/>
                    <a:pt x="90" y="16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8" y="26"/>
                    <a:pt x="86" y="26"/>
                    <a:pt x="84" y="26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任意多边形: 形状 184" descr="e20c5cd7-cc59-445e-a0d0-c24ec270b20e"/>
            <p:cNvSpPr/>
            <p:nvPr/>
          </p:nvSpPr>
          <p:spPr bwMode="auto">
            <a:xfrm>
              <a:off x="5357018" y="1890713"/>
              <a:ext cx="160338" cy="290513"/>
            </a:xfrm>
            <a:custGeom>
              <a:gdLst>
                <a:gd name="T0" fmla="*/ 49 w 59"/>
                <a:gd name="T1" fmla="*/ 0 h 107"/>
                <a:gd name="T2" fmla="*/ 49 w 59"/>
                <a:gd name="T3" fmla="*/ 77 h 107"/>
                <a:gd name="T4" fmla="*/ 29 w 59"/>
                <a:gd name="T5" fmla="*/ 96 h 107"/>
                <a:gd name="T6" fmla="*/ 10 w 59"/>
                <a:gd name="T7" fmla="*/ 77 h 107"/>
                <a:gd name="T8" fmla="*/ 5 w 59"/>
                <a:gd name="T9" fmla="*/ 72 h 107"/>
                <a:gd name="T10" fmla="*/ 0 w 59"/>
                <a:gd name="T11" fmla="*/ 77 h 107"/>
                <a:gd name="T12" fmla="*/ 29 w 59"/>
                <a:gd name="T13" fmla="*/ 107 h 107"/>
                <a:gd name="T14" fmla="*/ 59 w 59"/>
                <a:gd name="T15" fmla="*/ 77 h 107"/>
                <a:gd name="T16" fmla="*/ 59 w 59"/>
                <a:gd name="T17" fmla="*/ 0 h 107"/>
                <a:gd name="T18" fmla="*/ 49 w 59"/>
                <a:gd name="T19" fmla="*/ 0 h 10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107">
                  <a:moveTo>
                    <a:pt x="49" y="0"/>
                  </a:moveTo>
                  <a:cubicBezTo>
                    <a:pt x="49" y="77"/>
                    <a:pt x="49" y="77"/>
                    <a:pt x="49" y="77"/>
                  </a:cubicBezTo>
                  <a:cubicBezTo>
                    <a:pt x="49" y="88"/>
                    <a:pt x="40" y="96"/>
                    <a:pt x="29" y="96"/>
                  </a:cubicBezTo>
                  <a:cubicBezTo>
                    <a:pt x="19" y="96"/>
                    <a:pt x="10" y="88"/>
                    <a:pt x="10" y="77"/>
                  </a:cubicBezTo>
                  <a:cubicBezTo>
                    <a:pt x="10" y="74"/>
                    <a:pt x="8" y="72"/>
                    <a:pt x="5" y="72"/>
                  </a:cubicBezTo>
                  <a:cubicBezTo>
                    <a:pt x="2" y="72"/>
                    <a:pt x="0" y="74"/>
                    <a:pt x="0" y="77"/>
                  </a:cubicBezTo>
                  <a:cubicBezTo>
                    <a:pt x="0" y="93"/>
                    <a:pt x="13" y="107"/>
                    <a:pt x="29" y="107"/>
                  </a:cubicBezTo>
                  <a:cubicBezTo>
                    <a:pt x="46" y="107"/>
                    <a:pt x="59" y="93"/>
                    <a:pt x="59" y="77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任意多边形: 形状 185" descr="cb26af61-ecca-4b7b-ab61-37c57f052da2"/>
            <p:cNvSpPr/>
            <p:nvPr/>
          </p:nvSpPr>
          <p:spPr bwMode="auto">
            <a:xfrm>
              <a:off x="5345906" y="1658938"/>
              <a:ext cx="307975" cy="231775"/>
            </a:xfrm>
            <a:custGeom>
              <a:gdLst>
                <a:gd name="T0" fmla="*/ 58 w 113"/>
                <a:gd name="T1" fmla="*/ 0 h 85"/>
                <a:gd name="T2" fmla="*/ 58 w 113"/>
                <a:gd name="T3" fmla="*/ 0 h 85"/>
                <a:gd name="T4" fmla="*/ 0 w 113"/>
                <a:gd name="T5" fmla="*/ 85 h 85"/>
                <a:gd name="T6" fmla="*/ 113 w 113"/>
                <a:gd name="T7" fmla="*/ 85 h 85"/>
                <a:gd name="T8" fmla="*/ 58 w 113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85">
                  <a:moveTo>
                    <a:pt x="58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0" y="22"/>
                    <a:pt x="0" y="85"/>
                  </a:cubicBezTo>
                  <a:cubicBezTo>
                    <a:pt x="113" y="85"/>
                    <a:pt x="113" y="85"/>
                    <a:pt x="113" y="85"/>
                  </a:cubicBezTo>
                  <a:cubicBezTo>
                    <a:pt x="113" y="22"/>
                    <a:pt x="58" y="0"/>
                    <a:pt x="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任意多边形: 形状 186" descr="ed8f396f-22e7-4437-be01-334ddbaab1d8"/>
            <p:cNvSpPr/>
            <p:nvPr/>
          </p:nvSpPr>
          <p:spPr bwMode="auto">
            <a:xfrm>
              <a:off x="5447506" y="1658938"/>
              <a:ext cx="111125" cy="231775"/>
            </a:xfrm>
            <a:custGeom>
              <a:gdLst>
                <a:gd name="T0" fmla="*/ 21 w 41"/>
                <a:gd name="T1" fmla="*/ 0 h 85"/>
                <a:gd name="T2" fmla="*/ 21 w 41"/>
                <a:gd name="T3" fmla="*/ 0 h 85"/>
                <a:gd name="T4" fmla="*/ 0 w 41"/>
                <a:gd name="T5" fmla="*/ 85 h 85"/>
                <a:gd name="T6" fmla="*/ 41 w 41"/>
                <a:gd name="T7" fmla="*/ 85 h 85"/>
                <a:gd name="T8" fmla="*/ 21 w 41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85"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0" y="22"/>
                    <a:pt x="0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22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任意多边形: 形状 187" descr="9c15324e-ffe7-4193-8c1b-c853de89cc51"/>
            <p:cNvSpPr/>
            <p:nvPr/>
          </p:nvSpPr>
          <p:spPr bwMode="auto">
            <a:xfrm>
              <a:off x="5269706" y="1658938"/>
              <a:ext cx="233363" cy="231775"/>
            </a:xfrm>
            <a:custGeom>
              <a:gdLst>
                <a:gd name="T0" fmla="*/ 86 w 86"/>
                <a:gd name="T1" fmla="*/ 0 h 85"/>
                <a:gd name="T2" fmla="*/ 0 w 86"/>
                <a:gd name="T3" fmla="*/ 85 h 85"/>
                <a:gd name="T4" fmla="*/ 1 w 86"/>
                <a:gd name="T5" fmla="*/ 85 h 85"/>
                <a:gd name="T6" fmla="*/ 28 w 86"/>
                <a:gd name="T7" fmla="*/ 85 h 85"/>
                <a:gd name="T8" fmla="*/ 86 w 86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86" y="0"/>
                  </a:moveTo>
                  <a:cubicBezTo>
                    <a:pt x="39" y="0"/>
                    <a:pt x="0" y="38"/>
                    <a:pt x="0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28" y="22"/>
                    <a:pt x="86" y="0"/>
                    <a:pt x="86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任意多边形: 形状 188" descr="9cbff81e-e95d-4ae7-b4ed-a2adffdad905"/>
            <p:cNvSpPr/>
            <p:nvPr/>
          </p:nvSpPr>
          <p:spPr bwMode="auto">
            <a:xfrm>
              <a:off x="5503068" y="1658938"/>
              <a:ext cx="234950" cy="231775"/>
            </a:xfrm>
            <a:custGeom>
              <a:gdLst>
                <a:gd name="T0" fmla="*/ 0 w 86"/>
                <a:gd name="T1" fmla="*/ 0 h 85"/>
                <a:gd name="T2" fmla="*/ 0 w 86"/>
                <a:gd name="T3" fmla="*/ 0 h 85"/>
                <a:gd name="T4" fmla="*/ 55 w 86"/>
                <a:gd name="T5" fmla="*/ 85 h 85"/>
                <a:gd name="T6" fmla="*/ 85 w 86"/>
                <a:gd name="T7" fmla="*/ 85 h 85"/>
                <a:gd name="T8" fmla="*/ 86 w 86"/>
                <a:gd name="T9" fmla="*/ 85 h 85"/>
                <a:gd name="T10" fmla="*/ 0 w 86"/>
                <a:gd name="T11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5" y="22"/>
                    <a:pt x="55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86" y="38"/>
                    <a:pt x="47" y="0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任意多边形: 形状 189" descr="f0317065-dc92-424d-b627-0e27d4d91de2"/>
            <p:cNvSpPr/>
            <p:nvPr/>
          </p:nvSpPr>
          <p:spPr bwMode="auto">
            <a:xfrm>
              <a:off x="5276056" y="1600201"/>
              <a:ext cx="123825" cy="130175"/>
            </a:xfrm>
            <a:custGeom>
              <a:gdLst>
                <a:gd name="T0" fmla="*/ 23 w 46"/>
                <a:gd name="T1" fmla="*/ 35 h 48"/>
                <a:gd name="T2" fmla="*/ 2 w 46"/>
                <a:gd name="T3" fmla="*/ 0 h 48"/>
                <a:gd name="T4" fmla="*/ 23 w 46"/>
                <a:gd name="T5" fmla="*/ 35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48">
                  <a:moveTo>
                    <a:pt x="23" y="35"/>
                  </a:moveTo>
                  <a:cubicBezTo>
                    <a:pt x="0" y="48"/>
                    <a:pt x="2" y="0"/>
                    <a:pt x="2" y="0"/>
                  </a:cubicBezTo>
                  <a:cubicBezTo>
                    <a:pt x="2" y="0"/>
                    <a:pt x="46" y="22"/>
                    <a:pt x="23" y="35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任意多边形: 形状 190" descr="3b8c805b-b86f-4270-a757-40c9a49e42fd"/>
            <p:cNvSpPr/>
            <p:nvPr/>
          </p:nvSpPr>
          <p:spPr bwMode="auto">
            <a:xfrm>
              <a:off x="5314156" y="1509713"/>
              <a:ext cx="76200" cy="79375"/>
            </a:xfrm>
            <a:custGeom>
              <a:gdLst>
                <a:gd name="T0" fmla="*/ 14 w 28"/>
                <a:gd name="T1" fmla="*/ 21 h 29"/>
                <a:gd name="T2" fmla="*/ 2 w 28"/>
                <a:gd name="T3" fmla="*/ 0 h 29"/>
                <a:gd name="T4" fmla="*/ 14 w 28"/>
                <a:gd name="T5" fmla="*/ 21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8">
                  <a:moveTo>
                    <a:pt x="14" y="21"/>
                  </a:moveTo>
                  <a:cubicBezTo>
                    <a:pt x="0" y="29"/>
                    <a:pt x="2" y="0"/>
                    <a:pt x="2" y="0"/>
                  </a:cubicBezTo>
                  <a:cubicBezTo>
                    <a:pt x="2" y="0"/>
                    <a:pt x="28" y="14"/>
                    <a:pt x="14" y="21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任意多边形: 形状 191" descr="022f39b8-d2d6-4014-b636-07f52c758635"/>
            <p:cNvSpPr/>
            <p:nvPr/>
          </p:nvSpPr>
          <p:spPr bwMode="auto">
            <a:xfrm>
              <a:off x="5418931" y="1536701"/>
              <a:ext cx="98425" cy="103188"/>
            </a:xfrm>
            <a:custGeom>
              <a:gdLst>
                <a:gd name="T0" fmla="*/ 18 w 36"/>
                <a:gd name="T1" fmla="*/ 28 h 38"/>
                <a:gd name="T2" fmla="*/ 2 w 36"/>
                <a:gd name="T3" fmla="*/ 0 h 38"/>
                <a:gd name="T4" fmla="*/ 18 w 36"/>
                <a:gd name="T5" fmla="*/ 28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8">
                  <a:moveTo>
                    <a:pt x="18" y="28"/>
                  </a:moveTo>
                  <a:cubicBezTo>
                    <a:pt x="0" y="38"/>
                    <a:pt x="2" y="0"/>
                    <a:pt x="2" y="0"/>
                  </a:cubicBezTo>
                  <a:cubicBezTo>
                    <a:pt x="2" y="0"/>
                    <a:pt x="36" y="18"/>
                    <a:pt x="18" y="28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任意多边形: 形状 192" descr="7e92ebfc-e07d-4236-9e9a-c7b2d28c6b88"/>
            <p:cNvSpPr/>
            <p:nvPr/>
          </p:nvSpPr>
          <p:spPr bwMode="auto">
            <a:xfrm>
              <a:off x="5585618" y="1493838"/>
              <a:ext cx="117475" cy="271463"/>
            </a:xfrm>
            <a:custGeom>
              <a:gdLst>
                <a:gd name="T0" fmla="*/ 22 w 74"/>
                <a:gd name="T1" fmla="*/ 3 h 171"/>
                <a:gd name="T2" fmla="*/ 0 w 74"/>
                <a:gd name="T3" fmla="*/ 79 h 171"/>
                <a:gd name="T4" fmla="*/ 38 w 74"/>
                <a:gd name="T5" fmla="*/ 74 h 171"/>
                <a:gd name="T6" fmla="*/ 0 w 74"/>
                <a:gd name="T7" fmla="*/ 171 h 171"/>
                <a:gd name="T8" fmla="*/ 74 w 74"/>
                <a:gd name="T9" fmla="*/ 58 h 171"/>
                <a:gd name="T10" fmla="*/ 27 w 74"/>
                <a:gd name="T11" fmla="*/ 60 h 171"/>
                <a:gd name="T12" fmla="*/ 55 w 74"/>
                <a:gd name="T13" fmla="*/ 0 h 171"/>
                <a:gd name="T14" fmla="*/ 22 w 74"/>
                <a:gd name="T15" fmla="*/ 3 h 1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71">
                  <a:moveTo>
                    <a:pt x="22" y="3"/>
                  </a:moveTo>
                  <a:lnTo>
                    <a:pt x="0" y="79"/>
                  </a:lnTo>
                  <a:lnTo>
                    <a:pt x="38" y="74"/>
                  </a:lnTo>
                  <a:lnTo>
                    <a:pt x="0" y="171"/>
                  </a:lnTo>
                  <a:lnTo>
                    <a:pt x="74" y="58"/>
                  </a:lnTo>
                  <a:lnTo>
                    <a:pt x="27" y="60"/>
                  </a:lnTo>
                  <a:lnTo>
                    <a:pt x="55" y="0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任意多边形: 形状 193" descr="5393259e-c3d1-4caf-88c8-cb19afd62c08"/>
            <p:cNvSpPr/>
            <p:nvPr/>
          </p:nvSpPr>
          <p:spPr bwMode="auto">
            <a:xfrm>
              <a:off x="4887118" y="3040063"/>
              <a:ext cx="458788" cy="563563"/>
            </a:xfrm>
            <a:custGeom>
              <a:gdLst>
                <a:gd name="T0" fmla="*/ 289 w 289"/>
                <a:gd name="T1" fmla="*/ 317 h 355"/>
                <a:gd name="T2" fmla="*/ 42 w 289"/>
                <a:gd name="T3" fmla="*/ 355 h 355"/>
                <a:gd name="T4" fmla="*/ 0 w 289"/>
                <a:gd name="T5" fmla="*/ 72 h 355"/>
                <a:gd name="T6" fmla="*/ 25 w 289"/>
                <a:gd name="T7" fmla="*/ 35 h 355"/>
                <a:gd name="T8" fmla="*/ 239 w 289"/>
                <a:gd name="T9" fmla="*/ 0 h 355"/>
                <a:gd name="T10" fmla="*/ 289 w 289"/>
                <a:gd name="T11" fmla="*/ 317 h 35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9" h="355">
                  <a:moveTo>
                    <a:pt x="289" y="317"/>
                  </a:moveTo>
                  <a:lnTo>
                    <a:pt x="42" y="355"/>
                  </a:lnTo>
                  <a:lnTo>
                    <a:pt x="0" y="72"/>
                  </a:lnTo>
                  <a:lnTo>
                    <a:pt x="25" y="35"/>
                  </a:lnTo>
                  <a:lnTo>
                    <a:pt x="239" y="0"/>
                  </a:lnTo>
                  <a:lnTo>
                    <a:pt x="289" y="31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任意多边形: 形状 194" descr="d1bbc320-d145-4dea-a497-13b1d2185230"/>
            <p:cNvSpPr/>
            <p:nvPr/>
          </p:nvSpPr>
          <p:spPr bwMode="auto">
            <a:xfrm>
              <a:off x="4887118" y="3095626"/>
              <a:ext cx="47625" cy="58738"/>
            </a:xfrm>
            <a:custGeom>
              <a:gdLst>
                <a:gd name="T0" fmla="*/ 25 w 30"/>
                <a:gd name="T1" fmla="*/ 0 h 37"/>
                <a:gd name="T2" fmla="*/ 0 w 30"/>
                <a:gd name="T3" fmla="*/ 37 h 37"/>
                <a:gd name="T4" fmla="*/ 30 w 30"/>
                <a:gd name="T5" fmla="*/ 32 h 37"/>
                <a:gd name="T6" fmla="*/ 25 w 30"/>
                <a:gd name="T7" fmla="*/ 0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37">
                  <a:moveTo>
                    <a:pt x="25" y="0"/>
                  </a:moveTo>
                  <a:lnTo>
                    <a:pt x="0" y="37"/>
                  </a:lnTo>
                  <a:lnTo>
                    <a:pt x="30" y="3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任意多边形: 形状 195" descr="72d65de5-49f8-4129-a2f1-35cf83f1b589"/>
            <p:cNvSpPr/>
            <p:nvPr/>
          </p:nvSpPr>
          <p:spPr bwMode="auto">
            <a:xfrm>
              <a:off x="5006181" y="3554413"/>
              <a:ext cx="87313" cy="111125"/>
            </a:xfrm>
            <a:custGeom>
              <a:gdLst>
                <a:gd name="T0" fmla="*/ 55 w 55"/>
                <a:gd name="T1" fmla="*/ 64 h 70"/>
                <a:gd name="T2" fmla="*/ 31 w 55"/>
                <a:gd name="T3" fmla="*/ 55 h 70"/>
                <a:gd name="T4" fmla="*/ 9 w 55"/>
                <a:gd name="T5" fmla="*/ 70 h 70"/>
                <a:gd name="T6" fmla="*/ 0 w 55"/>
                <a:gd name="T7" fmla="*/ 7 h 70"/>
                <a:gd name="T8" fmla="*/ 45 w 55"/>
                <a:gd name="T9" fmla="*/ 0 h 70"/>
                <a:gd name="T10" fmla="*/ 55 w 55"/>
                <a:gd name="T11" fmla="*/ 64 h 7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70">
                  <a:moveTo>
                    <a:pt x="55" y="64"/>
                  </a:moveTo>
                  <a:lnTo>
                    <a:pt x="31" y="55"/>
                  </a:lnTo>
                  <a:lnTo>
                    <a:pt x="9" y="70"/>
                  </a:lnTo>
                  <a:lnTo>
                    <a:pt x="0" y="7"/>
                  </a:lnTo>
                  <a:lnTo>
                    <a:pt x="45" y="0"/>
                  </a:lnTo>
                  <a:lnTo>
                    <a:pt x="55" y="64"/>
                  </a:lnTo>
                  <a:close/>
                </a:path>
              </a:pathLst>
            </a:custGeom>
            <a:solidFill>
              <a:srgbClr val="943E3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任意多边形: 形状 196" descr="1ccb81ab-41a0-4450-8d62-3264d49afbba"/>
            <p:cNvSpPr/>
            <p:nvPr/>
          </p:nvSpPr>
          <p:spPr bwMode="auto">
            <a:xfrm>
              <a:off x="4976018" y="3462338"/>
              <a:ext cx="117475" cy="117475"/>
            </a:xfrm>
            <a:custGeom>
              <a:gdLst>
                <a:gd name="T0" fmla="*/ 41 w 43"/>
                <a:gd name="T1" fmla="*/ 19 h 43"/>
                <a:gd name="T2" fmla="*/ 25 w 43"/>
                <a:gd name="T3" fmla="*/ 42 h 43"/>
                <a:gd name="T4" fmla="*/ 2 w 43"/>
                <a:gd name="T5" fmla="*/ 25 h 43"/>
                <a:gd name="T6" fmla="*/ 18 w 43"/>
                <a:gd name="T7" fmla="*/ 2 h 43"/>
                <a:gd name="T8" fmla="*/ 41 w 43"/>
                <a:gd name="T9" fmla="*/ 19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3">
                  <a:moveTo>
                    <a:pt x="41" y="19"/>
                  </a:moveTo>
                  <a:cubicBezTo>
                    <a:pt x="43" y="30"/>
                    <a:pt x="36" y="40"/>
                    <a:pt x="25" y="42"/>
                  </a:cubicBezTo>
                  <a:cubicBezTo>
                    <a:pt x="14" y="43"/>
                    <a:pt x="3" y="36"/>
                    <a:pt x="2" y="25"/>
                  </a:cubicBezTo>
                  <a:cubicBezTo>
                    <a:pt x="0" y="14"/>
                    <a:pt x="7" y="4"/>
                    <a:pt x="18" y="2"/>
                  </a:cubicBezTo>
                  <a:cubicBezTo>
                    <a:pt x="29" y="0"/>
                    <a:pt x="40" y="8"/>
                    <a:pt x="41" y="19"/>
                  </a:cubicBezTo>
                  <a:close/>
                </a:path>
              </a:pathLst>
            </a:custGeom>
            <a:solidFill>
              <a:srgbClr val="BD70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任意多边形: 形状 197" descr="2f06dd7d-ce39-453d-8238-10cbd4d52a54"/>
            <p:cNvSpPr/>
            <p:nvPr/>
          </p:nvSpPr>
          <p:spPr bwMode="auto">
            <a:xfrm>
              <a:off x="4987131" y="3476626"/>
              <a:ext cx="95250" cy="92075"/>
            </a:xfrm>
            <a:custGeom>
              <a:gdLst>
                <a:gd name="T0" fmla="*/ 33 w 35"/>
                <a:gd name="T1" fmla="*/ 14 h 34"/>
                <a:gd name="T2" fmla="*/ 20 w 35"/>
                <a:gd name="T3" fmla="*/ 33 h 34"/>
                <a:gd name="T4" fmla="*/ 2 w 35"/>
                <a:gd name="T5" fmla="*/ 19 h 34"/>
                <a:gd name="T6" fmla="*/ 15 w 35"/>
                <a:gd name="T7" fmla="*/ 1 h 34"/>
                <a:gd name="T8" fmla="*/ 33 w 35"/>
                <a:gd name="T9" fmla="*/ 14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4">
                  <a:moveTo>
                    <a:pt x="33" y="14"/>
                  </a:moveTo>
                  <a:cubicBezTo>
                    <a:pt x="35" y="23"/>
                    <a:pt x="29" y="31"/>
                    <a:pt x="20" y="33"/>
                  </a:cubicBezTo>
                  <a:cubicBezTo>
                    <a:pt x="11" y="34"/>
                    <a:pt x="3" y="28"/>
                    <a:pt x="2" y="19"/>
                  </a:cubicBezTo>
                  <a:cubicBezTo>
                    <a:pt x="0" y="11"/>
                    <a:pt x="6" y="2"/>
                    <a:pt x="15" y="1"/>
                  </a:cubicBezTo>
                  <a:cubicBezTo>
                    <a:pt x="24" y="0"/>
                    <a:pt x="32" y="6"/>
                    <a:pt x="33" y="14"/>
                  </a:cubicBezTo>
                  <a:close/>
                </a:path>
              </a:pathLst>
            </a:custGeom>
            <a:solidFill>
              <a:srgbClr val="82474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任意多边形: 形状 198" descr="4792d17c-7ed9-4ec3-9c20-3c7f5b0ead1e"/>
            <p:cNvSpPr/>
            <p:nvPr/>
          </p:nvSpPr>
          <p:spPr bwMode="auto">
            <a:xfrm>
              <a:off x="4926806" y="3130551"/>
              <a:ext cx="311150" cy="80963"/>
            </a:xfrm>
            <a:custGeom>
              <a:gdLst>
                <a:gd name="T0" fmla="*/ 196 w 196"/>
                <a:gd name="T1" fmla="*/ 21 h 51"/>
                <a:gd name="T2" fmla="*/ 2 w 196"/>
                <a:gd name="T3" fmla="*/ 51 h 51"/>
                <a:gd name="T4" fmla="*/ 0 w 196"/>
                <a:gd name="T5" fmla="*/ 31 h 51"/>
                <a:gd name="T6" fmla="*/ 192 w 196"/>
                <a:gd name="T7" fmla="*/ 0 h 51"/>
                <a:gd name="T8" fmla="*/ 196 w 196"/>
                <a:gd name="T9" fmla="*/ 21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51">
                  <a:moveTo>
                    <a:pt x="196" y="21"/>
                  </a:moveTo>
                  <a:lnTo>
                    <a:pt x="2" y="51"/>
                  </a:lnTo>
                  <a:lnTo>
                    <a:pt x="0" y="31"/>
                  </a:lnTo>
                  <a:lnTo>
                    <a:pt x="192" y="0"/>
                  </a:lnTo>
                  <a:lnTo>
                    <a:pt x="196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任意多边形: 形状 199" descr="6fde9902-d796-4cc5-9062-7298c17e49bd"/>
            <p:cNvSpPr/>
            <p:nvPr/>
          </p:nvSpPr>
          <p:spPr bwMode="auto">
            <a:xfrm>
              <a:off x="4934743" y="3192463"/>
              <a:ext cx="312738" cy="82550"/>
            </a:xfrm>
            <a:custGeom>
              <a:gdLst>
                <a:gd name="T0" fmla="*/ 197 w 197"/>
                <a:gd name="T1" fmla="*/ 21 h 52"/>
                <a:gd name="T2" fmla="*/ 4 w 197"/>
                <a:gd name="T3" fmla="*/ 52 h 52"/>
                <a:gd name="T4" fmla="*/ 0 w 197"/>
                <a:gd name="T5" fmla="*/ 31 h 52"/>
                <a:gd name="T6" fmla="*/ 194 w 197"/>
                <a:gd name="T7" fmla="*/ 0 h 52"/>
                <a:gd name="T8" fmla="*/ 197 w 197"/>
                <a:gd name="T9" fmla="*/ 21 h 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52">
                  <a:moveTo>
                    <a:pt x="197" y="21"/>
                  </a:moveTo>
                  <a:lnTo>
                    <a:pt x="4" y="52"/>
                  </a:lnTo>
                  <a:lnTo>
                    <a:pt x="0" y="31"/>
                  </a:lnTo>
                  <a:lnTo>
                    <a:pt x="194" y="0"/>
                  </a:lnTo>
                  <a:lnTo>
                    <a:pt x="197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任意多边形: 形状 200" descr="5e50eb7e-96a2-484c-896a-555a30b405a2"/>
            <p:cNvSpPr/>
            <p:nvPr/>
          </p:nvSpPr>
          <p:spPr bwMode="auto">
            <a:xfrm>
              <a:off x="4945856" y="3255963"/>
              <a:ext cx="311150" cy="80963"/>
            </a:xfrm>
            <a:custGeom>
              <a:gdLst>
                <a:gd name="T0" fmla="*/ 196 w 196"/>
                <a:gd name="T1" fmla="*/ 20 h 51"/>
                <a:gd name="T2" fmla="*/ 4 w 196"/>
                <a:gd name="T3" fmla="*/ 51 h 51"/>
                <a:gd name="T4" fmla="*/ 0 w 196"/>
                <a:gd name="T5" fmla="*/ 31 h 51"/>
                <a:gd name="T6" fmla="*/ 192 w 196"/>
                <a:gd name="T7" fmla="*/ 0 h 51"/>
                <a:gd name="T8" fmla="*/ 196 w 196"/>
                <a:gd name="T9" fmla="*/ 20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51">
                  <a:moveTo>
                    <a:pt x="196" y="20"/>
                  </a:moveTo>
                  <a:lnTo>
                    <a:pt x="4" y="51"/>
                  </a:lnTo>
                  <a:lnTo>
                    <a:pt x="0" y="31"/>
                  </a:lnTo>
                  <a:lnTo>
                    <a:pt x="192" y="0"/>
                  </a:lnTo>
                  <a:lnTo>
                    <a:pt x="196" y="20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任意多边形: 形状 201" descr="3a421628-7f62-4969-9dea-3c9d79db55de"/>
            <p:cNvSpPr/>
            <p:nvPr/>
          </p:nvSpPr>
          <p:spPr bwMode="auto">
            <a:xfrm>
              <a:off x="4953793" y="3333751"/>
              <a:ext cx="201613" cy="63500"/>
            </a:xfrm>
            <a:custGeom>
              <a:gdLst>
                <a:gd name="T0" fmla="*/ 127 w 127"/>
                <a:gd name="T1" fmla="*/ 21 h 40"/>
                <a:gd name="T2" fmla="*/ 4 w 127"/>
                <a:gd name="T3" fmla="*/ 40 h 40"/>
                <a:gd name="T4" fmla="*/ 0 w 127"/>
                <a:gd name="T5" fmla="*/ 21 h 40"/>
                <a:gd name="T6" fmla="*/ 124 w 127"/>
                <a:gd name="T7" fmla="*/ 0 h 40"/>
                <a:gd name="T8" fmla="*/ 127 w 127"/>
                <a:gd name="T9" fmla="*/ 21 h 4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40">
                  <a:moveTo>
                    <a:pt x="127" y="21"/>
                  </a:moveTo>
                  <a:lnTo>
                    <a:pt x="4" y="40"/>
                  </a:lnTo>
                  <a:lnTo>
                    <a:pt x="0" y="21"/>
                  </a:lnTo>
                  <a:lnTo>
                    <a:pt x="124" y="0"/>
                  </a:lnTo>
                  <a:lnTo>
                    <a:pt x="127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任意多边形: 形状 202" descr="53bc91a1-96f1-415d-a8a9-f118657c458c"/>
            <p:cNvSpPr/>
            <p:nvPr/>
          </p:nvSpPr>
          <p:spPr bwMode="auto">
            <a:xfrm>
              <a:off x="5150643" y="3459163"/>
              <a:ext cx="138113" cy="53975"/>
            </a:xfrm>
            <a:custGeom>
              <a:gdLst>
                <a:gd name="T0" fmla="*/ 87 w 87"/>
                <a:gd name="T1" fmla="*/ 21 h 34"/>
                <a:gd name="T2" fmla="*/ 3 w 87"/>
                <a:gd name="T3" fmla="*/ 34 h 34"/>
                <a:gd name="T4" fmla="*/ 0 w 87"/>
                <a:gd name="T5" fmla="*/ 14 h 34"/>
                <a:gd name="T6" fmla="*/ 84 w 87"/>
                <a:gd name="T7" fmla="*/ 0 h 34"/>
                <a:gd name="T8" fmla="*/ 87 w 87"/>
                <a:gd name="T9" fmla="*/ 21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34">
                  <a:moveTo>
                    <a:pt x="87" y="21"/>
                  </a:moveTo>
                  <a:lnTo>
                    <a:pt x="3" y="34"/>
                  </a:lnTo>
                  <a:lnTo>
                    <a:pt x="0" y="14"/>
                  </a:lnTo>
                  <a:lnTo>
                    <a:pt x="84" y="0"/>
                  </a:lnTo>
                  <a:lnTo>
                    <a:pt x="87" y="21"/>
                  </a:lnTo>
                  <a:close/>
                </a:path>
              </a:pathLst>
            </a:custGeom>
            <a:solidFill>
              <a:srgbClr val="4058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任意多边形: 形状 203" descr="fd323443-80ce-41e1-a8e7-864e2f3f45b2"/>
            <p:cNvSpPr/>
            <p:nvPr/>
          </p:nvSpPr>
          <p:spPr bwMode="auto">
            <a:xfrm>
              <a:off x="4307681" y="3073401"/>
              <a:ext cx="485775" cy="514350"/>
            </a:xfrm>
            <a:custGeom>
              <a:gdLst>
                <a:gd name="T0" fmla="*/ 98 w 179"/>
                <a:gd name="T1" fmla="*/ 189 h 189"/>
                <a:gd name="T2" fmla="*/ 0 w 179"/>
                <a:gd name="T3" fmla="*/ 29 h 189"/>
                <a:gd name="T4" fmla="*/ 146 w 179"/>
                <a:gd name="T5" fmla="*/ 0 h 189"/>
                <a:gd name="T6" fmla="*/ 98 w 179"/>
                <a:gd name="T7" fmla="*/ 189 h 18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89">
                  <a:moveTo>
                    <a:pt x="98" y="189"/>
                  </a:moveTo>
                  <a:cubicBezTo>
                    <a:pt x="98" y="189"/>
                    <a:pt x="99" y="104"/>
                    <a:pt x="0" y="29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9" y="93"/>
                    <a:pt x="98" y="189"/>
                    <a:pt x="98" y="1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任意多边形: 形状 204" descr="f2db08f7-e017-4cb3-80e1-daeac156a3da"/>
            <p:cNvSpPr/>
            <p:nvPr/>
          </p:nvSpPr>
          <p:spPr bwMode="auto">
            <a:xfrm>
              <a:off x="4293393" y="3027363"/>
              <a:ext cx="415925" cy="160338"/>
            </a:xfrm>
            <a:custGeom>
              <a:gdLst>
                <a:gd name="T0" fmla="*/ 151 w 153"/>
                <a:gd name="T1" fmla="*/ 17 h 59"/>
                <a:gd name="T2" fmla="*/ 80 w 153"/>
                <a:gd name="T3" fmla="*/ 52 h 59"/>
                <a:gd name="T4" fmla="*/ 2 w 153"/>
                <a:gd name="T5" fmla="*/ 41 h 59"/>
                <a:gd name="T6" fmla="*/ 73 w 153"/>
                <a:gd name="T7" fmla="*/ 6 h 59"/>
                <a:gd name="T8" fmla="*/ 151 w 153"/>
                <a:gd name="T9" fmla="*/ 17 h 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59">
                  <a:moveTo>
                    <a:pt x="151" y="17"/>
                  </a:moveTo>
                  <a:cubicBezTo>
                    <a:pt x="153" y="29"/>
                    <a:pt x="121" y="45"/>
                    <a:pt x="80" y="52"/>
                  </a:cubicBezTo>
                  <a:cubicBezTo>
                    <a:pt x="39" y="59"/>
                    <a:pt x="4" y="54"/>
                    <a:pt x="2" y="41"/>
                  </a:cubicBezTo>
                  <a:cubicBezTo>
                    <a:pt x="0" y="29"/>
                    <a:pt x="32" y="13"/>
                    <a:pt x="73" y="6"/>
                  </a:cubicBezTo>
                  <a:cubicBezTo>
                    <a:pt x="114" y="0"/>
                    <a:pt x="149" y="4"/>
                    <a:pt x="151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任意多边形: 形状 205" descr="75a468c6-b065-4621-b9d3-2249d3adf6a2"/>
            <p:cNvSpPr/>
            <p:nvPr/>
          </p:nvSpPr>
          <p:spPr bwMode="auto">
            <a:xfrm>
              <a:off x="4337843" y="3040063"/>
              <a:ext cx="333375" cy="131763"/>
            </a:xfrm>
            <a:custGeom>
              <a:gdLst>
                <a:gd name="T0" fmla="*/ 121 w 123"/>
                <a:gd name="T1" fmla="*/ 14 h 48"/>
                <a:gd name="T2" fmla="*/ 64 w 123"/>
                <a:gd name="T3" fmla="*/ 42 h 48"/>
                <a:gd name="T4" fmla="*/ 1 w 123"/>
                <a:gd name="T5" fmla="*/ 34 h 48"/>
                <a:gd name="T6" fmla="*/ 58 w 123"/>
                <a:gd name="T7" fmla="*/ 6 h 48"/>
                <a:gd name="T8" fmla="*/ 121 w 123"/>
                <a:gd name="T9" fmla="*/ 14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8">
                  <a:moveTo>
                    <a:pt x="121" y="14"/>
                  </a:moveTo>
                  <a:cubicBezTo>
                    <a:pt x="123" y="24"/>
                    <a:pt x="97" y="37"/>
                    <a:pt x="64" y="42"/>
                  </a:cubicBezTo>
                  <a:cubicBezTo>
                    <a:pt x="31" y="48"/>
                    <a:pt x="3" y="44"/>
                    <a:pt x="1" y="34"/>
                  </a:cubicBezTo>
                  <a:cubicBezTo>
                    <a:pt x="0" y="24"/>
                    <a:pt x="25" y="11"/>
                    <a:pt x="58" y="6"/>
                  </a:cubicBezTo>
                  <a:cubicBezTo>
                    <a:pt x="91" y="0"/>
                    <a:pt x="120" y="4"/>
                    <a:pt x="121" y="1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任意多边形: 形状 206" descr="462fd403-0605-45c0-9882-048085e0d89d"/>
            <p:cNvSpPr/>
            <p:nvPr/>
          </p:nvSpPr>
          <p:spPr bwMode="auto">
            <a:xfrm>
              <a:off x="4375943" y="3062288"/>
              <a:ext cx="257175" cy="98425"/>
            </a:xfrm>
            <a:custGeom>
              <a:gdLst>
                <a:gd name="T0" fmla="*/ 94 w 95"/>
                <a:gd name="T1" fmla="*/ 10 h 36"/>
                <a:gd name="T2" fmla="*/ 50 w 95"/>
                <a:gd name="T3" fmla="*/ 32 h 36"/>
                <a:gd name="T4" fmla="*/ 1 w 95"/>
                <a:gd name="T5" fmla="*/ 26 h 36"/>
                <a:gd name="T6" fmla="*/ 45 w 95"/>
                <a:gd name="T7" fmla="*/ 4 h 36"/>
                <a:gd name="T8" fmla="*/ 94 w 95"/>
                <a:gd name="T9" fmla="*/ 10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36">
                  <a:moveTo>
                    <a:pt x="94" y="10"/>
                  </a:moveTo>
                  <a:cubicBezTo>
                    <a:pt x="95" y="18"/>
                    <a:pt x="75" y="28"/>
                    <a:pt x="50" y="32"/>
                  </a:cubicBezTo>
                  <a:cubicBezTo>
                    <a:pt x="24" y="36"/>
                    <a:pt x="2" y="34"/>
                    <a:pt x="1" y="26"/>
                  </a:cubicBezTo>
                  <a:cubicBezTo>
                    <a:pt x="0" y="18"/>
                    <a:pt x="19" y="8"/>
                    <a:pt x="45" y="4"/>
                  </a:cubicBezTo>
                  <a:cubicBezTo>
                    <a:pt x="70" y="0"/>
                    <a:pt x="92" y="3"/>
                    <a:pt x="94" y="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任意多边形: 形状 207" descr="f46756e7-5d5f-4620-bd21-16b07bb2e44c"/>
            <p:cNvSpPr/>
            <p:nvPr/>
          </p:nvSpPr>
          <p:spPr bwMode="auto">
            <a:xfrm>
              <a:off x="4410868" y="3078163"/>
              <a:ext cx="190500" cy="74613"/>
            </a:xfrm>
            <a:custGeom>
              <a:gdLst>
                <a:gd name="T0" fmla="*/ 69 w 70"/>
                <a:gd name="T1" fmla="*/ 8 h 27"/>
                <a:gd name="T2" fmla="*/ 37 w 70"/>
                <a:gd name="T3" fmla="*/ 24 h 27"/>
                <a:gd name="T4" fmla="*/ 1 w 70"/>
                <a:gd name="T5" fmla="*/ 19 h 27"/>
                <a:gd name="T6" fmla="*/ 33 w 70"/>
                <a:gd name="T7" fmla="*/ 3 h 27"/>
                <a:gd name="T8" fmla="*/ 69 w 70"/>
                <a:gd name="T9" fmla="*/ 8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27">
                  <a:moveTo>
                    <a:pt x="69" y="8"/>
                  </a:moveTo>
                  <a:cubicBezTo>
                    <a:pt x="70" y="14"/>
                    <a:pt x="55" y="21"/>
                    <a:pt x="37" y="24"/>
                  </a:cubicBezTo>
                  <a:cubicBezTo>
                    <a:pt x="18" y="27"/>
                    <a:pt x="2" y="25"/>
                    <a:pt x="1" y="19"/>
                  </a:cubicBezTo>
                  <a:cubicBezTo>
                    <a:pt x="0" y="14"/>
                    <a:pt x="14" y="6"/>
                    <a:pt x="33" y="3"/>
                  </a:cubicBezTo>
                  <a:cubicBezTo>
                    <a:pt x="52" y="0"/>
                    <a:pt x="68" y="2"/>
                    <a:pt x="69" y="8"/>
                  </a:cubicBez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任意多边形: 形状 208" descr="5a0665e0-7ad0-4315-9048-ab3b09c14f45"/>
            <p:cNvSpPr/>
            <p:nvPr/>
          </p:nvSpPr>
          <p:spPr bwMode="auto">
            <a:xfrm>
              <a:off x="4421981" y="3228975"/>
              <a:ext cx="225425" cy="57150"/>
            </a:xfrm>
            <a:custGeom>
              <a:gdLst>
                <a:gd name="T0" fmla="*/ 9 w 83"/>
                <a:gd name="T1" fmla="*/ 21 h 21"/>
                <a:gd name="T2" fmla="*/ 0 w 83"/>
                <a:gd name="T3" fmla="*/ 10 h 21"/>
                <a:gd name="T4" fmla="*/ 83 w 83"/>
                <a:gd name="T5" fmla="*/ 0 h 21"/>
                <a:gd name="T6" fmla="*/ 9 w 83"/>
                <a:gd name="T7" fmla="*/ 21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21">
                  <a:moveTo>
                    <a:pt x="9" y="2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9" y="15"/>
                    <a:pt x="83" y="0"/>
                  </a:cubicBezTo>
                  <a:cubicBezTo>
                    <a:pt x="47" y="20"/>
                    <a:pt x="9" y="21"/>
                    <a:pt x="9" y="2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任意多边形: 形状 209" descr="978a85fe-2685-4fd7-bdaa-389020731a76"/>
            <p:cNvSpPr/>
            <p:nvPr/>
          </p:nvSpPr>
          <p:spPr bwMode="auto">
            <a:xfrm>
              <a:off x="4556918" y="3352800"/>
              <a:ext cx="144463" cy="49213"/>
            </a:xfrm>
            <a:custGeom>
              <a:gdLst>
                <a:gd name="T0" fmla="*/ 49 w 53"/>
                <a:gd name="T1" fmla="*/ 10 h 18"/>
                <a:gd name="T2" fmla="*/ 0 w 53"/>
                <a:gd name="T3" fmla="*/ 13 h 18"/>
                <a:gd name="T4" fmla="*/ 53 w 53"/>
                <a:gd name="T5" fmla="*/ 0 h 18"/>
                <a:gd name="T6" fmla="*/ 49 w 53"/>
                <a:gd name="T7" fmla="*/ 1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8">
                  <a:moveTo>
                    <a:pt x="49" y="10"/>
                  </a:moveTo>
                  <a:cubicBezTo>
                    <a:pt x="49" y="10"/>
                    <a:pt x="25" y="18"/>
                    <a:pt x="0" y="13"/>
                  </a:cubicBezTo>
                  <a:cubicBezTo>
                    <a:pt x="30" y="12"/>
                    <a:pt x="53" y="0"/>
                    <a:pt x="53" y="0"/>
                  </a:cubicBezTo>
                  <a:lnTo>
                    <a:pt x="49" y="1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任意多边形: 形状 210" descr="72a1052c-dcf3-4359-a959-b699db90086e"/>
            <p:cNvSpPr/>
            <p:nvPr/>
          </p:nvSpPr>
          <p:spPr bwMode="auto">
            <a:xfrm>
              <a:off x="4263231" y="3413125"/>
              <a:ext cx="236538" cy="63500"/>
            </a:xfrm>
            <a:custGeom>
              <a:gdLst>
                <a:gd name="T0" fmla="*/ 84 w 87"/>
                <a:gd name="T1" fmla="*/ 8 h 23"/>
                <a:gd name="T2" fmla="*/ 5 w 87"/>
                <a:gd name="T3" fmla="*/ 23 h 23"/>
                <a:gd name="T4" fmla="*/ 0 w 87"/>
                <a:gd name="T5" fmla="*/ 20 h 23"/>
                <a:gd name="T6" fmla="*/ 3 w 87"/>
                <a:gd name="T7" fmla="*/ 15 h 23"/>
                <a:gd name="T8" fmla="*/ 82 w 87"/>
                <a:gd name="T9" fmla="*/ 1 h 23"/>
                <a:gd name="T10" fmla="*/ 87 w 87"/>
                <a:gd name="T11" fmla="*/ 4 h 23"/>
                <a:gd name="T12" fmla="*/ 84 w 87"/>
                <a:gd name="T13" fmla="*/ 8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23">
                  <a:moveTo>
                    <a:pt x="84" y="8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3" y="23"/>
                    <a:pt x="1" y="22"/>
                    <a:pt x="0" y="20"/>
                  </a:cubicBezTo>
                  <a:cubicBezTo>
                    <a:pt x="0" y="18"/>
                    <a:pt x="1" y="16"/>
                    <a:pt x="3" y="15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84" y="0"/>
                    <a:pt x="86" y="2"/>
                    <a:pt x="87" y="4"/>
                  </a:cubicBezTo>
                  <a:cubicBezTo>
                    <a:pt x="87" y="6"/>
                    <a:pt x="86" y="8"/>
                    <a:pt x="84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任意多边形: 形状 211" descr="4ac97bfc-b0e4-4ebd-a0a8-a65ebe93928b"/>
            <p:cNvSpPr/>
            <p:nvPr/>
          </p:nvSpPr>
          <p:spPr bwMode="auto">
            <a:xfrm>
              <a:off x="4252118" y="3362325"/>
              <a:ext cx="201613" cy="53975"/>
            </a:xfrm>
            <a:custGeom>
              <a:gdLst>
                <a:gd name="T0" fmla="*/ 70 w 74"/>
                <a:gd name="T1" fmla="*/ 8 h 20"/>
                <a:gd name="T2" fmla="*/ 5 w 74"/>
                <a:gd name="T3" fmla="*/ 20 h 20"/>
                <a:gd name="T4" fmla="*/ 0 w 74"/>
                <a:gd name="T5" fmla="*/ 17 h 20"/>
                <a:gd name="T6" fmla="*/ 3 w 74"/>
                <a:gd name="T7" fmla="*/ 12 h 20"/>
                <a:gd name="T8" fmla="*/ 69 w 74"/>
                <a:gd name="T9" fmla="*/ 0 h 20"/>
                <a:gd name="T10" fmla="*/ 74 w 74"/>
                <a:gd name="T11" fmla="*/ 3 h 20"/>
                <a:gd name="T12" fmla="*/ 70 w 74"/>
                <a:gd name="T13" fmla="*/ 8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20">
                  <a:moveTo>
                    <a:pt x="70" y="8"/>
                  </a:moveTo>
                  <a:cubicBezTo>
                    <a:pt x="5" y="20"/>
                    <a:pt x="5" y="20"/>
                    <a:pt x="5" y="20"/>
                  </a:cubicBezTo>
                  <a:cubicBezTo>
                    <a:pt x="3" y="20"/>
                    <a:pt x="0" y="19"/>
                    <a:pt x="0" y="17"/>
                  </a:cubicBezTo>
                  <a:cubicBezTo>
                    <a:pt x="0" y="15"/>
                    <a:pt x="1" y="13"/>
                    <a:pt x="3" y="12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1" y="0"/>
                    <a:pt x="73" y="1"/>
                    <a:pt x="74" y="3"/>
                  </a:cubicBezTo>
                  <a:cubicBezTo>
                    <a:pt x="74" y="5"/>
                    <a:pt x="73" y="7"/>
                    <a:pt x="70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任意多边形: 形状 212" descr="c4c720ed-8555-485f-82e7-bf2b1ae20f2f"/>
            <p:cNvSpPr/>
            <p:nvPr/>
          </p:nvSpPr>
          <p:spPr bwMode="auto">
            <a:xfrm>
              <a:off x="4250531" y="3306763"/>
              <a:ext cx="163513" cy="49213"/>
            </a:xfrm>
            <a:custGeom>
              <a:gdLst>
                <a:gd name="T0" fmla="*/ 57 w 60"/>
                <a:gd name="T1" fmla="*/ 8 h 18"/>
                <a:gd name="T2" fmla="*/ 4 w 60"/>
                <a:gd name="T3" fmla="*/ 17 h 18"/>
                <a:gd name="T4" fmla="*/ 0 w 60"/>
                <a:gd name="T5" fmla="*/ 14 h 18"/>
                <a:gd name="T6" fmla="*/ 3 w 60"/>
                <a:gd name="T7" fmla="*/ 10 h 18"/>
                <a:gd name="T8" fmla="*/ 56 w 60"/>
                <a:gd name="T9" fmla="*/ 0 h 18"/>
                <a:gd name="T10" fmla="*/ 60 w 60"/>
                <a:gd name="T11" fmla="*/ 3 h 18"/>
                <a:gd name="T12" fmla="*/ 57 w 60"/>
                <a:gd name="T13" fmla="*/ 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57" y="8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2" y="18"/>
                    <a:pt x="0" y="16"/>
                    <a:pt x="0" y="14"/>
                  </a:cubicBezTo>
                  <a:cubicBezTo>
                    <a:pt x="0" y="12"/>
                    <a:pt x="1" y="10"/>
                    <a:pt x="3" y="1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8" y="0"/>
                    <a:pt x="60" y="1"/>
                    <a:pt x="60" y="3"/>
                  </a:cubicBezTo>
                  <a:cubicBezTo>
                    <a:pt x="60" y="5"/>
                    <a:pt x="59" y="7"/>
                    <a:pt x="57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任意多边形: 形状 213" descr="0e6615b3-738b-4d7f-b299-7593690c38d3"/>
            <p:cNvSpPr/>
            <p:nvPr/>
          </p:nvSpPr>
          <p:spPr bwMode="auto">
            <a:xfrm>
              <a:off x="7439818" y="2671763"/>
              <a:ext cx="433388" cy="387350"/>
            </a:xfrm>
            <a:custGeom>
              <a:gdLst>
                <a:gd name="T0" fmla="*/ 273 w 273"/>
                <a:gd name="T1" fmla="*/ 107 h 244"/>
                <a:gd name="T2" fmla="*/ 82 w 273"/>
                <a:gd name="T3" fmla="*/ 244 h 244"/>
                <a:gd name="T4" fmla="*/ 0 w 273"/>
                <a:gd name="T5" fmla="*/ 193 h 244"/>
                <a:gd name="T6" fmla="*/ 267 w 273"/>
                <a:gd name="T7" fmla="*/ 0 h 244"/>
                <a:gd name="T8" fmla="*/ 273 w 273"/>
                <a:gd name="T9" fmla="*/ 107 h 2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244">
                  <a:moveTo>
                    <a:pt x="273" y="107"/>
                  </a:moveTo>
                  <a:lnTo>
                    <a:pt x="82" y="244"/>
                  </a:lnTo>
                  <a:lnTo>
                    <a:pt x="0" y="193"/>
                  </a:lnTo>
                  <a:lnTo>
                    <a:pt x="267" y="0"/>
                  </a:lnTo>
                  <a:lnTo>
                    <a:pt x="273" y="107"/>
                  </a:lnTo>
                  <a:close/>
                </a:path>
              </a:pathLst>
            </a:custGeom>
            <a:solidFill>
              <a:srgbClr val="3B4F5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任意多边形: 形状 214" descr="8314f95e-9a9f-40c2-82af-58d81ff3ed43"/>
            <p:cNvSpPr/>
            <p:nvPr/>
          </p:nvSpPr>
          <p:spPr bwMode="auto">
            <a:xfrm>
              <a:off x="7504906" y="2692400"/>
              <a:ext cx="215900" cy="193675"/>
            </a:xfrm>
            <a:custGeom>
              <a:gdLst>
                <a:gd name="T0" fmla="*/ 96 w 136"/>
                <a:gd name="T1" fmla="*/ 0 h 122"/>
                <a:gd name="T2" fmla="*/ 0 w 136"/>
                <a:gd name="T3" fmla="*/ 69 h 122"/>
                <a:gd name="T4" fmla="*/ 40 w 136"/>
                <a:gd name="T5" fmla="*/ 122 h 122"/>
                <a:gd name="T6" fmla="*/ 136 w 136"/>
                <a:gd name="T7" fmla="*/ 53 h 122"/>
                <a:gd name="T8" fmla="*/ 96 w 136"/>
                <a:gd name="T9" fmla="*/ 0 h 1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22">
                  <a:moveTo>
                    <a:pt x="96" y="0"/>
                  </a:moveTo>
                  <a:lnTo>
                    <a:pt x="0" y="69"/>
                  </a:lnTo>
                  <a:lnTo>
                    <a:pt x="40" y="122"/>
                  </a:lnTo>
                  <a:lnTo>
                    <a:pt x="136" y="5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任意多边形: 形状 215" descr="1908b0cc-3a93-4db6-8ee1-e1eac4393d35"/>
            <p:cNvSpPr/>
            <p:nvPr/>
          </p:nvSpPr>
          <p:spPr bwMode="auto">
            <a:xfrm>
              <a:off x="7614443" y="2730500"/>
              <a:ext cx="61913" cy="65088"/>
            </a:xfrm>
            <a:custGeom>
              <a:gdLst>
                <a:gd name="T0" fmla="*/ 20 w 23"/>
                <a:gd name="T1" fmla="*/ 6 h 24"/>
                <a:gd name="T2" fmla="*/ 18 w 23"/>
                <a:gd name="T3" fmla="*/ 21 h 24"/>
                <a:gd name="T4" fmla="*/ 3 w 23"/>
                <a:gd name="T5" fmla="*/ 18 h 24"/>
                <a:gd name="T6" fmla="*/ 5 w 23"/>
                <a:gd name="T7" fmla="*/ 3 h 24"/>
                <a:gd name="T8" fmla="*/ 20 w 23"/>
                <a:gd name="T9" fmla="*/ 6 h 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20" y="6"/>
                  </a:moveTo>
                  <a:cubicBezTo>
                    <a:pt x="23" y="11"/>
                    <a:pt x="22" y="17"/>
                    <a:pt x="18" y="21"/>
                  </a:cubicBezTo>
                  <a:cubicBezTo>
                    <a:pt x="13" y="24"/>
                    <a:pt x="6" y="23"/>
                    <a:pt x="3" y="18"/>
                  </a:cubicBezTo>
                  <a:cubicBezTo>
                    <a:pt x="0" y="13"/>
                    <a:pt x="0" y="6"/>
                    <a:pt x="5" y="3"/>
                  </a:cubicBezTo>
                  <a:cubicBezTo>
                    <a:pt x="10" y="0"/>
                    <a:pt x="16" y="1"/>
                    <a:pt x="20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任意多边形: 形状 216" descr="6ba7847e-88a1-4e4c-8f36-8c8002c959f6"/>
            <p:cNvSpPr/>
            <p:nvPr/>
          </p:nvSpPr>
          <p:spPr bwMode="auto">
            <a:xfrm>
              <a:off x="7619206" y="2736850"/>
              <a:ext cx="52388" cy="53975"/>
            </a:xfrm>
            <a:custGeom>
              <a:gdLst>
                <a:gd name="T0" fmla="*/ 16 w 19"/>
                <a:gd name="T1" fmla="*/ 5 h 20"/>
                <a:gd name="T2" fmla="*/ 15 w 19"/>
                <a:gd name="T3" fmla="*/ 17 h 20"/>
                <a:gd name="T4" fmla="*/ 2 w 19"/>
                <a:gd name="T5" fmla="*/ 15 h 20"/>
                <a:gd name="T6" fmla="*/ 4 w 19"/>
                <a:gd name="T7" fmla="*/ 3 h 20"/>
                <a:gd name="T8" fmla="*/ 16 w 19"/>
                <a:gd name="T9" fmla="*/ 5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16" y="5"/>
                  </a:moveTo>
                  <a:cubicBezTo>
                    <a:pt x="19" y="9"/>
                    <a:pt x="18" y="14"/>
                    <a:pt x="15" y="17"/>
                  </a:cubicBezTo>
                  <a:cubicBezTo>
                    <a:pt x="11" y="20"/>
                    <a:pt x="5" y="19"/>
                    <a:pt x="2" y="15"/>
                  </a:cubicBezTo>
                  <a:cubicBezTo>
                    <a:pt x="0" y="11"/>
                    <a:pt x="0" y="5"/>
                    <a:pt x="4" y="3"/>
                  </a:cubicBezTo>
                  <a:cubicBezTo>
                    <a:pt x="8" y="0"/>
                    <a:pt x="14" y="1"/>
                    <a:pt x="16" y="5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任意多边形: 形状 217" descr="b4590f40-33e8-4c58-ba68-15919a7cc906"/>
            <p:cNvSpPr/>
            <p:nvPr/>
          </p:nvSpPr>
          <p:spPr bwMode="auto">
            <a:xfrm>
              <a:off x="7469981" y="2727325"/>
              <a:ext cx="49213" cy="68263"/>
            </a:xfrm>
            <a:custGeom>
              <a:gdLst>
                <a:gd name="T0" fmla="*/ 3 w 31"/>
                <a:gd name="T1" fmla="*/ 0 h 43"/>
                <a:gd name="T2" fmla="*/ 0 w 31"/>
                <a:gd name="T3" fmla="*/ 4 h 43"/>
                <a:gd name="T4" fmla="*/ 27 w 31"/>
                <a:gd name="T5" fmla="*/ 43 h 43"/>
                <a:gd name="T6" fmla="*/ 31 w 31"/>
                <a:gd name="T7" fmla="*/ 40 h 43"/>
                <a:gd name="T8" fmla="*/ 3 w 31"/>
                <a:gd name="T9" fmla="*/ 0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43">
                  <a:moveTo>
                    <a:pt x="3" y="0"/>
                  </a:moveTo>
                  <a:lnTo>
                    <a:pt x="0" y="4"/>
                  </a:lnTo>
                  <a:lnTo>
                    <a:pt x="27" y="43"/>
                  </a:lnTo>
                  <a:lnTo>
                    <a:pt x="31" y="4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任意多边形: 形状 218" descr="9d4690e7-f0d0-46f5-b45a-f0c6318bd979"/>
            <p:cNvSpPr/>
            <p:nvPr/>
          </p:nvSpPr>
          <p:spPr bwMode="auto">
            <a:xfrm>
              <a:off x="7398543" y="2733675"/>
              <a:ext cx="95250" cy="84138"/>
            </a:xfrm>
            <a:custGeom>
              <a:gdLst>
                <a:gd name="T0" fmla="*/ 16 w 60"/>
                <a:gd name="T1" fmla="*/ 53 h 53"/>
                <a:gd name="T2" fmla="*/ 60 w 60"/>
                <a:gd name="T3" fmla="*/ 20 h 53"/>
                <a:gd name="T4" fmla="*/ 45 w 60"/>
                <a:gd name="T5" fmla="*/ 0 h 53"/>
                <a:gd name="T6" fmla="*/ 0 w 60"/>
                <a:gd name="T7" fmla="*/ 32 h 53"/>
                <a:gd name="T8" fmla="*/ 21 w 60"/>
                <a:gd name="T9" fmla="*/ 34 h 53"/>
                <a:gd name="T10" fmla="*/ 16 w 60"/>
                <a:gd name="T11" fmla="*/ 53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52">
                  <a:moveTo>
                    <a:pt x="16" y="53"/>
                  </a:moveTo>
                  <a:lnTo>
                    <a:pt x="60" y="20"/>
                  </a:lnTo>
                  <a:lnTo>
                    <a:pt x="45" y="0"/>
                  </a:lnTo>
                  <a:lnTo>
                    <a:pt x="0" y="32"/>
                  </a:lnTo>
                  <a:lnTo>
                    <a:pt x="21" y="34"/>
                  </a:lnTo>
                  <a:lnTo>
                    <a:pt x="16" y="53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任意多边形: 形状 219" descr="764dec3f-f3fb-42fc-ba43-4d9ecabd300d"/>
            <p:cNvSpPr/>
            <p:nvPr/>
          </p:nvSpPr>
          <p:spPr bwMode="auto">
            <a:xfrm>
              <a:off x="7466806" y="2708275"/>
              <a:ext cx="403225" cy="304800"/>
            </a:xfrm>
            <a:custGeom>
              <a:gdLst>
                <a:gd name="T0" fmla="*/ 254 w 254"/>
                <a:gd name="T1" fmla="*/ 23 h 192"/>
                <a:gd name="T2" fmla="*/ 17 w 254"/>
                <a:gd name="T3" fmla="*/ 192 h 192"/>
                <a:gd name="T4" fmla="*/ 0 w 254"/>
                <a:gd name="T5" fmla="*/ 180 h 192"/>
                <a:gd name="T6" fmla="*/ 252 w 254"/>
                <a:gd name="T7" fmla="*/ 0 h 192"/>
                <a:gd name="T8" fmla="*/ 254 w 254"/>
                <a:gd name="T9" fmla="*/ 23 h 19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92">
                  <a:moveTo>
                    <a:pt x="254" y="23"/>
                  </a:moveTo>
                  <a:lnTo>
                    <a:pt x="17" y="192"/>
                  </a:lnTo>
                  <a:lnTo>
                    <a:pt x="0" y="180"/>
                  </a:lnTo>
                  <a:lnTo>
                    <a:pt x="252" y="0"/>
                  </a:lnTo>
                  <a:lnTo>
                    <a:pt x="254" y="23"/>
                  </a:lnTo>
                  <a:close/>
                </a:path>
              </a:pathLst>
            </a:custGeom>
            <a:solidFill>
              <a:srgbClr val="A35C5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任意多边形: 形状 220" descr="55310b13-8156-499f-b5b0-37d3346f9819"/>
            <p:cNvSpPr/>
            <p:nvPr/>
          </p:nvSpPr>
          <p:spPr bwMode="auto">
            <a:xfrm>
              <a:off x="7417593" y="2909888"/>
              <a:ext cx="490538" cy="136525"/>
            </a:xfrm>
            <a:custGeom>
              <a:gdLst>
                <a:gd name="T0" fmla="*/ 171 w 180"/>
                <a:gd name="T1" fmla="*/ 49 h 50"/>
                <a:gd name="T2" fmla="*/ 168 w 180"/>
                <a:gd name="T3" fmla="*/ 47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3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8"/>
                    <a:pt x="168" y="47"/>
                  </a:cubicBezTo>
                  <a:cubicBezTo>
                    <a:pt x="168" y="47"/>
                    <a:pt x="155" y="35"/>
                    <a:pt x="136" y="32"/>
                  </a:cubicBezTo>
                  <a:cubicBezTo>
                    <a:pt x="130" y="31"/>
                    <a:pt x="123" y="33"/>
                    <a:pt x="116" y="34"/>
                  </a:cubicBezTo>
                  <a:cubicBezTo>
                    <a:pt x="107" y="36"/>
                    <a:pt x="99" y="37"/>
                    <a:pt x="91" y="36"/>
                  </a:cubicBezTo>
                  <a:cubicBezTo>
                    <a:pt x="76" y="34"/>
                    <a:pt x="70" y="29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3"/>
                    <a:pt x="3" y="22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4" y="10"/>
                    <a:pt x="21" y="0"/>
                    <a:pt x="49" y="5"/>
                  </a:cubicBezTo>
                  <a:cubicBezTo>
                    <a:pt x="63" y="7"/>
                    <a:pt x="69" y="11"/>
                    <a:pt x="73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2"/>
                    <a:pt x="113" y="21"/>
                  </a:cubicBezTo>
                  <a:cubicBezTo>
                    <a:pt x="122" y="19"/>
                    <a:pt x="130" y="18"/>
                    <a:pt x="138" y="19"/>
                  </a:cubicBezTo>
                  <a:cubicBezTo>
                    <a:pt x="161" y="23"/>
                    <a:pt x="177" y="37"/>
                    <a:pt x="177" y="38"/>
                  </a:cubicBezTo>
                  <a:cubicBezTo>
                    <a:pt x="180" y="40"/>
                    <a:pt x="180" y="45"/>
                    <a:pt x="177" y="47"/>
                  </a:cubicBezTo>
                  <a:cubicBezTo>
                    <a:pt x="176" y="49"/>
                    <a:pt x="173" y="50"/>
                    <a:pt x="171" y="49"/>
                  </a:cubicBezTo>
                  <a:close/>
                </a:path>
              </a:pathLst>
            </a:custGeom>
            <a:solidFill>
              <a:srgbClr val="445F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任意多边形: 形状 221" descr="e4e28327-0d91-488e-9da1-43edfcb0a88e"/>
            <p:cNvSpPr/>
            <p:nvPr/>
          </p:nvSpPr>
          <p:spPr bwMode="auto">
            <a:xfrm>
              <a:off x="7412831" y="2943225"/>
              <a:ext cx="488950" cy="134938"/>
            </a:xfrm>
            <a:custGeom>
              <a:gdLst>
                <a:gd name="T0" fmla="*/ 171 w 180"/>
                <a:gd name="T1" fmla="*/ 49 h 50"/>
                <a:gd name="T2" fmla="*/ 168 w 180"/>
                <a:gd name="T3" fmla="*/ 48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3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7"/>
                    <a:pt x="155" y="35"/>
                    <a:pt x="136" y="32"/>
                  </a:cubicBezTo>
                  <a:cubicBezTo>
                    <a:pt x="130" y="31"/>
                    <a:pt x="123" y="33"/>
                    <a:pt x="116" y="34"/>
                  </a:cubicBezTo>
                  <a:cubicBezTo>
                    <a:pt x="108" y="36"/>
                    <a:pt x="99" y="38"/>
                    <a:pt x="91" y="36"/>
                  </a:cubicBezTo>
                  <a:cubicBezTo>
                    <a:pt x="76" y="34"/>
                    <a:pt x="70" y="29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4"/>
                    <a:pt x="3" y="22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4" y="10"/>
                    <a:pt x="21" y="0"/>
                    <a:pt x="49" y="5"/>
                  </a:cubicBezTo>
                  <a:cubicBezTo>
                    <a:pt x="63" y="7"/>
                    <a:pt x="69" y="11"/>
                    <a:pt x="73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2"/>
                    <a:pt x="113" y="21"/>
                  </a:cubicBezTo>
                  <a:cubicBezTo>
                    <a:pt x="122" y="19"/>
                    <a:pt x="130" y="18"/>
                    <a:pt x="138" y="19"/>
                  </a:cubicBezTo>
                  <a:cubicBezTo>
                    <a:pt x="161" y="23"/>
                    <a:pt x="177" y="37"/>
                    <a:pt x="177" y="38"/>
                  </a:cubicBezTo>
                  <a:cubicBezTo>
                    <a:pt x="180" y="40"/>
                    <a:pt x="180" y="45"/>
                    <a:pt x="177" y="47"/>
                  </a:cubicBezTo>
                  <a:cubicBezTo>
                    <a:pt x="176" y="49"/>
                    <a:pt x="174" y="50"/>
                    <a:pt x="171" y="49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任意多边形: 形状 222" descr="1db21b3e-c8e4-41ba-925d-4c1ad63dea6a"/>
            <p:cNvSpPr/>
            <p:nvPr/>
          </p:nvSpPr>
          <p:spPr bwMode="auto">
            <a:xfrm>
              <a:off x="7408068" y="2974975"/>
              <a:ext cx="488950" cy="136525"/>
            </a:xfrm>
            <a:custGeom>
              <a:gdLst>
                <a:gd name="T0" fmla="*/ 171 w 180"/>
                <a:gd name="T1" fmla="*/ 49 h 50"/>
                <a:gd name="T2" fmla="*/ 168 w 180"/>
                <a:gd name="T3" fmla="*/ 48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4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8"/>
                    <a:pt x="155" y="36"/>
                    <a:pt x="136" y="32"/>
                  </a:cubicBezTo>
                  <a:cubicBezTo>
                    <a:pt x="130" y="32"/>
                    <a:pt x="123" y="33"/>
                    <a:pt x="116" y="34"/>
                  </a:cubicBezTo>
                  <a:cubicBezTo>
                    <a:pt x="108" y="36"/>
                    <a:pt x="99" y="38"/>
                    <a:pt x="91" y="36"/>
                  </a:cubicBezTo>
                  <a:cubicBezTo>
                    <a:pt x="76" y="34"/>
                    <a:pt x="70" y="30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4"/>
                    <a:pt x="4" y="23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5" y="10"/>
                    <a:pt x="21" y="0"/>
                    <a:pt x="49" y="5"/>
                  </a:cubicBezTo>
                  <a:cubicBezTo>
                    <a:pt x="63" y="7"/>
                    <a:pt x="69" y="11"/>
                    <a:pt x="74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3"/>
                    <a:pt x="113" y="21"/>
                  </a:cubicBezTo>
                  <a:cubicBezTo>
                    <a:pt x="122" y="20"/>
                    <a:pt x="130" y="18"/>
                    <a:pt x="138" y="19"/>
                  </a:cubicBezTo>
                  <a:cubicBezTo>
                    <a:pt x="162" y="23"/>
                    <a:pt x="177" y="37"/>
                    <a:pt x="177" y="38"/>
                  </a:cubicBezTo>
                  <a:cubicBezTo>
                    <a:pt x="180" y="41"/>
                    <a:pt x="180" y="45"/>
                    <a:pt x="177" y="47"/>
                  </a:cubicBezTo>
                  <a:cubicBezTo>
                    <a:pt x="176" y="49"/>
                    <a:pt x="174" y="50"/>
                    <a:pt x="171" y="49"/>
                  </a:cubicBezTo>
                  <a:close/>
                </a:path>
              </a:pathLst>
            </a:custGeom>
            <a:solidFill>
              <a:srgbClr val="445F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任意多边形: 形状 223" descr="0ab69401-7902-4219-a93e-abf30edaac15"/>
            <p:cNvSpPr/>
            <p:nvPr/>
          </p:nvSpPr>
          <p:spPr bwMode="auto">
            <a:xfrm>
              <a:off x="7401718" y="3008313"/>
              <a:ext cx="490538" cy="136525"/>
            </a:xfrm>
            <a:custGeom>
              <a:gdLst>
                <a:gd name="T0" fmla="*/ 171 w 180"/>
                <a:gd name="T1" fmla="*/ 50 h 50"/>
                <a:gd name="T2" fmla="*/ 168 w 180"/>
                <a:gd name="T3" fmla="*/ 48 h 50"/>
                <a:gd name="T4" fmla="*/ 136 w 180"/>
                <a:gd name="T5" fmla="*/ 33 h 50"/>
                <a:gd name="T6" fmla="*/ 116 w 180"/>
                <a:gd name="T7" fmla="*/ 35 h 50"/>
                <a:gd name="T8" fmla="*/ 91 w 180"/>
                <a:gd name="T9" fmla="*/ 37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20 h 50"/>
                <a:gd name="T18" fmla="*/ 4 w 180"/>
                <a:gd name="T19" fmla="*/ 11 h 50"/>
                <a:gd name="T20" fmla="*/ 49 w 180"/>
                <a:gd name="T21" fmla="*/ 5 h 50"/>
                <a:gd name="T22" fmla="*/ 74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8 h 50"/>
                <a:gd name="T34" fmla="*/ 171 w 180"/>
                <a:gd name="T35" fmla="*/ 50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50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8"/>
                    <a:pt x="155" y="36"/>
                    <a:pt x="136" y="33"/>
                  </a:cubicBezTo>
                  <a:cubicBezTo>
                    <a:pt x="130" y="32"/>
                    <a:pt x="123" y="33"/>
                    <a:pt x="116" y="35"/>
                  </a:cubicBezTo>
                  <a:cubicBezTo>
                    <a:pt x="108" y="36"/>
                    <a:pt x="99" y="38"/>
                    <a:pt x="91" y="37"/>
                  </a:cubicBezTo>
                  <a:cubicBezTo>
                    <a:pt x="76" y="34"/>
                    <a:pt x="70" y="30"/>
                    <a:pt x="65" y="26"/>
                  </a:cubicBezTo>
                  <a:cubicBezTo>
                    <a:pt x="61" y="23"/>
                    <a:pt x="58" y="20"/>
                    <a:pt x="47" y="18"/>
                  </a:cubicBezTo>
                  <a:cubicBezTo>
                    <a:pt x="24" y="15"/>
                    <a:pt x="11" y="22"/>
                    <a:pt x="11" y="22"/>
                  </a:cubicBezTo>
                  <a:cubicBezTo>
                    <a:pt x="8" y="24"/>
                    <a:pt x="4" y="23"/>
                    <a:pt x="2" y="20"/>
                  </a:cubicBezTo>
                  <a:cubicBezTo>
                    <a:pt x="0" y="17"/>
                    <a:pt x="1" y="12"/>
                    <a:pt x="4" y="11"/>
                  </a:cubicBezTo>
                  <a:cubicBezTo>
                    <a:pt x="5" y="10"/>
                    <a:pt x="21" y="0"/>
                    <a:pt x="49" y="5"/>
                  </a:cubicBezTo>
                  <a:cubicBezTo>
                    <a:pt x="63" y="7"/>
                    <a:pt x="69" y="12"/>
                    <a:pt x="74" y="15"/>
                  </a:cubicBezTo>
                  <a:cubicBezTo>
                    <a:pt x="78" y="19"/>
                    <a:pt x="81" y="21"/>
                    <a:pt x="93" y="23"/>
                  </a:cubicBezTo>
                  <a:cubicBezTo>
                    <a:pt x="99" y="24"/>
                    <a:pt x="106" y="23"/>
                    <a:pt x="113" y="21"/>
                  </a:cubicBezTo>
                  <a:cubicBezTo>
                    <a:pt x="122" y="20"/>
                    <a:pt x="130" y="18"/>
                    <a:pt x="138" y="19"/>
                  </a:cubicBezTo>
                  <a:cubicBezTo>
                    <a:pt x="162" y="23"/>
                    <a:pt x="177" y="38"/>
                    <a:pt x="177" y="38"/>
                  </a:cubicBezTo>
                  <a:cubicBezTo>
                    <a:pt x="180" y="41"/>
                    <a:pt x="180" y="45"/>
                    <a:pt x="177" y="48"/>
                  </a:cubicBezTo>
                  <a:cubicBezTo>
                    <a:pt x="176" y="49"/>
                    <a:pt x="174" y="50"/>
                    <a:pt x="171" y="50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任意多边形: 形状 224" descr="847135d8-68fd-48e4-9bf2-c70739b57dbc"/>
            <p:cNvSpPr/>
            <p:nvPr/>
          </p:nvSpPr>
          <p:spPr bwMode="auto">
            <a:xfrm>
              <a:off x="7844631" y="2878138"/>
              <a:ext cx="63500" cy="122238"/>
            </a:xfrm>
            <a:custGeom>
              <a:gdLst>
                <a:gd name="T0" fmla="*/ 7 w 23"/>
                <a:gd name="T1" fmla="*/ 22 h 45"/>
                <a:gd name="T2" fmla="*/ 0 w 23"/>
                <a:gd name="T3" fmla="*/ 33 h 45"/>
                <a:gd name="T4" fmla="*/ 8 w 23"/>
                <a:gd name="T5" fmla="*/ 45 h 45"/>
                <a:gd name="T6" fmla="*/ 21 w 23"/>
                <a:gd name="T7" fmla="*/ 24 h 45"/>
                <a:gd name="T8" fmla="*/ 16 w 23"/>
                <a:gd name="T9" fmla="*/ 0 h 45"/>
                <a:gd name="T10" fmla="*/ 4 w 23"/>
                <a:gd name="T11" fmla="*/ 8 h 45"/>
                <a:gd name="T12" fmla="*/ 7 w 23"/>
                <a:gd name="T13" fmla="*/ 22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45">
                  <a:moveTo>
                    <a:pt x="7" y="22"/>
                  </a:moveTo>
                  <a:cubicBezTo>
                    <a:pt x="6" y="27"/>
                    <a:pt x="3" y="31"/>
                    <a:pt x="0" y="3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5" y="40"/>
                    <a:pt x="20" y="33"/>
                    <a:pt x="21" y="24"/>
                  </a:cubicBezTo>
                  <a:cubicBezTo>
                    <a:pt x="23" y="15"/>
                    <a:pt x="20" y="6"/>
                    <a:pt x="16" y="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6" y="12"/>
                    <a:pt x="8" y="17"/>
                    <a:pt x="7" y="22"/>
                  </a:cubicBezTo>
                  <a:close/>
                </a:path>
              </a:pathLst>
            </a:custGeom>
            <a:solidFill>
              <a:srgbClr val="FF90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任意多边形: 形状 225" descr="5070d3cc-b3dd-4bd4-9831-2b2600dbc2bd"/>
            <p:cNvSpPr/>
            <p:nvPr/>
          </p:nvSpPr>
          <p:spPr bwMode="auto">
            <a:xfrm>
              <a:off x="7722393" y="2859088"/>
              <a:ext cx="60325" cy="119063"/>
            </a:xfrm>
            <a:custGeom>
              <a:gdLst>
                <a:gd name="T0" fmla="*/ 16 w 22"/>
                <a:gd name="T1" fmla="*/ 23 h 44"/>
                <a:gd name="T2" fmla="*/ 22 w 22"/>
                <a:gd name="T3" fmla="*/ 12 h 44"/>
                <a:gd name="T4" fmla="*/ 13 w 22"/>
                <a:gd name="T5" fmla="*/ 0 h 44"/>
                <a:gd name="T6" fmla="*/ 1 w 22"/>
                <a:gd name="T7" fmla="*/ 20 h 44"/>
                <a:gd name="T8" fmla="*/ 6 w 22"/>
                <a:gd name="T9" fmla="*/ 44 h 44"/>
                <a:gd name="T10" fmla="*/ 18 w 22"/>
                <a:gd name="T11" fmla="*/ 35 h 44"/>
                <a:gd name="T12" fmla="*/ 16 w 22"/>
                <a:gd name="T13" fmla="*/ 23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44">
                  <a:moveTo>
                    <a:pt x="16" y="23"/>
                  </a:moveTo>
                  <a:cubicBezTo>
                    <a:pt x="16" y="18"/>
                    <a:pt x="19" y="14"/>
                    <a:pt x="22" y="1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5"/>
                    <a:pt x="3" y="12"/>
                    <a:pt x="1" y="20"/>
                  </a:cubicBezTo>
                  <a:cubicBezTo>
                    <a:pt x="0" y="29"/>
                    <a:pt x="2" y="37"/>
                    <a:pt x="6" y="44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6" y="31"/>
                    <a:pt x="15" y="27"/>
                    <a:pt x="16" y="23"/>
                  </a:cubicBezTo>
                  <a:close/>
                </a:path>
              </a:pathLst>
            </a:custGeom>
            <a:solidFill>
              <a:srgbClr val="FF90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任意多边形: 形状 226" descr="131bc3c3-a205-45e6-a789-6b57d193659e"/>
            <p:cNvSpPr/>
            <p:nvPr/>
          </p:nvSpPr>
          <p:spPr bwMode="auto">
            <a:xfrm>
              <a:off x="7758906" y="2836863"/>
              <a:ext cx="130175" cy="61913"/>
            </a:xfrm>
            <a:custGeom>
              <a:gdLst>
                <a:gd name="T0" fmla="*/ 47 w 48"/>
                <a:gd name="T1" fmla="*/ 13 h 23"/>
                <a:gd name="T2" fmla="*/ 26 w 48"/>
                <a:gd name="T3" fmla="*/ 1 h 23"/>
                <a:gd name="T4" fmla="*/ 2 w 48"/>
                <a:gd name="T5" fmla="*/ 7 h 23"/>
                <a:gd name="T6" fmla="*/ 0 w 48"/>
                <a:gd name="T7" fmla="*/ 8 h 23"/>
                <a:gd name="T8" fmla="*/ 9 w 48"/>
                <a:gd name="T9" fmla="*/ 20 h 23"/>
                <a:gd name="T10" fmla="*/ 10 w 48"/>
                <a:gd name="T11" fmla="*/ 19 h 23"/>
                <a:gd name="T12" fmla="*/ 24 w 48"/>
                <a:gd name="T13" fmla="*/ 15 h 23"/>
                <a:gd name="T14" fmla="*/ 35 w 48"/>
                <a:gd name="T15" fmla="*/ 22 h 23"/>
                <a:gd name="T16" fmla="*/ 36 w 48"/>
                <a:gd name="T17" fmla="*/ 23 h 23"/>
                <a:gd name="T18" fmla="*/ 48 w 48"/>
                <a:gd name="T19" fmla="*/ 15 h 23"/>
                <a:gd name="T20" fmla="*/ 47 w 48"/>
                <a:gd name="T21" fmla="*/ 1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23">
                  <a:moveTo>
                    <a:pt x="47" y="13"/>
                  </a:moveTo>
                  <a:cubicBezTo>
                    <a:pt x="42" y="7"/>
                    <a:pt x="34" y="2"/>
                    <a:pt x="26" y="1"/>
                  </a:cubicBezTo>
                  <a:cubicBezTo>
                    <a:pt x="17" y="0"/>
                    <a:pt x="8" y="2"/>
                    <a:pt x="2" y="7"/>
                  </a:cubicBezTo>
                  <a:cubicBezTo>
                    <a:pt x="1" y="7"/>
                    <a:pt x="1" y="8"/>
                    <a:pt x="0" y="8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10" y="19"/>
                    <a:pt x="10" y="19"/>
                  </a:cubicBezTo>
                  <a:cubicBezTo>
                    <a:pt x="14" y="16"/>
                    <a:pt x="19" y="15"/>
                    <a:pt x="24" y="15"/>
                  </a:cubicBezTo>
                  <a:cubicBezTo>
                    <a:pt x="28" y="16"/>
                    <a:pt x="32" y="19"/>
                    <a:pt x="35" y="22"/>
                  </a:cubicBezTo>
                  <a:cubicBezTo>
                    <a:pt x="35" y="22"/>
                    <a:pt x="35" y="23"/>
                    <a:pt x="36" y="23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7" y="14"/>
                    <a:pt x="47" y="14"/>
                    <a:pt x="47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任意多边形: 形状 227" descr="e08bf62e-bff9-4d92-a92c-3756e2a8d680"/>
            <p:cNvSpPr/>
            <p:nvPr/>
          </p:nvSpPr>
          <p:spPr bwMode="auto">
            <a:xfrm>
              <a:off x="7739856" y="2954338"/>
              <a:ext cx="127000" cy="65088"/>
            </a:xfrm>
            <a:custGeom>
              <a:gdLst>
                <a:gd name="T0" fmla="*/ 39 w 47"/>
                <a:gd name="T1" fmla="*/ 5 h 24"/>
                <a:gd name="T2" fmla="*/ 37 w 47"/>
                <a:gd name="T3" fmla="*/ 6 h 24"/>
                <a:gd name="T4" fmla="*/ 25 w 47"/>
                <a:gd name="T5" fmla="*/ 9 h 24"/>
                <a:gd name="T6" fmla="*/ 13 w 47"/>
                <a:gd name="T7" fmla="*/ 2 h 24"/>
                <a:gd name="T8" fmla="*/ 12 w 47"/>
                <a:gd name="T9" fmla="*/ 0 h 24"/>
                <a:gd name="T10" fmla="*/ 0 w 47"/>
                <a:gd name="T11" fmla="*/ 9 h 24"/>
                <a:gd name="T12" fmla="*/ 1 w 47"/>
                <a:gd name="T13" fmla="*/ 10 h 24"/>
                <a:gd name="T14" fmla="*/ 22 w 47"/>
                <a:gd name="T15" fmla="*/ 23 h 24"/>
                <a:gd name="T16" fmla="*/ 46 w 47"/>
                <a:gd name="T17" fmla="*/ 18 h 24"/>
                <a:gd name="T18" fmla="*/ 47 w 47"/>
                <a:gd name="T19" fmla="*/ 17 h 24"/>
                <a:gd name="T20" fmla="*/ 39 w 47"/>
                <a:gd name="T21" fmla="*/ 5 h 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24">
                  <a:moveTo>
                    <a:pt x="39" y="5"/>
                  </a:moveTo>
                  <a:cubicBezTo>
                    <a:pt x="38" y="6"/>
                    <a:pt x="38" y="6"/>
                    <a:pt x="37" y="6"/>
                  </a:cubicBezTo>
                  <a:cubicBezTo>
                    <a:pt x="34" y="8"/>
                    <a:pt x="29" y="9"/>
                    <a:pt x="25" y="9"/>
                  </a:cubicBezTo>
                  <a:cubicBezTo>
                    <a:pt x="20" y="8"/>
                    <a:pt x="16" y="5"/>
                    <a:pt x="13" y="2"/>
                  </a:cubicBezTo>
                  <a:cubicBezTo>
                    <a:pt x="13" y="1"/>
                    <a:pt x="12" y="1"/>
                    <a:pt x="12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6" y="17"/>
                    <a:pt x="14" y="22"/>
                    <a:pt x="22" y="23"/>
                  </a:cubicBezTo>
                  <a:cubicBezTo>
                    <a:pt x="31" y="24"/>
                    <a:pt x="39" y="22"/>
                    <a:pt x="46" y="18"/>
                  </a:cubicBezTo>
                  <a:cubicBezTo>
                    <a:pt x="46" y="18"/>
                    <a:pt x="47" y="18"/>
                    <a:pt x="47" y="17"/>
                  </a:cubicBezTo>
                  <a:lnTo>
                    <a:pt x="39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任意多边形: 形状 228" descr="00901e7a-41b4-4797-9928-0acb5d895442"/>
            <p:cNvSpPr/>
            <p:nvPr/>
          </p:nvSpPr>
          <p:spPr bwMode="auto">
            <a:xfrm>
              <a:off x="6515893" y="1727200"/>
              <a:ext cx="495300" cy="450850"/>
            </a:xfrm>
            <a:custGeom>
              <a:gdLst>
                <a:gd name="T0" fmla="*/ 164 w 182"/>
                <a:gd name="T1" fmla="*/ 19 h 166"/>
                <a:gd name="T2" fmla="*/ 91 w 182"/>
                <a:gd name="T3" fmla="*/ 0 h 166"/>
                <a:gd name="T4" fmla="*/ 18 w 182"/>
                <a:gd name="T5" fmla="*/ 19 h 166"/>
                <a:gd name="T6" fmla="*/ 91 w 182"/>
                <a:gd name="T7" fmla="*/ 166 h 166"/>
                <a:gd name="T8" fmla="*/ 164 w 182"/>
                <a:gd name="T9" fmla="*/ 19 h 1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166">
                  <a:moveTo>
                    <a:pt x="164" y="19"/>
                  </a:moveTo>
                  <a:cubicBezTo>
                    <a:pt x="164" y="19"/>
                    <a:pt x="127" y="30"/>
                    <a:pt x="91" y="0"/>
                  </a:cubicBezTo>
                  <a:cubicBezTo>
                    <a:pt x="55" y="30"/>
                    <a:pt x="18" y="19"/>
                    <a:pt x="18" y="19"/>
                  </a:cubicBezTo>
                  <a:cubicBezTo>
                    <a:pt x="18" y="19"/>
                    <a:pt x="0" y="122"/>
                    <a:pt x="91" y="166"/>
                  </a:cubicBezTo>
                  <a:cubicBezTo>
                    <a:pt x="182" y="122"/>
                    <a:pt x="164" y="19"/>
                    <a:pt x="164" y="19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任意多边形: 形状 229" descr="80740dad-bd33-4b1d-b171-b38b6ce92c06"/>
            <p:cNvSpPr/>
            <p:nvPr/>
          </p:nvSpPr>
          <p:spPr bwMode="auto">
            <a:xfrm>
              <a:off x="6547643" y="1765300"/>
              <a:ext cx="430213" cy="385763"/>
            </a:xfrm>
            <a:custGeom>
              <a:gdLst>
                <a:gd name="T0" fmla="*/ 142 w 158"/>
                <a:gd name="T1" fmla="*/ 17 h 142"/>
                <a:gd name="T2" fmla="*/ 79 w 158"/>
                <a:gd name="T3" fmla="*/ 0 h 142"/>
                <a:gd name="T4" fmla="*/ 16 w 158"/>
                <a:gd name="T5" fmla="*/ 17 h 142"/>
                <a:gd name="T6" fmla="*/ 79 w 158"/>
                <a:gd name="T7" fmla="*/ 142 h 142"/>
                <a:gd name="T8" fmla="*/ 142 w 158"/>
                <a:gd name="T9" fmla="*/ 17 h 1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42">
                  <a:moveTo>
                    <a:pt x="142" y="17"/>
                  </a:moveTo>
                  <a:cubicBezTo>
                    <a:pt x="142" y="17"/>
                    <a:pt x="110" y="26"/>
                    <a:pt x="79" y="0"/>
                  </a:cubicBezTo>
                  <a:cubicBezTo>
                    <a:pt x="48" y="26"/>
                    <a:pt x="16" y="17"/>
                    <a:pt x="16" y="17"/>
                  </a:cubicBezTo>
                  <a:cubicBezTo>
                    <a:pt x="16" y="17"/>
                    <a:pt x="0" y="104"/>
                    <a:pt x="79" y="142"/>
                  </a:cubicBezTo>
                  <a:cubicBezTo>
                    <a:pt x="158" y="104"/>
                    <a:pt x="142" y="17"/>
                    <a:pt x="142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任意多边形: 形状 230" descr="339cdd36-326a-4a26-a208-29e9bb19130b"/>
            <p:cNvSpPr/>
            <p:nvPr/>
          </p:nvSpPr>
          <p:spPr bwMode="auto">
            <a:xfrm>
              <a:off x="6569868" y="1784350"/>
              <a:ext cx="384175" cy="350838"/>
            </a:xfrm>
            <a:custGeom>
              <a:gdLst>
                <a:gd name="T0" fmla="*/ 129 w 141"/>
                <a:gd name="T1" fmla="*/ 16 h 129"/>
                <a:gd name="T2" fmla="*/ 71 w 141"/>
                <a:gd name="T3" fmla="*/ 0 h 129"/>
                <a:gd name="T4" fmla="*/ 13 w 141"/>
                <a:gd name="T5" fmla="*/ 16 h 129"/>
                <a:gd name="T6" fmla="*/ 71 w 141"/>
                <a:gd name="T7" fmla="*/ 129 h 129"/>
                <a:gd name="T8" fmla="*/ 129 w 141"/>
                <a:gd name="T9" fmla="*/ 16 h 1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129">
                  <a:moveTo>
                    <a:pt x="129" y="16"/>
                  </a:moveTo>
                  <a:cubicBezTo>
                    <a:pt x="129" y="16"/>
                    <a:pt x="99" y="24"/>
                    <a:pt x="71" y="0"/>
                  </a:cubicBezTo>
                  <a:cubicBezTo>
                    <a:pt x="43" y="24"/>
                    <a:pt x="13" y="16"/>
                    <a:pt x="13" y="16"/>
                  </a:cubicBezTo>
                  <a:cubicBezTo>
                    <a:pt x="13" y="16"/>
                    <a:pt x="0" y="95"/>
                    <a:pt x="71" y="129"/>
                  </a:cubicBezTo>
                  <a:cubicBezTo>
                    <a:pt x="141" y="95"/>
                    <a:pt x="129" y="16"/>
                    <a:pt x="129" y="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任意多边形: 形状 231" descr="ce89db70-1e87-4db5-9f3e-b6ecfb2eff49"/>
            <p:cNvSpPr/>
            <p:nvPr/>
          </p:nvSpPr>
          <p:spPr bwMode="auto">
            <a:xfrm>
              <a:off x="6673056" y="1857375"/>
              <a:ext cx="179388" cy="179388"/>
            </a:xfrm>
            <a:custGeom>
              <a:gdLst>
                <a:gd name="T0" fmla="*/ 70 w 113"/>
                <a:gd name="T1" fmla="*/ 43 h 113"/>
                <a:gd name="T2" fmla="*/ 70 w 113"/>
                <a:gd name="T3" fmla="*/ 0 h 113"/>
                <a:gd name="T4" fmla="*/ 43 w 113"/>
                <a:gd name="T5" fmla="*/ 0 h 113"/>
                <a:gd name="T6" fmla="*/ 43 w 113"/>
                <a:gd name="T7" fmla="*/ 43 h 113"/>
                <a:gd name="T8" fmla="*/ 0 w 113"/>
                <a:gd name="T9" fmla="*/ 43 h 113"/>
                <a:gd name="T10" fmla="*/ 0 w 113"/>
                <a:gd name="T11" fmla="*/ 69 h 113"/>
                <a:gd name="T12" fmla="*/ 43 w 113"/>
                <a:gd name="T13" fmla="*/ 69 h 113"/>
                <a:gd name="T14" fmla="*/ 43 w 113"/>
                <a:gd name="T15" fmla="*/ 113 h 113"/>
                <a:gd name="T16" fmla="*/ 70 w 113"/>
                <a:gd name="T17" fmla="*/ 113 h 113"/>
                <a:gd name="T18" fmla="*/ 70 w 113"/>
                <a:gd name="T19" fmla="*/ 69 h 113"/>
                <a:gd name="T20" fmla="*/ 113 w 113"/>
                <a:gd name="T21" fmla="*/ 69 h 113"/>
                <a:gd name="T22" fmla="*/ 113 w 113"/>
                <a:gd name="T23" fmla="*/ 43 h 113"/>
                <a:gd name="T24" fmla="*/ 70 w 113"/>
                <a:gd name="T25" fmla="*/ 43 h 1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3" h="113">
                  <a:moveTo>
                    <a:pt x="70" y="43"/>
                  </a:moveTo>
                  <a:lnTo>
                    <a:pt x="7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lnTo>
                    <a:pt x="0" y="69"/>
                  </a:lnTo>
                  <a:lnTo>
                    <a:pt x="43" y="69"/>
                  </a:lnTo>
                  <a:lnTo>
                    <a:pt x="43" y="113"/>
                  </a:lnTo>
                  <a:lnTo>
                    <a:pt x="70" y="113"/>
                  </a:lnTo>
                  <a:lnTo>
                    <a:pt x="70" y="69"/>
                  </a:lnTo>
                  <a:lnTo>
                    <a:pt x="113" y="69"/>
                  </a:lnTo>
                  <a:lnTo>
                    <a:pt x="113" y="43"/>
                  </a:lnTo>
                  <a:lnTo>
                    <a:pt x="70" y="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任意多边形: 形状 232" descr="fb0e42b5-edf4-412e-92d3-bb8531a0e1cf"/>
            <p:cNvSpPr/>
            <p:nvPr/>
          </p:nvSpPr>
          <p:spPr bwMode="auto">
            <a:xfrm>
              <a:off x="5795168" y="1357312"/>
              <a:ext cx="725488" cy="500063"/>
            </a:xfrm>
            <a:custGeom>
              <a:gdLst>
                <a:gd name="T0" fmla="*/ 134 w 267"/>
                <a:gd name="T1" fmla="*/ 64 h 184"/>
                <a:gd name="T2" fmla="*/ 220 w 267"/>
                <a:gd name="T3" fmla="*/ 51 h 184"/>
                <a:gd name="T4" fmla="*/ 134 w 267"/>
                <a:gd name="T5" fmla="*/ 184 h 184"/>
                <a:gd name="T6" fmla="*/ 47 w 267"/>
                <a:gd name="T7" fmla="*/ 51 h 184"/>
                <a:gd name="T8" fmla="*/ 134 w 267"/>
                <a:gd name="T9" fmla="*/ 64 h 18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184">
                  <a:moveTo>
                    <a:pt x="134" y="64"/>
                  </a:moveTo>
                  <a:cubicBezTo>
                    <a:pt x="134" y="64"/>
                    <a:pt x="183" y="0"/>
                    <a:pt x="220" y="51"/>
                  </a:cubicBezTo>
                  <a:cubicBezTo>
                    <a:pt x="267" y="117"/>
                    <a:pt x="134" y="184"/>
                    <a:pt x="134" y="184"/>
                  </a:cubicBezTo>
                  <a:cubicBezTo>
                    <a:pt x="134" y="184"/>
                    <a:pt x="0" y="117"/>
                    <a:pt x="47" y="51"/>
                  </a:cubicBezTo>
                  <a:cubicBezTo>
                    <a:pt x="84" y="0"/>
                    <a:pt x="134" y="64"/>
                    <a:pt x="134" y="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任意多边形: 形状 233" descr="52f07f92-b292-4ba4-9e1a-a8bc5064b1ec"/>
            <p:cNvSpPr/>
            <p:nvPr/>
          </p:nvSpPr>
          <p:spPr bwMode="auto">
            <a:xfrm>
              <a:off x="5998368" y="1608138"/>
              <a:ext cx="311150" cy="138113"/>
            </a:xfrm>
            <a:custGeom>
              <a:gdLst>
                <a:gd name="T0" fmla="*/ 71 w 114"/>
                <a:gd name="T1" fmla="*/ 51 h 51"/>
                <a:gd name="T2" fmla="*/ 68 w 114"/>
                <a:gd name="T3" fmla="*/ 49 h 51"/>
                <a:gd name="T4" fmla="*/ 47 w 114"/>
                <a:gd name="T5" fmla="*/ 12 h 51"/>
                <a:gd name="T6" fmla="*/ 38 w 114"/>
                <a:gd name="T7" fmla="*/ 28 h 51"/>
                <a:gd name="T8" fmla="*/ 34 w 114"/>
                <a:gd name="T9" fmla="*/ 30 h 51"/>
                <a:gd name="T10" fmla="*/ 4 w 114"/>
                <a:gd name="T11" fmla="*/ 30 h 51"/>
                <a:gd name="T12" fmla="*/ 0 w 114"/>
                <a:gd name="T13" fmla="*/ 26 h 51"/>
                <a:gd name="T14" fmla="*/ 4 w 114"/>
                <a:gd name="T15" fmla="*/ 22 h 51"/>
                <a:gd name="T16" fmla="*/ 32 w 114"/>
                <a:gd name="T17" fmla="*/ 22 h 51"/>
                <a:gd name="T18" fmla="*/ 43 w 114"/>
                <a:gd name="T19" fmla="*/ 2 h 51"/>
                <a:gd name="T20" fmla="*/ 47 w 114"/>
                <a:gd name="T21" fmla="*/ 0 h 51"/>
                <a:gd name="T22" fmla="*/ 50 w 114"/>
                <a:gd name="T23" fmla="*/ 2 h 51"/>
                <a:gd name="T24" fmla="*/ 71 w 114"/>
                <a:gd name="T25" fmla="*/ 38 h 51"/>
                <a:gd name="T26" fmla="*/ 77 w 114"/>
                <a:gd name="T27" fmla="*/ 24 h 51"/>
                <a:gd name="T28" fmla="*/ 80 w 114"/>
                <a:gd name="T29" fmla="*/ 21 h 51"/>
                <a:gd name="T30" fmla="*/ 110 w 114"/>
                <a:gd name="T31" fmla="*/ 21 h 51"/>
                <a:gd name="T32" fmla="*/ 114 w 114"/>
                <a:gd name="T33" fmla="*/ 25 h 51"/>
                <a:gd name="T34" fmla="*/ 110 w 114"/>
                <a:gd name="T35" fmla="*/ 29 h 51"/>
                <a:gd name="T36" fmla="*/ 83 w 114"/>
                <a:gd name="T37" fmla="*/ 29 h 51"/>
                <a:gd name="T38" fmla="*/ 75 w 114"/>
                <a:gd name="T39" fmla="*/ 49 h 51"/>
                <a:gd name="T40" fmla="*/ 72 w 114"/>
                <a:gd name="T41" fmla="*/ 51 h 51"/>
                <a:gd name="T42" fmla="*/ 71 w 114"/>
                <a:gd name="T43" fmla="*/ 51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51">
                  <a:moveTo>
                    <a:pt x="71" y="51"/>
                  </a:moveTo>
                  <a:cubicBezTo>
                    <a:pt x="70" y="51"/>
                    <a:pt x="69" y="50"/>
                    <a:pt x="68" y="49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9"/>
                    <a:pt x="36" y="30"/>
                    <a:pt x="3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28"/>
                    <a:pt x="0" y="26"/>
                  </a:cubicBezTo>
                  <a:cubicBezTo>
                    <a:pt x="0" y="23"/>
                    <a:pt x="2" y="22"/>
                    <a:pt x="4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0"/>
                    <a:pt x="45" y="0"/>
                    <a:pt x="47" y="0"/>
                  </a:cubicBezTo>
                  <a:cubicBezTo>
                    <a:pt x="48" y="0"/>
                    <a:pt x="50" y="0"/>
                    <a:pt x="50" y="2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77" y="22"/>
                    <a:pt x="79" y="21"/>
                    <a:pt x="80" y="2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13" y="21"/>
                    <a:pt x="114" y="23"/>
                    <a:pt x="114" y="25"/>
                  </a:cubicBezTo>
                  <a:cubicBezTo>
                    <a:pt x="114" y="28"/>
                    <a:pt x="113" y="29"/>
                    <a:pt x="110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50"/>
                    <a:pt x="73" y="51"/>
                    <a:pt x="72" y="51"/>
                  </a:cubicBezTo>
                  <a:lnTo>
                    <a:pt x="71" y="51"/>
                  </a:ln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任意多边形: 形状 234" descr="8ec9831b-a165-48cb-a894-af6baacc95a3"/>
            <p:cNvSpPr/>
            <p:nvPr/>
          </p:nvSpPr>
          <p:spPr bwMode="auto">
            <a:xfrm>
              <a:off x="4952206" y="2089150"/>
              <a:ext cx="80963" cy="107950"/>
            </a:xfrm>
            <a:custGeom>
              <a:gdLst>
                <a:gd name="T0" fmla="*/ 51 w 51"/>
                <a:gd name="T1" fmla="*/ 62 h 68"/>
                <a:gd name="T2" fmla="*/ 8 w 51"/>
                <a:gd name="T3" fmla="*/ 68 h 68"/>
                <a:gd name="T4" fmla="*/ 0 w 51"/>
                <a:gd name="T5" fmla="*/ 7 h 68"/>
                <a:gd name="T6" fmla="*/ 43 w 51"/>
                <a:gd name="T7" fmla="*/ 0 h 68"/>
                <a:gd name="T8" fmla="*/ 51 w 51"/>
                <a:gd name="T9" fmla="*/ 62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8">
                  <a:moveTo>
                    <a:pt x="51" y="62"/>
                  </a:moveTo>
                  <a:lnTo>
                    <a:pt x="8" y="68"/>
                  </a:lnTo>
                  <a:lnTo>
                    <a:pt x="0" y="7"/>
                  </a:lnTo>
                  <a:lnTo>
                    <a:pt x="43" y="0"/>
                  </a:lnTo>
                  <a:lnTo>
                    <a:pt x="51" y="62"/>
                  </a:lnTo>
                  <a:close/>
                </a:path>
              </a:pathLst>
            </a:cu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任意多边形: 形状 235" descr="8c24dc77-8be1-4d0a-a3e7-4ae2d536e49f"/>
            <p:cNvSpPr/>
            <p:nvPr/>
          </p:nvSpPr>
          <p:spPr bwMode="auto">
            <a:xfrm>
              <a:off x="4925218" y="2141538"/>
              <a:ext cx="180975" cy="173038"/>
            </a:xfrm>
            <a:custGeom>
              <a:gdLst>
                <a:gd name="T0" fmla="*/ 38 w 67"/>
                <a:gd name="T1" fmla="*/ 1 h 64"/>
                <a:gd name="T2" fmla="*/ 29 w 67"/>
                <a:gd name="T3" fmla="*/ 16 h 64"/>
                <a:gd name="T4" fmla="*/ 25 w 67"/>
                <a:gd name="T5" fmla="*/ 16 h 64"/>
                <a:gd name="T6" fmla="*/ 13 w 67"/>
                <a:gd name="T7" fmla="*/ 5 h 64"/>
                <a:gd name="T8" fmla="*/ 10 w 67"/>
                <a:gd name="T9" fmla="*/ 5 h 64"/>
                <a:gd name="T10" fmla="*/ 10 w 67"/>
                <a:gd name="T11" fmla="*/ 5 h 64"/>
                <a:gd name="T12" fmla="*/ 9 w 67"/>
                <a:gd name="T13" fmla="*/ 7 h 64"/>
                <a:gd name="T14" fmla="*/ 0 w 67"/>
                <a:gd name="T15" fmla="*/ 53 h 64"/>
                <a:gd name="T16" fmla="*/ 4 w 67"/>
                <a:gd name="T17" fmla="*/ 64 h 64"/>
                <a:gd name="T18" fmla="*/ 65 w 67"/>
                <a:gd name="T19" fmla="*/ 55 h 64"/>
                <a:gd name="T20" fmla="*/ 66 w 67"/>
                <a:gd name="T21" fmla="*/ 43 h 64"/>
                <a:gd name="T22" fmla="*/ 43 w 67"/>
                <a:gd name="T23" fmla="*/ 2 h 64"/>
                <a:gd name="T24" fmla="*/ 41 w 67"/>
                <a:gd name="T25" fmla="*/ 1 h 64"/>
                <a:gd name="T26" fmla="*/ 40 w 67"/>
                <a:gd name="T27" fmla="*/ 1 h 64"/>
                <a:gd name="T28" fmla="*/ 38 w 67"/>
                <a:gd name="T29" fmla="*/ 1 h 6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64">
                  <a:moveTo>
                    <a:pt x="38" y="1"/>
                  </a:moveTo>
                  <a:cubicBezTo>
                    <a:pt x="29" y="16"/>
                    <a:pt x="29" y="16"/>
                    <a:pt x="29" y="16"/>
                  </a:cubicBezTo>
                  <a:cubicBezTo>
                    <a:pt x="28" y="17"/>
                    <a:pt x="26" y="17"/>
                    <a:pt x="25" y="16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4"/>
                    <a:pt x="11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9" y="6"/>
                    <a:pt x="9" y="7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64"/>
                    <a:pt x="4" y="64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7" y="55"/>
                    <a:pt x="66" y="45"/>
                    <a:pt x="66" y="43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1"/>
                    <a:pt x="42" y="1"/>
                    <a:pt x="41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9" y="1"/>
                    <a:pt x="38" y="0"/>
                    <a:pt x="38" y="1"/>
                  </a:cubicBez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任意多边形: 形状 236" descr="3157785e-f058-4b8e-91c3-cd0de941a765"/>
            <p:cNvSpPr/>
            <p:nvPr/>
          </p:nvSpPr>
          <p:spPr bwMode="auto">
            <a:xfrm>
              <a:off x="4869656" y="1947863"/>
              <a:ext cx="209550" cy="171450"/>
            </a:xfrm>
            <a:custGeom>
              <a:gdLst>
                <a:gd name="T0" fmla="*/ 1 w 77"/>
                <a:gd name="T1" fmla="*/ 20 h 63"/>
                <a:gd name="T2" fmla="*/ 26 w 77"/>
                <a:gd name="T3" fmla="*/ 63 h 63"/>
                <a:gd name="T4" fmla="*/ 60 w 77"/>
                <a:gd name="T5" fmla="*/ 58 h 63"/>
                <a:gd name="T6" fmla="*/ 72 w 77"/>
                <a:gd name="T7" fmla="*/ 9 h 63"/>
                <a:gd name="T8" fmla="*/ 37 w 77"/>
                <a:gd name="T9" fmla="*/ 0 h 63"/>
                <a:gd name="T10" fmla="*/ 1 w 77"/>
                <a:gd name="T11" fmla="*/ 20 h 6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62">
                  <a:moveTo>
                    <a:pt x="1" y="20"/>
                  </a:moveTo>
                  <a:cubicBezTo>
                    <a:pt x="0" y="33"/>
                    <a:pt x="8" y="57"/>
                    <a:pt x="26" y="63"/>
                  </a:cubicBezTo>
                  <a:cubicBezTo>
                    <a:pt x="34" y="61"/>
                    <a:pt x="52" y="59"/>
                    <a:pt x="60" y="58"/>
                  </a:cubicBezTo>
                  <a:cubicBezTo>
                    <a:pt x="77" y="45"/>
                    <a:pt x="76" y="17"/>
                    <a:pt x="72" y="9"/>
                  </a:cubicBezTo>
                  <a:cubicBezTo>
                    <a:pt x="62" y="5"/>
                    <a:pt x="37" y="0"/>
                    <a:pt x="37" y="0"/>
                  </a:cubicBezTo>
                  <a:cubicBezTo>
                    <a:pt x="37" y="0"/>
                    <a:pt x="7" y="13"/>
                    <a:pt x="1" y="20"/>
                  </a:cubicBez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任意多边形: 形状 237" descr="5462ebeb-c993-4064-bf9a-d3e45f6fa7b9"/>
            <p:cNvSpPr/>
            <p:nvPr/>
          </p:nvSpPr>
          <p:spPr bwMode="auto">
            <a:xfrm>
              <a:off x="4783931" y="2143125"/>
              <a:ext cx="187325" cy="190500"/>
            </a:xfrm>
            <a:custGeom>
              <a:gdLst>
                <a:gd name="T0" fmla="*/ 69 w 69"/>
                <a:gd name="T1" fmla="*/ 61 h 70"/>
                <a:gd name="T2" fmla="*/ 6 w 69"/>
                <a:gd name="T3" fmla="*/ 70 h 70"/>
                <a:gd name="T4" fmla="*/ 10 w 69"/>
                <a:gd name="T5" fmla="*/ 25 h 70"/>
                <a:gd name="T6" fmla="*/ 60 w 69"/>
                <a:gd name="T7" fmla="*/ 0 h 70"/>
                <a:gd name="T8" fmla="*/ 69 w 69"/>
                <a:gd name="T9" fmla="*/ 61 h 7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70">
                  <a:moveTo>
                    <a:pt x="69" y="61"/>
                  </a:move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0" y="47"/>
                    <a:pt x="10" y="25"/>
                  </a:cubicBezTo>
                  <a:cubicBezTo>
                    <a:pt x="9" y="16"/>
                    <a:pt x="60" y="0"/>
                    <a:pt x="60" y="0"/>
                  </a:cubicBezTo>
                  <a:lnTo>
                    <a:pt x="69" y="61"/>
                  </a:lnTo>
                  <a:close/>
                </a:path>
              </a:pathLst>
            </a:custGeom>
            <a:solidFill>
              <a:srgbClr val="3857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 descr="1b9d2ce0-ad5c-4fd7-8e3a-12a06cbaec26"/>
            <p:cNvSpPr/>
            <p:nvPr/>
          </p:nvSpPr>
          <p:spPr bwMode="auto">
            <a:xfrm>
              <a:off x="5033168" y="2130425"/>
              <a:ext cx="198438" cy="165100"/>
            </a:xfrm>
            <a:custGeom>
              <a:gdLst>
                <a:gd name="T0" fmla="*/ 9 w 73"/>
                <a:gd name="T1" fmla="*/ 61 h 61"/>
                <a:gd name="T2" fmla="*/ 73 w 73"/>
                <a:gd name="T3" fmla="*/ 52 h 61"/>
                <a:gd name="T4" fmla="*/ 56 w 73"/>
                <a:gd name="T5" fmla="*/ 10 h 61"/>
                <a:gd name="T6" fmla="*/ 0 w 73"/>
                <a:gd name="T7" fmla="*/ 0 h 61"/>
                <a:gd name="T8" fmla="*/ 9 w 73"/>
                <a:gd name="T9" fmla="*/ 61 h 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61">
                  <a:moveTo>
                    <a:pt x="9" y="61"/>
                  </a:moveTo>
                  <a:cubicBezTo>
                    <a:pt x="73" y="52"/>
                    <a:pt x="73" y="52"/>
                    <a:pt x="73" y="52"/>
                  </a:cubicBezTo>
                  <a:cubicBezTo>
                    <a:pt x="73" y="52"/>
                    <a:pt x="71" y="28"/>
                    <a:pt x="56" y="10"/>
                  </a:cubicBezTo>
                  <a:cubicBezTo>
                    <a:pt x="55" y="0"/>
                    <a:pt x="0" y="0"/>
                    <a:pt x="0" y="0"/>
                  </a:cubicBezTo>
                  <a:lnTo>
                    <a:pt x="9" y="61"/>
                  </a:lnTo>
                  <a:close/>
                </a:path>
              </a:pathLst>
            </a:custGeom>
            <a:solidFill>
              <a:srgbClr val="3857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任意多边形: 形状 239" descr="1c118a32-7a7f-4a6f-b52b-fbef6a311352"/>
            <p:cNvSpPr/>
            <p:nvPr/>
          </p:nvSpPr>
          <p:spPr bwMode="auto">
            <a:xfrm>
              <a:off x="4841081" y="1971675"/>
              <a:ext cx="53975" cy="68263"/>
            </a:xfrm>
            <a:custGeom>
              <a:gdLst>
                <a:gd name="T0" fmla="*/ 15 w 20"/>
                <a:gd name="T1" fmla="*/ 23 h 25"/>
                <a:gd name="T2" fmla="*/ 3 w 20"/>
                <a:gd name="T3" fmla="*/ 16 h 25"/>
                <a:gd name="T4" fmla="*/ 8 w 20"/>
                <a:gd name="T5" fmla="*/ 2 h 25"/>
                <a:gd name="T6" fmla="*/ 15 w 20"/>
                <a:gd name="T7" fmla="*/ 23 h 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5">
                  <a:moveTo>
                    <a:pt x="15" y="23"/>
                  </a:moveTo>
                  <a:cubicBezTo>
                    <a:pt x="10" y="25"/>
                    <a:pt x="5" y="21"/>
                    <a:pt x="3" y="16"/>
                  </a:cubicBezTo>
                  <a:cubicBezTo>
                    <a:pt x="0" y="10"/>
                    <a:pt x="3" y="4"/>
                    <a:pt x="8" y="2"/>
                  </a:cubicBezTo>
                  <a:cubicBezTo>
                    <a:pt x="13" y="0"/>
                    <a:pt x="20" y="21"/>
                    <a:pt x="15" y="23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 descr="48f9f50e-84d3-45b0-85cd-e8eefeed1fc8"/>
            <p:cNvSpPr/>
            <p:nvPr/>
          </p:nvSpPr>
          <p:spPr bwMode="auto">
            <a:xfrm>
              <a:off x="5049043" y="1947863"/>
              <a:ext cx="44450" cy="60325"/>
            </a:xfrm>
            <a:custGeom>
              <a:gdLst>
                <a:gd name="T0" fmla="*/ 5 w 16"/>
                <a:gd name="T1" fmla="*/ 22 h 22"/>
                <a:gd name="T2" fmla="*/ 16 w 16"/>
                <a:gd name="T3" fmla="*/ 12 h 22"/>
                <a:gd name="T4" fmla="*/ 6 w 16"/>
                <a:gd name="T5" fmla="*/ 0 h 22"/>
                <a:gd name="T6" fmla="*/ 5 w 16"/>
                <a:gd name="T7" fmla="*/ 22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22">
                  <a:moveTo>
                    <a:pt x="5" y="22"/>
                  </a:moveTo>
                  <a:cubicBezTo>
                    <a:pt x="11" y="22"/>
                    <a:pt x="15" y="18"/>
                    <a:pt x="16" y="12"/>
                  </a:cubicBezTo>
                  <a:cubicBezTo>
                    <a:pt x="16" y="6"/>
                    <a:pt x="12" y="0"/>
                    <a:pt x="6" y="0"/>
                  </a:cubicBezTo>
                  <a:cubicBezTo>
                    <a:pt x="1" y="0"/>
                    <a:pt x="0" y="22"/>
                    <a:pt x="5" y="22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任意多边形: 形状 241" descr="a7d0c522-b352-45c0-8f27-61cce302c27a"/>
            <p:cNvSpPr/>
            <p:nvPr/>
          </p:nvSpPr>
          <p:spPr bwMode="auto">
            <a:xfrm>
              <a:off x="4864893" y="1844675"/>
              <a:ext cx="241300" cy="298450"/>
            </a:xfrm>
            <a:custGeom>
              <a:gdLst>
                <a:gd name="T0" fmla="*/ 46 w 89"/>
                <a:gd name="T1" fmla="*/ 103 h 110"/>
                <a:gd name="T2" fmla="*/ 71 w 89"/>
                <a:gd name="T3" fmla="*/ 24 h 110"/>
                <a:gd name="T4" fmla="*/ 32 w 89"/>
                <a:gd name="T5" fmla="*/ 5 h 110"/>
                <a:gd name="T6" fmla="*/ 0 w 89"/>
                <a:gd name="T7" fmla="*/ 35 h 110"/>
                <a:gd name="T8" fmla="*/ 46 w 89"/>
                <a:gd name="T9" fmla="*/ 103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10">
                  <a:moveTo>
                    <a:pt x="46" y="103"/>
                  </a:moveTo>
                  <a:cubicBezTo>
                    <a:pt x="89" y="97"/>
                    <a:pt x="71" y="24"/>
                    <a:pt x="71" y="24"/>
                  </a:cubicBezTo>
                  <a:cubicBezTo>
                    <a:pt x="71" y="24"/>
                    <a:pt x="66" y="0"/>
                    <a:pt x="32" y="5"/>
                  </a:cubicBezTo>
                  <a:cubicBezTo>
                    <a:pt x="3" y="9"/>
                    <a:pt x="0" y="35"/>
                    <a:pt x="0" y="35"/>
                  </a:cubicBezTo>
                  <a:cubicBezTo>
                    <a:pt x="0" y="35"/>
                    <a:pt x="2" y="110"/>
                    <a:pt x="46" y="103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任意多边形: 形状 242" descr="f3b17ded-3887-41b8-b1ed-7359c9845573"/>
            <p:cNvSpPr/>
            <p:nvPr/>
          </p:nvSpPr>
          <p:spPr bwMode="auto">
            <a:xfrm>
              <a:off x="4812506" y="1795463"/>
              <a:ext cx="292100" cy="198438"/>
            </a:xfrm>
            <a:custGeom>
              <a:gdLst>
                <a:gd name="T0" fmla="*/ 16 w 107"/>
                <a:gd name="T1" fmla="*/ 68 h 73"/>
                <a:gd name="T2" fmla="*/ 24 w 107"/>
                <a:gd name="T3" fmla="*/ 73 h 73"/>
                <a:gd name="T4" fmla="*/ 22 w 107"/>
                <a:gd name="T5" fmla="*/ 47 h 73"/>
                <a:gd name="T6" fmla="*/ 79 w 107"/>
                <a:gd name="T7" fmla="*/ 44 h 73"/>
                <a:gd name="T8" fmla="*/ 84 w 107"/>
                <a:gd name="T9" fmla="*/ 38 h 73"/>
                <a:gd name="T10" fmla="*/ 91 w 107"/>
                <a:gd name="T11" fmla="*/ 65 h 73"/>
                <a:gd name="T12" fmla="*/ 97 w 107"/>
                <a:gd name="T13" fmla="*/ 57 h 73"/>
                <a:gd name="T14" fmla="*/ 45 w 107"/>
                <a:gd name="T15" fmla="*/ 9 h 73"/>
                <a:gd name="T16" fmla="*/ 19 w 107"/>
                <a:gd name="T17" fmla="*/ 30 h 73"/>
                <a:gd name="T18" fmla="*/ 16 w 107"/>
                <a:gd name="T19" fmla="*/ 68 h 7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73">
                  <a:moveTo>
                    <a:pt x="16" y="68"/>
                  </a:moveTo>
                  <a:cubicBezTo>
                    <a:pt x="19" y="67"/>
                    <a:pt x="24" y="73"/>
                    <a:pt x="24" y="73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39" y="56"/>
                    <a:pt x="79" y="44"/>
                  </a:cubicBezTo>
                  <a:cubicBezTo>
                    <a:pt x="77" y="36"/>
                    <a:pt x="84" y="38"/>
                    <a:pt x="84" y="38"/>
                  </a:cubicBezTo>
                  <a:cubicBezTo>
                    <a:pt x="84" y="38"/>
                    <a:pt x="91" y="66"/>
                    <a:pt x="91" y="65"/>
                  </a:cubicBezTo>
                  <a:cubicBezTo>
                    <a:pt x="92" y="57"/>
                    <a:pt x="97" y="57"/>
                    <a:pt x="97" y="57"/>
                  </a:cubicBezTo>
                  <a:cubicBezTo>
                    <a:pt x="97" y="57"/>
                    <a:pt x="107" y="0"/>
                    <a:pt x="45" y="9"/>
                  </a:cubicBezTo>
                  <a:cubicBezTo>
                    <a:pt x="24" y="12"/>
                    <a:pt x="24" y="20"/>
                    <a:pt x="19" y="30"/>
                  </a:cubicBezTo>
                  <a:cubicBezTo>
                    <a:pt x="0" y="38"/>
                    <a:pt x="16" y="67"/>
                    <a:pt x="16" y="68"/>
                  </a:cubicBez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任意多边形: 形状 243" descr="aab1b8de-82bc-4350-9471-dc296feef2e4"/>
            <p:cNvSpPr/>
            <p:nvPr/>
          </p:nvSpPr>
          <p:spPr bwMode="auto">
            <a:xfrm>
              <a:off x="4990306" y="2189163"/>
              <a:ext cx="50800" cy="117475"/>
            </a:xfrm>
            <a:custGeom>
              <a:gdLst>
                <a:gd name="T0" fmla="*/ 0 w 19"/>
                <a:gd name="T1" fmla="*/ 43 h 43"/>
                <a:gd name="T2" fmla="*/ 19 w 19"/>
                <a:gd name="T3" fmla="*/ 40 h 43"/>
                <a:gd name="T4" fmla="*/ 4 w 19"/>
                <a:gd name="T5" fmla="*/ 0 h 43"/>
                <a:gd name="T6" fmla="*/ 3 w 19"/>
                <a:gd name="T7" fmla="*/ 0 h 43"/>
                <a:gd name="T8" fmla="*/ 0 w 19"/>
                <a:gd name="T9" fmla="*/ 43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3">
                  <a:moveTo>
                    <a:pt x="0" y="43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lnTo>
                    <a:pt x="0" y="43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 descr="275caf13-e180-4cac-b509-e2265eac4243"/>
            <p:cNvSpPr/>
            <p:nvPr/>
          </p:nvSpPr>
          <p:spPr bwMode="auto">
            <a:xfrm>
              <a:off x="4972843" y="2157413"/>
              <a:ext cx="44450" cy="31750"/>
            </a:xfrm>
            <a:custGeom>
              <a:gdLst>
                <a:gd name="T0" fmla="*/ 1 w 16"/>
                <a:gd name="T1" fmla="*/ 2 h 12"/>
                <a:gd name="T2" fmla="*/ 15 w 16"/>
                <a:gd name="T3" fmla="*/ 0 h 12"/>
                <a:gd name="T4" fmla="*/ 16 w 16"/>
                <a:gd name="T5" fmla="*/ 5 h 12"/>
                <a:gd name="T6" fmla="*/ 10 w 16"/>
                <a:gd name="T7" fmla="*/ 11 h 12"/>
                <a:gd name="T8" fmla="*/ 9 w 16"/>
                <a:gd name="T9" fmla="*/ 12 h 12"/>
                <a:gd name="T10" fmla="*/ 1 w 16"/>
                <a:gd name="T11" fmla="*/ 7 h 12"/>
                <a:gd name="T12" fmla="*/ 1 w 16"/>
                <a:gd name="T13" fmla="*/ 2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2">
                  <a:moveTo>
                    <a:pt x="1" y="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6" y="5"/>
                    <a:pt x="16" y="5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9" y="12"/>
                    <a:pt x="9" y="12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任意多边形: 形状 245" descr="ac6c6363-ef94-4571-a325-ccae3884f77b"/>
            <p:cNvSpPr/>
            <p:nvPr/>
          </p:nvSpPr>
          <p:spPr bwMode="auto">
            <a:xfrm>
              <a:off x="4995068" y="2116138"/>
              <a:ext cx="44450" cy="61913"/>
            </a:xfrm>
            <a:custGeom>
              <a:gdLst>
                <a:gd name="T0" fmla="*/ 1 w 16"/>
                <a:gd name="T1" fmla="*/ 16 h 23"/>
                <a:gd name="T2" fmla="*/ 13 w 16"/>
                <a:gd name="T3" fmla="*/ 23 h 23"/>
                <a:gd name="T4" fmla="*/ 14 w 16"/>
                <a:gd name="T5" fmla="*/ 23 h 23"/>
                <a:gd name="T6" fmla="*/ 16 w 16"/>
                <a:gd name="T7" fmla="*/ 5 h 23"/>
                <a:gd name="T8" fmla="*/ 16 w 16"/>
                <a:gd name="T9" fmla="*/ 5 h 23"/>
                <a:gd name="T10" fmla="*/ 12 w 16"/>
                <a:gd name="T11" fmla="*/ 0 h 23"/>
                <a:gd name="T12" fmla="*/ 11 w 16"/>
                <a:gd name="T13" fmla="*/ 0 h 23"/>
                <a:gd name="T14" fmla="*/ 0 w 16"/>
                <a:gd name="T15" fmla="*/ 15 h 23"/>
                <a:gd name="T16" fmla="*/ 1 w 16"/>
                <a:gd name="T17" fmla="*/ 16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23">
                  <a:moveTo>
                    <a:pt x="1" y="16"/>
                  </a:move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4" y="23"/>
                    <a:pt x="14" y="2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任意多边形: 形状 246" descr="90b4ab13-8598-4bb3-a82e-39c819c9d18f"/>
            <p:cNvSpPr/>
            <p:nvPr/>
          </p:nvSpPr>
          <p:spPr bwMode="auto">
            <a:xfrm>
              <a:off x="4944268" y="2127250"/>
              <a:ext cx="47625" cy="61913"/>
            </a:xfrm>
            <a:custGeom>
              <a:gdLst>
                <a:gd name="T0" fmla="*/ 18 w 18"/>
                <a:gd name="T1" fmla="*/ 13 h 23"/>
                <a:gd name="T2" fmla="*/ 8 w 18"/>
                <a:gd name="T3" fmla="*/ 23 h 23"/>
                <a:gd name="T4" fmla="*/ 7 w 18"/>
                <a:gd name="T5" fmla="*/ 22 h 23"/>
                <a:gd name="T6" fmla="*/ 0 w 18"/>
                <a:gd name="T7" fmla="*/ 7 h 23"/>
                <a:gd name="T8" fmla="*/ 0 w 18"/>
                <a:gd name="T9" fmla="*/ 6 h 23"/>
                <a:gd name="T10" fmla="*/ 3 w 18"/>
                <a:gd name="T11" fmla="*/ 0 h 23"/>
                <a:gd name="T12" fmla="*/ 4 w 18"/>
                <a:gd name="T13" fmla="*/ 0 h 23"/>
                <a:gd name="T14" fmla="*/ 18 w 18"/>
                <a:gd name="T15" fmla="*/ 12 h 23"/>
                <a:gd name="T16" fmla="*/ 18 w 18"/>
                <a:gd name="T17" fmla="*/ 1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3">
                  <a:moveTo>
                    <a:pt x="18" y="1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3"/>
                    <a:pt x="7" y="2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18" y="12"/>
                    <a:pt x="18" y="12"/>
                    <a:pt x="18" y="12"/>
                  </a:cubicBezTo>
                  <a:lnTo>
                    <a:pt x="18" y="13"/>
                  </a:ln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 descr="8107a889-bfd6-4d32-a965-1ea816d7db77"/>
            <p:cNvSpPr/>
            <p:nvPr/>
          </p:nvSpPr>
          <p:spPr bwMode="auto">
            <a:xfrm>
              <a:off x="4929981" y="2047875"/>
              <a:ext cx="49213" cy="33338"/>
            </a:xfrm>
            <a:custGeom>
              <a:gdLst>
                <a:gd name="T0" fmla="*/ 18 w 18"/>
                <a:gd name="T1" fmla="*/ 6 h 12"/>
                <a:gd name="T2" fmla="*/ 0 w 18"/>
                <a:gd name="T3" fmla="*/ 12 h 12"/>
                <a:gd name="T4" fmla="*/ 1 w 18"/>
                <a:gd name="T5" fmla="*/ 10 h 12"/>
                <a:gd name="T6" fmla="*/ 10 w 18"/>
                <a:gd name="T7" fmla="*/ 1 h 12"/>
                <a:gd name="T8" fmla="*/ 17 w 18"/>
                <a:gd name="T9" fmla="*/ 0 h 12"/>
                <a:gd name="T10" fmla="*/ 18 w 18"/>
                <a:gd name="T11" fmla="*/ 6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2">
                  <a:moveTo>
                    <a:pt x="18" y="6"/>
                  </a:moveTo>
                  <a:cubicBezTo>
                    <a:pt x="16" y="10"/>
                    <a:pt x="0" y="12"/>
                    <a:pt x="0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5"/>
                    <a:pt x="5" y="2"/>
                    <a:pt x="10" y="1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8" y="6"/>
                  </a:ln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 descr="155c6d76-63a2-4668-a0ad-613a56477b19"/>
            <p:cNvSpPr/>
            <p:nvPr/>
          </p:nvSpPr>
          <p:spPr bwMode="auto">
            <a:xfrm>
              <a:off x="4976018" y="2043113"/>
              <a:ext cx="53975" cy="30163"/>
            </a:xfrm>
            <a:custGeom>
              <a:gdLst>
                <a:gd name="T0" fmla="*/ 1 w 20"/>
                <a:gd name="T1" fmla="*/ 8 h 11"/>
                <a:gd name="T2" fmla="*/ 20 w 20"/>
                <a:gd name="T3" fmla="*/ 9 h 11"/>
                <a:gd name="T4" fmla="*/ 19 w 20"/>
                <a:gd name="T5" fmla="*/ 7 h 11"/>
                <a:gd name="T6" fmla="*/ 8 w 20"/>
                <a:gd name="T7" fmla="*/ 1 h 11"/>
                <a:gd name="T8" fmla="*/ 0 w 20"/>
                <a:gd name="T9" fmla="*/ 2 h 11"/>
                <a:gd name="T10" fmla="*/ 1 w 20"/>
                <a:gd name="T11" fmla="*/ 8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1">
                  <a:moveTo>
                    <a:pt x="1" y="8"/>
                  </a:moveTo>
                  <a:cubicBezTo>
                    <a:pt x="4" y="11"/>
                    <a:pt x="20" y="9"/>
                    <a:pt x="20" y="9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2"/>
                    <a:pt x="12" y="0"/>
                    <a:pt x="8" y="1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1" y="8"/>
                  </a:ln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 descr="95ae9d1a-5ae5-41db-a3d2-5c629a5e6eda"/>
            <p:cNvSpPr/>
            <p:nvPr/>
          </p:nvSpPr>
          <p:spPr bwMode="auto">
            <a:xfrm>
              <a:off x="5077618" y="2216150"/>
              <a:ext cx="76200" cy="25400"/>
            </a:xfrm>
            <a:custGeom>
              <a:gdLst>
                <a:gd name="T0" fmla="*/ 48 w 48"/>
                <a:gd name="T1" fmla="*/ 9 h 16"/>
                <a:gd name="T2" fmla="*/ 1 w 48"/>
                <a:gd name="T3" fmla="*/ 16 h 16"/>
                <a:gd name="T4" fmla="*/ 0 w 48"/>
                <a:gd name="T5" fmla="*/ 7 h 16"/>
                <a:gd name="T6" fmla="*/ 46 w 48"/>
                <a:gd name="T7" fmla="*/ 0 h 16"/>
                <a:gd name="T8" fmla="*/ 48 w 48"/>
                <a:gd name="T9" fmla="*/ 9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6">
                  <a:moveTo>
                    <a:pt x="48" y="9"/>
                  </a:moveTo>
                  <a:lnTo>
                    <a:pt x="1" y="16"/>
                  </a:lnTo>
                  <a:lnTo>
                    <a:pt x="0" y="7"/>
                  </a:lnTo>
                  <a:lnTo>
                    <a:pt x="46" y="0"/>
                  </a:lnTo>
                  <a:lnTo>
                    <a:pt x="48" y="9"/>
                  </a:lnTo>
                  <a:close/>
                </a:path>
              </a:pathLst>
            </a:custGeom>
            <a:solidFill>
              <a:srgbClr val="87645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 descr="28abfc7b-5fb1-476e-9b71-cbdda83e8648"/>
            <p:cNvSpPr/>
            <p:nvPr/>
          </p:nvSpPr>
          <p:spPr bwMode="auto">
            <a:xfrm>
              <a:off x="5082381" y="2230438"/>
              <a:ext cx="80963" cy="92075"/>
            </a:xfrm>
            <a:custGeom>
              <a:gdLst>
                <a:gd name="T0" fmla="*/ 51 w 51"/>
                <a:gd name="T1" fmla="*/ 51 h 58"/>
                <a:gd name="T2" fmla="*/ 7 w 51"/>
                <a:gd name="T3" fmla="*/ 58 h 58"/>
                <a:gd name="T4" fmla="*/ 0 w 51"/>
                <a:gd name="T5" fmla="*/ 7 h 58"/>
                <a:gd name="T6" fmla="*/ 43 w 51"/>
                <a:gd name="T7" fmla="*/ 0 h 58"/>
                <a:gd name="T8" fmla="*/ 51 w 51"/>
                <a:gd name="T9" fmla="*/ 51 h 5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7">
                  <a:moveTo>
                    <a:pt x="51" y="51"/>
                  </a:moveTo>
                  <a:lnTo>
                    <a:pt x="7" y="58"/>
                  </a:lnTo>
                  <a:lnTo>
                    <a:pt x="0" y="7"/>
                  </a:lnTo>
                  <a:lnTo>
                    <a:pt x="43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任意多边形: 形状 251" descr="65b44aed-d860-4efd-b2bd-064b5aa6d637"/>
            <p:cNvSpPr/>
            <p:nvPr/>
          </p:nvSpPr>
          <p:spPr bwMode="auto">
            <a:xfrm>
              <a:off x="5090318" y="2244725"/>
              <a:ext cx="19050" cy="23813"/>
            </a:xfrm>
            <a:custGeom>
              <a:gdLst>
                <a:gd name="T0" fmla="*/ 12 w 12"/>
                <a:gd name="T1" fmla="*/ 13 h 15"/>
                <a:gd name="T2" fmla="*/ 2 w 12"/>
                <a:gd name="T3" fmla="*/ 15 h 15"/>
                <a:gd name="T4" fmla="*/ 0 w 12"/>
                <a:gd name="T5" fmla="*/ 1 h 15"/>
                <a:gd name="T6" fmla="*/ 10 w 12"/>
                <a:gd name="T7" fmla="*/ 0 h 15"/>
                <a:gd name="T8" fmla="*/ 12 w 12"/>
                <a:gd name="T9" fmla="*/ 13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12" y="13"/>
                  </a:moveTo>
                  <a:lnTo>
                    <a:pt x="2" y="15"/>
                  </a:lnTo>
                  <a:lnTo>
                    <a:pt x="0" y="1"/>
                  </a:lnTo>
                  <a:lnTo>
                    <a:pt x="10" y="0"/>
                  </a:lnTo>
                  <a:lnTo>
                    <a:pt x="12" y="13"/>
                  </a:lnTo>
                  <a:close/>
                </a:path>
              </a:pathLst>
            </a:custGeom>
            <a:solidFill>
              <a:srgbClr val="FFA6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任意多边形: 形状 252" descr="c52b2a3e-c6bd-4efd-873c-8169e0f25863"/>
            <p:cNvSpPr/>
            <p:nvPr/>
          </p:nvSpPr>
          <p:spPr bwMode="auto">
            <a:xfrm>
              <a:off x="5096668" y="2273300"/>
              <a:ext cx="53975" cy="17463"/>
            </a:xfrm>
            <a:custGeom>
              <a:gdLst>
                <a:gd name="T0" fmla="*/ 34 w 34"/>
                <a:gd name="T1" fmla="*/ 6 h 11"/>
                <a:gd name="T2" fmla="*/ 0 w 34"/>
                <a:gd name="T3" fmla="*/ 11 h 11"/>
                <a:gd name="T4" fmla="*/ 0 w 34"/>
                <a:gd name="T5" fmla="*/ 6 h 11"/>
                <a:gd name="T6" fmla="*/ 34 w 34"/>
                <a:gd name="T7" fmla="*/ 0 h 11"/>
                <a:gd name="T8" fmla="*/ 34 w 34"/>
                <a:gd name="T9" fmla="*/ 6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1">
                  <a:moveTo>
                    <a:pt x="34" y="6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34" y="0"/>
                  </a:lnTo>
                  <a:lnTo>
                    <a:pt x="34" y="6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任意多边形: 形状 253" descr="80decce9-9595-4199-91e4-abbc04763756"/>
            <p:cNvSpPr/>
            <p:nvPr/>
          </p:nvSpPr>
          <p:spPr bwMode="auto">
            <a:xfrm>
              <a:off x="5096668" y="2287588"/>
              <a:ext cx="57150" cy="15875"/>
            </a:xfrm>
            <a:custGeom>
              <a:gdLst>
                <a:gd name="T0" fmla="*/ 36 w 36"/>
                <a:gd name="T1" fmla="*/ 5 h 10"/>
                <a:gd name="T2" fmla="*/ 1 w 36"/>
                <a:gd name="T3" fmla="*/ 10 h 10"/>
                <a:gd name="T4" fmla="*/ 0 w 36"/>
                <a:gd name="T5" fmla="*/ 5 h 10"/>
                <a:gd name="T6" fmla="*/ 34 w 36"/>
                <a:gd name="T7" fmla="*/ 0 h 10"/>
                <a:gd name="T8" fmla="*/ 36 w 36"/>
                <a:gd name="T9" fmla="*/ 5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0">
                  <a:moveTo>
                    <a:pt x="36" y="5"/>
                  </a:moveTo>
                  <a:lnTo>
                    <a:pt x="1" y="10"/>
                  </a:lnTo>
                  <a:lnTo>
                    <a:pt x="0" y="5"/>
                  </a:lnTo>
                  <a:lnTo>
                    <a:pt x="34" y="0"/>
                  </a:lnTo>
                  <a:lnTo>
                    <a:pt x="36" y="5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任意多边形: 形状 254" descr="770a211f-64ce-406d-b330-d6a70606fa4e"/>
            <p:cNvSpPr/>
            <p:nvPr/>
          </p:nvSpPr>
          <p:spPr bwMode="auto">
            <a:xfrm>
              <a:off x="5104606" y="2214563"/>
              <a:ext cx="19050" cy="11113"/>
            </a:xfrm>
            <a:custGeom>
              <a:gdLst>
                <a:gd name="T0" fmla="*/ 10 w 12"/>
                <a:gd name="T1" fmla="*/ 0 h 7"/>
                <a:gd name="T2" fmla="*/ 0 w 12"/>
                <a:gd name="T3" fmla="*/ 1 h 7"/>
                <a:gd name="T4" fmla="*/ 1 w 12"/>
                <a:gd name="T5" fmla="*/ 7 h 7"/>
                <a:gd name="T6" fmla="*/ 12 w 12"/>
                <a:gd name="T7" fmla="*/ 5 h 7"/>
                <a:gd name="T8" fmla="*/ 10 w 12"/>
                <a:gd name="T9" fmla="*/ 0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0" y="0"/>
                  </a:moveTo>
                  <a:lnTo>
                    <a:pt x="0" y="1"/>
                  </a:lnTo>
                  <a:lnTo>
                    <a:pt x="1" y="7"/>
                  </a:lnTo>
                  <a:lnTo>
                    <a:pt x="12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任意多边形: 形状 255" descr="9b2002f7-961e-41ec-8cbc-fcdbfd629261"/>
            <p:cNvSpPr/>
            <p:nvPr/>
          </p:nvSpPr>
          <p:spPr bwMode="auto">
            <a:xfrm>
              <a:off x="7001668" y="1890713"/>
              <a:ext cx="547688" cy="312738"/>
            </a:xfrm>
            <a:custGeom>
              <a:gdLst>
                <a:gd name="T0" fmla="*/ 162 w 201"/>
                <a:gd name="T1" fmla="*/ 59 h 115"/>
                <a:gd name="T2" fmla="*/ 157 w 201"/>
                <a:gd name="T3" fmla="*/ 58 h 115"/>
                <a:gd name="T4" fmla="*/ 157 w 201"/>
                <a:gd name="T5" fmla="*/ 58 h 115"/>
                <a:gd name="T6" fmla="*/ 148 w 201"/>
                <a:gd name="T7" fmla="*/ 44 h 115"/>
                <a:gd name="T8" fmla="*/ 116 w 201"/>
                <a:gd name="T9" fmla="*/ 5 h 115"/>
                <a:gd name="T10" fmla="*/ 69 w 201"/>
                <a:gd name="T11" fmla="*/ 24 h 115"/>
                <a:gd name="T12" fmla="*/ 62 w 201"/>
                <a:gd name="T13" fmla="*/ 21 h 115"/>
                <a:gd name="T14" fmla="*/ 36 w 201"/>
                <a:gd name="T15" fmla="*/ 34 h 115"/>
                <a:gd name="T16" fmla="*/ 35 w 201"/>
                <a:gd name="T17" fmla="*/ 39 h 115"/>
                <a:gd name="T18" fmla="*/ 34 w 201"/>
                <a:gd name="T19" fmla="*/ 39 h 115"/>
                <a:gd name="T20" fmla="*/ 3 w 201"/>
                <a:gd name="T21" fmla="*/ 55 h 115"/>
                <a:gd name="T22" fmla="*/ 23 w 201"/>
                <a:gd name="T23" fmla="*/ 84 h 115"/>
                <a:gd name="T24" fmla="*/ 46 w 201"/>
                <a:gd name="T25" fmla="*/ 80 h 115"/>
                <a:gd name="T26" fmla="*/ 89 w 201"/>
                <a:gd name="T27" fmla="*/ 108 h 115"/>
                <a:gd name="T28" fmla="*/ 145 w 201"/>
                <a:gd name="T29" fmla="*/ 95 h 115"/>
                <a:gd name="T30" fmla="*/ 153 w 201"/>
                <a:gd name="T31" fmla="*/ 97 h 115"/>
                <a:gd name="T32" fmla="*/ 198 w 201"/>
                <a:gd name="T33" fmla="*/ 88 h 115"/>
                <a:gd name="T34" fmla="*/ 162 w 201"/>
                <a:gd name="T35" fmla="*/ 59 h 1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1" h="115">
                  <a:moveTo>
                    <a:pt x="162" y="59"/>
                  </a:moveTo>
                  <a:cubicBezTo>
                    <a:pt x="161" y="58"/>
                    <a:pt x="159" y="58"/>
                    <a:pt x="157" y="58"/>
                  </a:cubicBezTo>
                  <a:cubicBezTo>
                    <a:pt x="157" y="58"/>
                    <a:pt x="157" y="58"/>
                    <a:pt x="157" y="58"/>
                  </a:cubicBezTo>
                  <a:cubicBezTo>
                    <a:pt x="159" y="52"/>
                    <a:pt x="155" y="46"/>
                    <a:pt x="148" y="44"/>
                  </a:cubicBezTo>
                  <a:cubicBezTo>
                    <a:pt x="149" y="27"/>
                    <a:pt x="136" y="10"/>
                    <a:pt x="116" y="5"/>
                  </a:cubicBezTo>
                  <a:cubicBezTo>
                    <a:pt x="96" y="0"/>
                    <a:pt x="76" y="8"/>
                    <a:pt x="69" y="24"/>
                  </a:cubicBezTo>
                  <a:cubicBezTo>
                    <a:pt x="67" y="22"/>
                    <a:pt x="65" y="21"/>
                    <a:pt x="62" y="21"/>
                  </a:cubicBezTo>
                  <a:cubicBezTo>
                    <a:pt x="50" y="18"/>
                    <a:pt x="38" y="24"/>
                    <a:pt x="36" y="34"/>
                  </a:cubicBezTo>
                  <a:cubicBezTo>
                    <a:pt x="35" y="36"/>
                    <a:pt x="35" y="38"/>
                    <a:pt x="35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20" y="36"/>
                    <a:pt x="6" y="43"/>
                    <a:pt x="3" y="55"/>
                  </a:cubicBezTo>
                  <a:cubicBezTo>
                    <a:pt x="0" y="67"/>
                    <a:pt x="9" y="80"/>
                    <a:pt x="23" y="84"/>
                  </a:cubicBezTo>
                  <a:cubicBezTo>
                    <a:pt x="32" y="86"/>
                    <a:pt x="40" y="84"/>
                    <a:pt x="46" y="80"/>
                  </a:cubicBezTo>
                  <a:cubicBezTo>
                    <a:pt x="51" y="92"/>
                    <a:pt x="68" y="103"/>
                    <a:pt x="89" y="108"/>
                  </a:cubicBezTo>
                  <a:cubicBezTo>
                    <a:pt x="116" y="115"/>
                    <a:pt x="141" y="109"/>
                    <a:pt x="145" y="95"/>
                  </a:cubicBezTo>
                  <a:cubicBezTo>
                    <a:pt x="148" y="96"/>
                    <a:pt x="150" y="97"/>
                    <a:pt x="153" y="97"/>
                  </a:cubicBezTo>
                  <a:cubicBezTo>
                    <a:pt x="175" y="103"/>
                    <a:pt x="195" y="98"/>
                    <a:pt x="198" y="88"/>
                  </a:cubicBezTo>
                  <a:cubicBezTo>
                    <a:pt x="201" y="77"/>
                    <a:pt x="185" y="64"/>
                    <a:pt x="16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任意多边形: 形状 256" descr="321322fb-fff8-410e-a442-8a75535e7af7"/>
            <p:cNvSpPr/>
            <p:nvPr/>
          </p:nvSpPr>
          <p:spPr bwMode="auto">
            <a:xfrm>
              <a:off x="7168356" y="2124075"/>
              <a:ext cx="125413" cy="198438"/>
            </a:xfrm>
            <a:custGeom>
              <a:gdLst>
                <a:gd name="T0" fmla="*/ 50 w 79"/>
                <a:gd name="T1" fmla="*/ 0 h 125"/>
                <a:gd name="T2" fmla="*/ 17 w 79"/>
                <a:gd name="T3" fmla="*/ 53 h 125"/>
                <a:gd name="T4" fmla="*/ 48 w 79"/>
                <a:gd name="T5" fmla="*/ 58 h 125"/>
                <a:gd name="T6" fmla="*/ 0 w 79"/>
                <a:gd name="T7" fmla="*/ 125 h 125"/>
                <a:gd name="T8" fmla="*/ 79 w 79"/>
                <a:gd name="T9" fmla="*/ 52 h 125"/>
                <a:gd name="T10" fmla="*/ 43 w 79"/>
                <a:gd name="T11" fmla="*/ 46 h 125"/>
                <a:gd name="T12" fmla="*/ 75 w 79"/>
                <a:gd name="T13" fmla="*/ 5 h 125"/>
                <a:gd name="T14" fmla="*/ 50 w 79"/>
                <a:gd name="T15" fmla="*/ 0 h 1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25">
                  <a:moveTo>
                    <a:pt x="50" y="0"/>
                  </a:moveTo>
                  <a:lnTo>
                    <a:pt x="17" y="53"/>
                  </a:lnTo>
                  <a:lnTo>
                    <a:pt x="48" y="58"/>
                  </a:lnTo>
                  <a:lnTo>
                    <a:pt x="0" y="125"/>
                  </a:lnTo>
                  <a:lnTo>
                    <a:pt x="79" y="52"/>
                  </a:lnTo>
                  <a:lnTo>
                    <a:pt x="43" y="46"/>
                  </a:lnTo>
                  <a:lnTo>
                    <a:pt x="75" y="5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任意多边形: 形状 257" descr="e02827fb-695f-4747-b1c9-ff2a2c627471"/>
            <p:cNvSpPr/>
            <p:nvPr/>
          </p:nvSpPr>
          <p:spPr bwMode="auto">
            <a:xfrm>
              <a:off x="7293768" y="2230438"/>
              <a:ext cx="57150" cy="53975"/>
            </a:xfrm>
            <a:custGeom>
              <a:gdLst>
                <a:gd name="T0" fmla="*/ 11 w 21"/>
                <a:gd name="T1" fmla="*/ 16 h 20"/>
                <a:gd name="T2" fmla="*/ 17 w 21"/>
                <a:gd name="T3" fmla="*/ 0 h 20"/>
                <a:gd name="T4" fmla="*/ 11 w 21"/>
                <a:gd name="T5" fmla="*/ 16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20">
                  <a:moveTo>
                    <a:pt x="11" y="16"/>
                  </a:moveTo>
                  <a:cubicBezTo>
                    <a:pt x="21" y="20"/>
                    <a:pt x="17" y="0"/>
                    <a:pt x="17" y="0"/>
                  </a:cubicBezTo>
                  <a:cubicBezTo>
                    <a:pt x="17" y="0"/>
                    <a:pt x="0" y="12"/>
                    <a:pt x="11" y="16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任意多边形: 形状 258" descr="9b17f5d8-ff0a-4395-806b-3bd3301307c9"/>
            <p:cNvSpPr/>
            <p:nvPr/>
          </p:nvSpPr>
          <p:spPr bwMode="auto">
            <a:xfrm>
              <a:off x="7363618" y="2173288"/>
              <a:ext cx="41275" cy="42863"/>
            </a:xfrm>
            <a:custGeom>
              <a:gdLst>
                <a:gd name="T0" fmla="*/ 7 w 15"/>
                <a:gd name="T1" fmla="*/ 12 h 16"/>
                <a:gd name="T2" fmla="*/ 14 w 15"/>
                <a:gd name="T3" fmla="*/ 0 h 16"/>
                <a:gd name="T4" fmla="*/ 7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7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7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任意多边形: 形状 259" descr="572108bb-cc02-473d-87dc-9b5bff2f1f40"/>
            <p:cNvSpPr/>
            <p:nvPr/>
          </p:nvSpPr>
          <p:spPr bwMode="auto">
            <a:xfrm>
              <a:off x="7039768" y="2127250"/>
              <a:ext cx="41275" cy="42863"/>
            </a:xfrm>
            <a:custGeom>
              <a:gdLst>
                <a:gd name="T0" fmla="*/ 8 w 15"/>
                <a:gd name="T1" fmla="*/ 12 h 16"/>
                <a:gd name="T2" fmla="*/ 14 w 15"/>
                <a:gd name="T3" fmla="*/ 0 h 16"/>
                <a:gd name="T4" fmla="*/ 8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8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8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任意多边形: 形状 260" descr="62fb6bfe-196b-491d-a36b-6d360fee1ab5"/>
            <p:cNvSpPr/>
            <p:nvPr/>
          </p:nvSpPr>
          <p:spPr bwMode="auto">
            <a:xfrm>
              <a:off x="7039768" y="2187575"/>
              <a:ext cx="41275" cy="42863"/>
            </a:xfrm>
            <a:custGeom>
              <a:gdLst>
                <a:gd name="T0" fmla="*/ 8 w 15"/>
                <a:gd name="T1" fmla="*/ 12 h 16"/>
                <a:gd name="T2" fmla="*/ 14 w 15"/>
                <a:gd name="T3" fmla="*/ 0 h 16"/>
                <a:gd name="T4" fmla="*/ 8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8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8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任意多边形: 形状 261" descr="aac0a0ab-9a04-460c-8411-7dfbb829caca"/>
            <p:cNvSpPr/>
            <p:nvPr/>
          </p:nvSpPr>
          <p:spPr bwMode="auto">
            <a:xfrm>
              <a:off x="7092156" y="2165350"/>
              <a:ext cx="65088" cy="69850"/>
            </a:xfrm>
            <a:custGeom>
              <a:gdLst>
                <a:gd name="T0" fmla="*/ 12 w 24"/>
                <a:gd name="T1" fmla="*/ 18 h 26"/>
                <a:gd name="T2" fmla="*/ 24 w 24"/>
                <a:gd name="T3" fmla="*/ 0 h 26"/>
                <a:gd name="T4" fmla="*/ 12 w 24"/>
                <a:gd name="T5" fmla="*/ 18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26">
                  <a:moveTo>
                    <a:pt x="12" y="18"/>
                  </a:moveTo>
                  <a:cubicBezTo>
                    <a:pt x="24" y="26"/>
                    <a:pt x="24" y="0"/>
                    <a:pt x="24" y="0"/>
                  </a:cubicBezTo>
                  <a:cubicBezTo>
                    <a:pt x="24" y="0"/>
                    <a:pt x="0" y="10"/>
                    <a:pt x="12" y="18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任意多边形: 形状 262" descr="6ff607a6-1ae1-4d42-8f45-f682bce25744"/>
            <p:cNvSpPr/>
            <p:nvPr/>
          </p:nvSpPr>
          <p:spPr bwMode="auto">
            <a:xfrm>
              <a:off x="7477918" y="2371725"/>
              <a:ext cx="441325" cy="119063"/>
            </a:xfrm>
            <a:custGeom>
              <a:gdLst>
                <a:gd name="T0" fmla="*/ 273 w 278"/>
                <a:gd name="T1" fmla="*/ 75 h 75"/>
                <a:gd name="T2" fmla="*/ 0 w 278"/>
                <a:gd name="T3" fmla="*/ 31 h 75"/>
                <a:gd name="T4" fmla="*/ 5 w 278"/>
                <a:gd name="T5" fmla="*/ 0 h 75"/>
                <a:gd name="T6" fmla="*/ 278 w 278"/>
                <a:gd name="T7" fmla="*/ 45 h 75"/>
                <a:gd name="T8" fmla="*/ 273 w 278"/>
                <a:gd name="T9" fmla="*/ 75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" h="75">
                  <a:moveTo>
                    <a:pt x="273" y="75"/>
                  </a:moveTo>
                  <a:lnTo>
                    <a:pt x="0" y="31"/>
                  </a:lnTo>
                  <a:lnTo>
                    <a:pt x="5" y="0"/>
                  </a:lnTo>
                  <a:lnTo>
                    <a:pt x="278" y="45"/>
                  </a:lnTo>
                  <a:lnTo>
                    <a:pt x="273" y="75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任意多边形: 形状 263" descr="66550dc3-a619-4df7-9af9-db581f929aa3"/>
            <p:cNvSpPr/>
            <p:nvPr/>
          </p:nvSpPr>
          <p:spPr bwMode="auto">
            <a:xfrm>
              <a:off x="7543006" y="2222500"/>
              <a:ext cx="280988" cy="130175"/>
            </a:xfrm>
            <a:custGeom>
              <a:gdLst>
                <a:gd name="T0" fmla="*/ 0 w 103"/>
                <a:gd name="T1" fmla="*/ 31 h 48"/>
                <a:gd name="T2" fmla="*/ 103 w 103"/>
                <a:gd name="T3" fmla="*/ 48 h 48"/>
                <a:gd name="T4" fmla="*/ 59 w 103"/>
                <a:gd name="T5" fmla="*/ 6 h 48"/>
                <a:gd name="T6" fmla="*/ 0 w 103"/>
                <a:gd name="T7" fmla="*/ 31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48">
                  <a:moveTo>
                    <a:pt x="0" y="31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8"/>
                    <a:pt x="95" y="12"/>
                    <a:pt x="59" y="6"/>
                  </a:cubicBezTo>
                  <a:cubicBezTo>
                    <a:pt x="23" y="0"/>
                    <a:pt x="0" y="31"/>
                    <a:pt x="0" y="31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任意多边形: 形状 264" descr="2ed74c17-460f-4d64-bd79-b838ba4081ac"/>
            <p:cNvSpPr>
              <a:spLocks noEditPoints="1"/>
            </p:cNvSpPr>
            <p:nvPr/>
          </p:nvSpPr>
          <p:spPr bwMode="auto">
            <a:xfrm>
              <a:off x="7447756" y="2222500"/>
              <a:ext cx="487363" cy="285750"/>
            </a:xfrm>
            <a:custGeom>
              <a:gdLst>
                <a:gd name="T0" fmla="*/ 142 w 179"/>
                <a:gd name="T1" fmla="*/ 47 h 105"/>
                <a:gd name="T2" fmla="*/ 94 w 179"/>
                <a:gd name="T3" fmla="*/ 5 h 105"/>
                <a:gd name="T4" fmla="*/ 29 w 179"/>
                <a:gd name="T5" fmla="*/ 35 h 105"/>
                <a:gd name="T6" fmla="*/ 0 w 179"/>
                <a:gd name="T7" fmla="*/ 76 h 105"/>
                <a:gd name="T8" fmla="*/ 11 w 179"/>
                <a:gd name="T9" fmla="*/ 78 h 105"/>
                <a:gd name="T10" fmla="*/ 13 w 179"/>
                <a:gd name="T11" fmla="*/ 78 h 105"/>
                <a:gd name="T12" fmla="*/ 35 w 179"/>
                <a:gd name="T13" fmla="*/ 62 h 105"/>
                <a:gd name="T14" fmla="*/ 52 w 179"/>
                <a:gd name="T15" fmla="*/ 84 h 105"/>
                <a:gd name="T16" fmla="*/ 82 w 179"/>
                <a:gd name="T17" fmla="*/ 90 h 105"/>
                <a:gd name="T18" fmla="*/ 93 w 179"/>
                <a:gd name="T19" fmla="*/ 91 h 105"/>
                <a:gd name="T20" fmla="*/ 128 w 179"/>
                <a:gd name="T21" fmla="*/ 97 h 105"/>
                <a:gd name="T22" fmla="*/ 151 w 179"/>
                <a:gd name="T23" fmla="*/ 81 h 105"/>
                <a:gd name="T24" fmla="*/ 167 w 179"/>
                <a:gd name="T25" fmla="*/ 104 h 105"/>
                <a:gd name="T26" fmla="*/ 175 w 179"/>
                <a:gd name="T27" fmla="*/ 105 h 105"/>
                <a:gd name="T28" fmla="*/ 142 w 179"/>
                <a:gd name="T29" fmla="*/ 47 h 105"/>
                <a:gd name="T30" fmla="*/ 86 w 179"/>
                <a:gd name="T31" fmla="*/ 38 h 105"/>
                <a:gd name="T32" fmla="*/ 41 w 179"/>
                <a:gd name="T33" fmla="*/ 31 h 105"/>
                <a:gd name="T34" fmla="*/ 91 w 179"/>
                <a:gd name="T35" fmla="*/ 10 h 105"/>
                <a:gd name="T36" fmla="*/ 92 w 179"/>
                <a:gd name="T37" fmla="*/ 7 h 105"/>
                <a:gd name="T38" fmla="*/ 86 w 179"/>
                <a:gd name="T39" fmla="*/ 38 h 105"/>
                <a:gd name="T40" fmla="*/ 92 w 179"/>
                <a:gd name="T41" fmla="*/ 39 h 105"/>
                <a:gd name="T42" fmla="*/ 97 w 179"/>
                <a:gd name="T43" fmla="*/ 11 h 105"/>
                <a:gd name="T44" fmla="*/ 135 w 179"/>
                <a:gd name="T45" fmla="*/ 46 h 105"/>
                <a:gd name="T46" fmla="*/ 92 w 179"/>
                <a:gd name="T47" fmla="*/ 39 h 1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9" h="105">
                  <a:moveTo>
                    <a:pt x="142" y="47"/>
                  </a:moveTo>
                  <a:cubicBezTo>
                    <a:pt x="133" y="25"/>
                    <a:pt x="116" y="8"/>
                    <a:pt x="94" y="5"/>
                  </a:cubicBezTo>
                  <a:cubicBezTo>
                    <a:pt x="69" y="0"/>
                    <a:pt x="45" y="13"/>
                    <a:pt x="29" y="35"/>
                  </a:cubicBezTo>
                  <a:cubicBezTo>
                    <a:pt x="8" y="32"/>
                    <a:pt x="4" y="57"/>
                    <a:pt x="0" y="76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5" y="67"/>
                    <a:pt x="25" y="60"/>
                    <a:pt x="35" y="62"/>
                  </a:cubicBezTo>
                  <a:cubicBezTo>
                    <a:pt x="46" y="64"/>
                    <a:pt x="53" y="74"/>
                    <a:pt x="52" y="84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93" y="91"/>
                    <a:pt x="93" y="91"/>
                    <a:pt x="93" y="91"/>
                  </a:cubicBezTo>
                  <a:cubicBezTo>
                    <a:pt x="128" y="97"/>
                    <a:pt x="128" y="97"/>
                    <a:pt x="128" y="97"/>
                  </a:cubicBezTo>
                  <a:cubicBezTo>
                    <a:pt x="130" y="86"/>
                    <a:pt x="140" y="79"/>
                    <a:pt x="151" y="81"/>
                  </a:cubicBezTo>
                  <a:cubicBezTo>
                    <a:pt x="161" y="83"/>
                    <a:pt x="169" y="93"/>
                    <a:pt x="167" y="104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9" y="77"/>
                    <a:pt x="173" y="52"/>
                    <a:pt x="142" y="47"/>
                  </a:cubicBezTo>
                  <a:close/>
                  <a:moveTo>
                    <a:pt x="86" y="38"/>
                  </a:moveTo>
                  <a:cubicBezTo>
                    <a:pt x="41" y="31"/>
                    <a:pt x="41" y="31"/>
                    <a:pt x="41" y="31"/>
                  </a:cubicBezTo>
                  <a:cubicBezTo>
                    <a:pt x="46" y="23"/>
                    <a:pt x="67" y="6"/>
                    <a:pt x="91" y="10"/>
                  </a:cubicBezTo>
                  <a:cubicBezTo>
                    <a:pt x="92" y="7"/>
                    <a:pt x="92" y="7"/>
                    <a:pt x="92" y="7"/>
                  </a:cubicBezTo>
                  <a:lnTo>
                    <a:pt x="86" y="38"/>
                  </a:lnTo>
                  <a:close/>
                  <a:moveTo>
                    <a:pt x="92" y="39"/>
                  </a:moveTo>
                  <a:cubicBezTo>
                    <a:pt x="97" y="11"/>
                    <a:pt x="97" y="11"/>
                    <a:pt x="97" y="11"/>
                  </a:cubicBezTo>
                  <a:cubicBezTo>
                    <a:pt x="120" y="17"/>
                    <a:pt x="132" y="33"/>
                    <a:pt x="135" y="46"/>
                  </a:cubicBezTo>
                  <a:lnTo>
                    <a:pt x="92" y="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任意多边形: 形状 265" descr="2da85440-fbb1-44c3-bfaa-8f9ce903e267"/>
            <p:cNvSpPr/>
            <p:nvPr/>
          </p:nvSpPr>
          <p:spPr bwMode="auto">
            <a:xfrm>
              <a:off x="7847806" y="2520950"/>
              <a:ext cx="103188" cy="103188"/>
            </a:xfrm>
            <a:custGeom>
              <a:gdLst>
                <a:gd name="T0" fmla="*/ 36 w 38"/>
                <a:gd name="T1" fmla="*/ 22 h 38"/>
                <a:gd name="T2" fmla="*/ 16 w 38"/>
                <a:gd name="T3" fmla="*/ 36 h 38"/>
                <a:gd name="T4" fmla="*/ 2 w 38"/>
                <a:gd name="T5" fmla="*/ 16 h 38"/>
                <a:gd name="T6" fmla="*/ 22 w 38"/>
                <a:gd name="T7" fmla="*/ 1 h 38"/>
                <a:gd name="T8" fmla="*/ 36 w 38"/>
                <a:gd name="T9" fmla="*/ 22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6" y="22"/>
                  </a:moveTo>
                  <a:cubicBezTo>
                    <a:pt x="35" y="31"/>
                    <a:pt x="26" y="38"/>
                    <a:pt x="16" y="36"/>
                  </a:cubicBezTo>
                  <a:cubicBezTo>
                    <a:pt x="7" y="34"/>
                    <a:pt x="0" y="25"/>
                    <a:pt x="2" y="16"/>
                  </a:cubicBezTo>
                  <a:cubicBezTo>
                    <a:pt x="3" y="6"/>
                    <a:pt x="12" y="0"/>
                    <a:pt x="22" y="1"/>
                  </a:cubicBezTo>
                  <a:cubicBezTo>
                    <a:pt x="32" y="3"/>
                    <a:pt x="38" y="12"/>
                    <a:pt x="36" y="22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任意多边形: 形状 266" descr="47509d5b-d1cb-4a53-851b-fbe08c86b4b4"/>
            <p:cNvSpPr/>
            <p:nvPr/>
          </p:nvSpPr>
          <p:spPr bwMode="auto">
            <a:xfrm>
              <a:off x="7863681" y="2538413"/>
              <a:ext cx="71438" cy="69850"/>
            </a:xfrm>
            <a:custGeom>
              <a:gdLst>
                <a:gd name="T0" fmla="*/ 25 w 26"/>
                <a:gd name="T1" fmla="*/ 15 h 26"/>
                <a:gd name="T2" fmla="*/ 11 w 26"/>
                <a:gd name="T3" fmla="*/ 25 h 26"/>
                <a:gd name="T4" fmla="*/ 1 w 26"/>
                <a:gd name="T5" fmla="*/ 11 h 26"/>
                <a:gd name="T6" fmla="*/ 15 w 26"/>
                <a:gd name="T7" fmla="*/ 1 h 26"/>
                <a:gd name="T8" fmla="*/ 25 w 26"/>
                <a:gd name="T9" fmla="*/ 15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25" y="15"/>
                  </a:moveTo>
                  <a:cubicBezTo>
                    <a:pt x="24" y="21"/>
                    <a:pt x="18" y="26"/>
                    <a:pt x="11" y="25"/>
                  </a:cubicBezTo>
                  <a:cubicBezTo>
                    <a:pt x="5" y="23"/>
                    <a:pt x="0" y="17"/>
                    <a:pt x="1" y="11"/>
                  </a:cubicBezTo>
                  <a:cubicBezTo>
                    <a:pt x="2" y="4"/>
                    <a:pt x="9" y="0"/>
                    <a:pt x="15" y="1"/>
                  </a:cubicBezTo>
                  <a:cubicBezTo>
                    <a:pt x="22" y="2"/>
                    <a:pt x="26" y="8"/>
                    <a:pt x="25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任意多边形: 形状 267" descr="475e08f2-1469-4e4f-958b-d328f7b4b257"/>
            <p:cNvSpPr/>
            <p:nvPr/>
          </p:nvSpPr>
          <p:spPr bwMode="auto">
            <a:xfrm>
              <a:off x="7877968" y="2547938"/>
              <a:ext cx="46038" cy="47625"/>
            </a:xfrm>
            <a:custGeom>
              <a:gdLst>
                <a:gd name="T0" fmla="*/ 16 w 17"/>
                <a:gd name="T1" fmla="*/ 10 h 17"/>
                <a:gd name="T2" fmla="*/ 7 w 17"/>
                <a:gd name="T3" fmla="*/ 16 h 17"/>
                <a:gd name="T4" fmla="*/ 0 w 17"/>
                <a:gd name="T5" fmla="*/ 7 h 17"/>
                <a:gd name="T6" fmla="*/ 9 w 17"/>
                <a:gd name="T7" fmla="*/ 1 h 17"/>
                <a:gd name="T8" fmla="*/ 16 w 17"/>
                <a:gd name="T9" fmla="*/ 1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6" y="10"/>
                  </a:moveTo>
                  <a:cubicBezTo>
                    <a:pt x="15" y="14"/>
                    <a:pt x="11" y="17"/>
                    <a:pt x="7" y="16"/>
                  </a:cubicBezTo>
                  <a:cubicBezTo>
                    <a:pt x="3" y="16"/>
                    <a:pt x="0" y="12"/>
                    <a:pt x="0" y="7"/>
                  </a:cubicBezTo>
                  <a:cubicBezTo>
                    <a:pt x="1" y="3"/>
                    <a:pt x="5" y="0"/>
                    <a:pt x="9" y="1"/>
                  </a:cubicBezTo>
                  <a:cubicBezTo>
                    <a:pt x="14" y="2"/>
                    <a:pt x="17" y="6"/>
                    <a:pt x="16" y="1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任意多边形: 形状 268" descr="b112eb5e-67fb-4623-a871-3c59b1715f23"/>
            <p:cNvSpPr/>
            <p:nvPr/>
          </p:nvSpPr>
          <p:spPr bwMode="auto">
            <a:xfrm>
              <a:off x="7485856" y="2390775"/>
              <a:ext cx="101600" cy="103188"/>
            </a:xfrm>
            <a:custGeom>
              <a:gdLst>
                <a:gd name="T0" fmla="*/ 36 w 37"/>
                <a:gd name="T1" fmla="*/ 22 h 38"/>
                <a:gd name="T2" fmla="*/ 16 w 37"/>
                <a:gd name="T3" fmla="*/ 37 h 38"/>
                <a:gd name="T4" fmla="*/ 1 w 37"/>
                <a:gd name="T5" fmla="*/ 16 h 38"/>
                <a:gd name="T6" fmla="*/ 21 w 37"/>
                <a:gd name="T7" fmla="*/ 2 h 38"/>
                <a:gd name="T8" fmla="*/ 36 w 37"/>
                <a:gd name="T9" fmla="*/ 22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8">
                  <a:moveTo>
                    <a:pt x="36" y="22"/>
                  </a:moveTo>
                  <a:cubicBezTo>
                    <a:pt x="34" y="32"/>
                    <a:pt x="25" y="38"/>
                    <a:pt x="16" y="37"/>
                  </a:cubicBezTo>
                  <a:cubicBezTo>
                    <a:pt x="6" y="35"/>
                    <a:pt x="0" y="26"/>
                    <a:pt x="1" y="16"/>
                  </a:cubicBezTo>
                  <a:cubicBezTo>
                    <a:pt x="3" y="7"/>
                    <a:pt x="12" y="0"/>
                    <a:pt x="21" y="2"/>
                  </a:cubicBezTo>
                  <a:cubicBezTo>
                    <a:pt x="31" y="4"/>
                    <a:pt x="37" y="13"/>
                    <a:pt x="36" y="22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任意多边形: 形状 269" descr="09d5f50e-199f-4246-83a5-e899884490be"/>
            <p:cNvSpPr/>
            <p:nvPr/>
          </p:nvSpPr>
          <p:spPr bwMode="auto">
            <a:xfrm>
              <a:off x="7500143" y="2406650"/>
              <a:ext cx="69850" cy="71438"/>
            </a:xfrm>
            <a:custGeom>
              <a:gdLst>
                <a:gd name="T0" fmla="*/ 25 w 26"/>
                <a:gd name="T1" fmla="*/ 15 h 26"/>
                <a:gd name="T2" fmla="*/ 11 w 26"/>
                <a:gd name="T3" fmla="*/ 25 h 26"/>
                <a:gd name="T4" fmla="*/ 2 w 26"/>
                <a:gd name="T5" fmla="*/ 11 h 26"/>
                <a:gd name="T6" fmla="*/ 15 w 26"/>
                <a:gd name="T7" fmla="*/ 1 h 26"/>
                <a:gd name="T8" fmla="*/ 25 w 26"/>
                <a:gd name="T9" fmla="*/ 15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25" y="15"/>
                  </a:moveTo>
                  <a:cubicBezTo>
                    <a:pt x="24" y="22"/>
                    <a:pt x="18" y="26"/>
                    <a:pt x="11" y="25"/>
                  </a:cubicBezTo>
                  <a:cubicBezTo>
                    <a:pt x="5" y="24"/>
                    <a:pt x="0" y="18"/>
                    <a:pt x="2" y="11"/>
                  </a:cubicBezTo>
                  <a:cubicBezTo>
                    <a:pt x="3" y="5"/>
                    <a:pt x="9" y="0"/>
                    <a:pt x="15" y="1"/>
                  </a:cubicBezTo>
                  <a:cubicBezTo>
                    <a:pt x="22" y="2"/>
                    <a:pt x="26" y="9"/>
                    <a:pt x="25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任意多边形: 形状 270" descr="9ec3ecdb-8a3e-4b88-9d68-5e9d271c206e"/>
            <p:cNvSpPr/>
            <p:nvPr/>
          </p:nvSpPr>
          <p:spPr bwMode="auto">
            <a:xfrm>
              <a:off x="7512843" y="2420938"/>
              <a:ext cx="47625" cy="46038"/>
            </a:xfrm>
            <a:custGeom>
              <a:gdLst>
                <a:gd name="T0" fmla="*/ 16 w 17"/>
                <a:gd name="T1" fmla="*/ 10 h 17"/>
                <a:gd name="T2" fmla="*/ 7 w 17"/>
                <a:gd name="T3" fmla="*/ 16 h 17"/>
                <a:gd name="T4" fmla="*/ 1 w 17"/>
                <a:gd name="T5" fmla="*/ 7 h 17"/>
                <a:gd name="T6" fmla="*/ 10 w 17"/>
                <a:gd name="T7" fmla="*/ 0 h 17"/>
                <a:gd name="T8" fmla="*/ 16 w 17"/>
                <a:gd name="T9" fmla="*/ 1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6" y="10"/>
                  </a:moveTo>
                  <a:cubicBezTo>
                    <a:pt x="16" y="14"/>
                    <a:pt x="11" y="17"/>
                    <a:pt x="7" y="16"/>
                  </a:cubicBezTo>
                  <a:cubicBezTo>
                    <a:pt x="3" y="15"/>
                    <a:pt x="0" y="11"/>
                    <a:pt x="1" y="7"/>
                  </a:cubicBezTo>
                  <a:cubicBezTo>
                    <a:pt x="1" y="3"/>
                    <a:pt x="5" y="0"/>
                    <a:pt x="10" y="0"/>
                  </a:cubicBezTo>
                  <a:cubicBezTo>
                    <a:pt x="14" y="1"/>
                    <a:pt x="17" y="5"/>
                    <a:pt x="16" y="1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任意多边形: 形状 271" descr="e3fdc89b-8970-48cc-b8b0-73bcb8be1db3"/>
            <p:cNvSpPr/>
            <p:nvPr/>
          </p:nvSpPr>
          <p:spPr bwMode="auto">
            <a:xfrm>
              <a:off x="7877968" y="2398713"/>
              <a:ext cx="23813" cy="44450"/>
            </a:xfrm>
            <a:custGeom>
              <a:gdLst>
                <a:gd name="T0" fmla="*/ 8 w 9"/>
                <a:gd name="T1" fmla="*/ 7 h 16"/>
                <a:gd name="T2" fmla="*/ 5 w 9"/>
                <a:gd name="T3" fmla="*/ 15 h 16"/>
                <a:gd name="T4" fmla="*/ 0 w 9"/>
                <a:gd name="T5" fmla="*/ 8 h 16"/>
                <a:gd name="T6" fmla="*/ 4 w 9"/>
                <a:gd name="T7" fmla="*/ 0 h 16"/>
                <a:gd name="T8" fmla="*/ 8 w 9"/>
                <a:gd name="T9" fmla="*/ 7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6">
                  <a:moveTo>
                    <a:pt x="8" y="7"/>
                  </a:moveTo>
                  <a:cubicBezTo>
                    <a:pt x="9" y="12"/>
                    <a:pt x="7" y="15"/>
                    <a:pt x="5" y="15"/>
                  </a:cubicBezTo>
                  <a:cubicBezTo>
                    <a:pt x="3" y="16"/>
                    <a:pt x="1" y="12"/>
                    <a:pt x="0" y="8"/>
                  </a:cubicBezTo>
                  <a:cubicBezTo>
                    <a:pt x="0" y="4"/>
                    <a:pt x="1" y="0"/>
                    <a:pt x="4" y="0"/>
                  </a:cubicBezTo>
                  <a:cubicBezTo>
                    <a:pt x="6" y="0"/>
                    <a:pt x="8" y="3"/>
                    <a:pt x="8" y="7"/>
                  </a:cubicBezTo>
                  <a:close/>
                </a:path>
              </a:pathLst>
            </a:custGeom>
            <a:solidFill>
              <a:srgbClr val="FDE3A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任意多边形: 形状 272" descr="c5494152-255a-47b5-87f6-b621fa926cc3"/>
            <p:cNvSpPr/>
            <p:nvPr/>
          </p:nvSpPr>
          <p:spPr bwMode="auto">
            <a:xfrm>
              <a:off x="7477918" y="2341563"/>
              <a:ext cx="22225" cy="33338"/>
            </a:xfrm>
            <a:custGeom>
              <a:gdLst>
                <a:gd name="T0" fmla="*/ 7 w 8"/>
                <a:gd name="T1" fmla="*/ 7 h 12"/>
                <a:gd name="T2" fmla="*/ 2 w 8"/>
                <a:gd name="T3" fmla="*/ 11 h 12"/>
                <a:gd name="T4" fmla="*/ 1 w 8"/>
                <a:gd name="T5" fmla="*/ 5 h 12"/>
                <a:gd name="T6" fmla="*/ 6 w 8"/>
                <a:gd name="T7" fmla="*/ 1 h 12"/>
                <a:gd name="T8" fmla="*/ 7 w 8"/>
                <a:gd name="T9" fmla="*/ 7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2">
                  <a:moveTo>
                    <a:pt x="7" y="7"/>
                  </a:moveTo>
                  <a:cubicBezTo>
                    <a:pt x="5" y="10"/>
                    <a:pt x="3" y="12"/>
                    <a:pt x="2" y="11"/>
                  </a:cubicBezTo>
                  <a:cubicBezTo>
                    <a:pt x="0" y="11"/>
                    <a:pt x="0" y="8"/>
                    <a:pt x="1" y="5"/>
                  </a:cubicBezTo>
                  <a:cubicBezTo>
                    <a:pt x="2" y="2"/>
                    <a:pt x="5" y="0"/>
                    <a:pt x="6" y="1"/>
                  </a:cubicBezTo>
                  <a:cubicBezTo>
                    <a:pt x="8" y="2"/>
                    <a:pt x="8" y="4"/>
                    <a:pt x="7" y="7"/>
                  </a:cubicBezTo>
                  <a:close/>
                </a:path>
              </a:pathLst>
            </a:custGeom>
            <a:solidFill>
              <a:srgbClr val="96281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任意多边形: 形状 273" descr="13926ca3-aeaa-46bb-8749-20dd012a7619"/>
            <p:cNvSpPr/>
            <p:nvPr/>
          </p:nvSpPr>
          <p:spPr bwMode="auto">
            <a:xfrm>
              <a:off x="7695406" y="2347913"/>
              <a:ext cx="38100" cy="19050"/>
            </a:xfrm>
            <a:custGeom>
              <a:gdLst>
                <a:gd name="T0" fmla="*/ 11 w 14"/>
                <a:gd name="T1" fmla="*/ 6 h 7"/>
                <a:gd name="T2" fmla="*/ 3 w 14"/>
                <a:gd name="T3" fmla="*/ 5 h 7"/>
                <a:gd name="T4" fmla="*/ 1 w 14"/>
                <a:gd name="T5" fmla="*/ 2 h 7"/>
                <a:gd name="T6" fmla="*/ 1 w 14"/>
                <a:gd name="T7" fmla="*/ 2 h 7"/>
                <a:gd name="T8" fmla="*/ 4 w 14"/>
                <a:gd name="T9" fmla="*/ 0 h 7"/>
                <a:gd name="T10" fmla="*/ 11 w 14"/>
                <a:gd name="T11" fmla="*/ 2 h 7"/>
                <a:gd name="T12" fmla="*/ 14 w 14"/>
                <a:gd name="T13" fmla="*/ 4 h 7"/>
                <a:gd name="T14" fmla="*/ 14 w 14"/>
                <a:gd name="T15" fmla="*/ 4 h 7"/>
                <a:gd name="T16" fmla="*/ 11 w 14"/>
                <a:gd name="T17" fmla="*/ 6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7">
                  <a:moveTo>
                    <a:pt x="11" y="6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6"/>
                    <a:pt x="12" y="7"/>
                    <a:pt x="11" y="6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任意多边形: 形状 274" descr="6b9ce521-efe8-4cd4-9884-ecb95cee1bf1"/>
            <p:cNvSpPr/>
            <p:nvPr/>
          </p:nvSpPr>
          <p:spPr bwMode="auto">
            <a:xfrm>
              <a:off x="7752556" y="2482850"/>
              <a:ext cx="34925" cy="65088"/>
            </a:xfrm>
            <a:custGeom>
              <a:gdLst>
                <a:gd name="T0" fmla="*/ 12 w 22"/>
                <a:gd name="T1" fmla="*/ 41 h 41"/>
                <a:gd name="T2" fmla="*/ 0 w 22"/>
                <a:gd name="T3" fmla="*/ 38 h 41"/>
                <a:gd name="T4" fmla="*/ 10 w 22"/>
                <a:gd name="T5" fmla="*/ 0 h 41"/>
                <a:gd name="T6" fmla="*/ 22 w 22"/>
                <a:gd name="T7" fmla="*/ 2 h 41"/>
                <a:gd name="T8" fmla="*/ 12 w 22"/>
                <a:gd name="T9" fmla="*/ 41 h 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1">
                  <a:moveTo>
                    <a:pt x="12" y="41"/>
                  </a:moveTo>
                  <a:lnTo>
                    <a:pt x="0" y="38"/>
                  </a:lnTo>
                  <a:lnTo>
                    <a:pt x="10" y="0"/>
                  </a:lnTo>
                  <a:lnTo>
                    <a:pt x="22" y="2"/>
                  </a:lnTo>
                  <a:lnTo>
                    <a:pt x="12" y="41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任意多边形: 形状 275" descr="71181359-aaf9-47ef-b035-e63f3b144349"/>
            <p:cNvSpPr/>
            <p:nvPr/>
          </p:nvSpPr>
          <p:spPr bwMode="auto">
            <a:xfrm>
              <a:off x="7733506" y="2538413"/>
              <a:ext cx="53975" cy="23813"/>
            </a:xfrm>
            <a:custGeom>
              <a:gdLst>
                <a:gd name="T0" fmla="*/ 33 w 34"/>
                <a:gd name="T1" fmla="*/ 15 h 15"/>
                <a:gd name="T2" fmla="*/ 0 w 34"/>
                <a:gd name="T3" fmla="*/ 6 h 15"/>
                <a:gd name="T4" fmla="*/ 2 w 34"/>
                <a:gd name="T5" fmla="*/ 0 h 15"/>
                <a:gd name="T6" fmla="*/ 34 w 34"/>
                <a:gd name="T7" fmla="*/ 8 h 15"/>
                <a:gd name="T8" fmla="*/ 33 w 34"/>
                <a:gd name="T9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5">
                  <a:moveTo>
                    <a:pt x="33" y="15"/>
                  </a:moveTo>
                  <a:lnTo>
                    <a:pt x="0" y="6"/>
                  </a:lnTo>
                  <a:lnTo>
                    <a:pt x="2" y="0"/>
                  </a:lnTo>
                  <a:lnTo>
                    <a:pt x="34" y="8"/>
                  </a:lnTo>
                  <a:lnTo>
                    <a:pt x="33" y="15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任意多边形: 形状 276" descr="a1c2fbcb-bdc0-4ee9-8b74-85779dc130af"/>
            <p:cNvSpPr/>
            <p:nvPr/>
          </p:nvSpPr>
          <p:spPr bwMode="auto">
            <a:xfrm>
              <a:off x="7312818" y="2360613"/>
              <a:ext cx="228600" cy="212725"/>
            </a:xfrm>
            <a:custGeom>
              <a:gdLst>
                <a:gd name="T0" fmla="*/ 84 w 84"/>
                <a:gd name="T1" fmla="*/ 22 h 78"/>
                <a:gd name="T2" fmla="*/ 54 w 84"/>
                <a:gd name="T3" fmla="*/ 5 h 78"/>
                <a:gd name="T4" fmla="*/ 20 w 84"/>
                <a:gd name="T5" fmla="*/ 5 h 78"/>
                <a:gd name="T6" fmla="*/ 34 w 84"/>
                <a:gd name="T7" fmla="*/ 78 h 78"/>
                <a:gd name="T8" fmla="*/ 84 w 84"/>
                <a:gd name="T9" fmla="*/ 22 h 7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78">
                  <a:moveTo>
                    <a:pt x="84" y="22"/>
                  </a:moveTo>
                  <a:cubicBezTo>
                    <a:pt x="84" y="22"/>
                    <a:pt x="75" y="11"/>
                    <a:pt x="54" y="5"/>
                  </a:cubicBezTo>
                  <a:cubicBezTo>
                    <a:pt x="34" y="0"/>
                    <a:pt x="20" y="5"/>
                    <a:pt x="20" y="5"/>
                  </a:cubicBezTo>
                  <a:cubicBezTo>
                    <a:pt x="20" y="5"/>
                    <a:pt x="0" y="47"/>
                    <a:pt x="34" y="78"/>
                  </a:cubicBezTo>
                  <a:cubicBezTo>
                    <a:pt x="79" y="70"/>
                    <a:pt x="84" y="22"/>
                    <a:pt x="84" y="22"/>
                  </a:cubicBezTo>
                  <a:close/>
                </a:path>
              </a:pathLst>
            </a:custGeom>
            <a:solidFill>
              <a:srgbClr val="71AB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任意多边形: 形状 277" descr="5a1d1ab3-ef08-44b0-95ea-d8c7716f3ad0"/>
            <p:cNvSpPr/>
            <p:nvPr/>
          </p:nvSpPr>
          <p:spPr bwMode="auto">
            <a:xfrm>
              <a:off x="7320756" y="2368550"/>
              <a:ext cx="211138" cy="196850"/>
            </a:xfrm>
            <a:custGeom>
              <a:gdLst>
                <a:gd name="T0" fmla="*/ 78 w 78"/>
                <a:gd name="T1" fmla="*/ 21 h 72"/>
                <a:gd name="T2" fmla="*/ 51 w 78"/>
                <a:gd name="T3" fmla="*/ 6 h 72"/>
                <a:gd name="T4" fmla="*/ 19 w 78"/>
                <a:gd name="T5" fmla="*/ 5 h 72"/>
                <a:gd name="T6" fmla="*/ 32 w 78"/>
                <a:gd name="T7" fmla="*/ 72 h 72"/>
                <a:gd name="T8" fmla="*/ 78 w 78"/>
                <a:gd name="T9" fmla="*/ 21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2">
                  <a:moveTo>
                    <a:pt x="78" y="21"/>
                  </a:moveTo>
                  <a:cubicBezTo>
                    <a:pt x="78" y="21"/>
                    <a:pt x="69" y="11"/>
                    <a:pt x="51" y="6"/>
                  </a:cubicBezTo>
                  <a:cubicBezTo>
                    <a:pt x="32" y="0"/>
                    <a:pt x="19" y="5"/>
                    <a:pt x="19" y="5"/>
                  </a:cubicBezTo>
                  <a:cubicBezTo>
                    <a:pt x="19" y="5"/>
                    <a:pt x="0" y="44"/>
                    <a:pt x="32" y="72"/>
                  </a:cubicBezTo>
                  <a:cubicBezTo>
                    <a:pt x="73" y="64"/>
                    <a:pt x="78" y="21"/>
                    <a:pt x="78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任意多边形: 形状 278" descr="ca89c4e4-4bc7-4ac9-9385-dbffaf619fed"/>
            <p:cNvSpPr/>
            <p:nvPr/>
          </p:nvSpPr>
          <p:spPr bwMode="auto">
            <a:xfrm>
              <a:off x="7331868" y="2378075"/>
              <a:ext cx="192088" cy="179388"/>
            </a:xfrm>
            <a:custGeom>
              <a:gdLst>
                <a:gd name="T0" fmla="*/ 71 w 71"/>
                <a:gd name="T1" fmla="*/ 20 h 66"/>
                <a:gd name="T2" fmla="*/ 46 w 71"/>
                <a:gd name="T3" fmla="*/ 5 h 66"/>
                <a:gd name="T4" fmla="*/ 17 w 71"/>
                <a:gd name="T5" fmla="*/ 5 h 66"/>
                <a:gd name="T6" fmla="*/ 29 w 71"/>
                <a:gd name="T7" fmla="*/ 66 h 66"/>
                <a:gd name="T8" fmla="*/ 71 w 71"/>
                <a:gd name="T9" fmla="*/ 20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6">
                  <a:moveTo>
                    <a:pt x="71" y="20"/>
                  </a:moveTo>
                  <a:cubicBezTo>
                    <a:pt x="71" y="20"/>
                    <a:pt x="63" y="10"/>
                    <a:pt x="46" y="5"/>
                  </a:cubicBezTo>
                  <a:cubicBezTo>
                    <a:pt x="29" y="0"/>
                    <a:pt x="17" y="5"/>
                    <a:pt x="17" y="5"/>
                  </a:cubicBezTo>
                  <a:cubicBezTo>
                    <a:pt x="17" y="5"/>
                    <a:pt x="0" y="41"/>
                    <a:pt x="29" y="66"/>
                  </a:cubicBezTo>
                  <a:cubicBezTo>
                    <a:pt x="67" y="59"/>
                    <a:pt x="71" y="20"/>
                    <a:pt x="71" y="20"/>
                  </a:cubicBezTo>
                  <a:close/>
                </a:path>
              </a:pathLst>
            </a:custGeom>
            <a:solidFill>
              <a:srgbClr val="5B8A7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任意多边形: 形状 279" descr="4de978dc-f84e-42b4-a5da-8fe0fa3fb76b"/>
            <p:cNvSpPr>
              <a:spLocks noEditPoints="1"/>
            </p:cNvSpPr>
            <p:nvPr/>
          </p:nvSpPr>
          <p:spPr bwMode="auto">
            <a:xfrm>
              <a:off x="7390606" y="2416175"/>
              <a:ext cx="90488" cy="92075"/>
            </a:xfrm>
            <a:custGeom>
              <a:gdLst>
                <a:gd name="T0" fmla="*/ 10 w 33"/>
                <a:gd name="T1" fmla="*/ 33 h 34"/>
                <a:gd name="T2" fmla="*/ 14 w 33"/>
                <a:gd name="T3" fmla="*/ 34 h 34"/>
                <a:gd name="T4" fmla="*/ 16 w 33"/>
                <a:gd name="T5" fmla="*/ 29 h 34"/>
                <a:gd name="T6" fmla="*/ 20 w 33"/>
                <a:gd name="T7" fmla="*/ 28 h 34"/>
                <a:gd name="T8" fmla="*/ 22 w 33"/>
                <a:gd name="T9" fmla="*/ 33 h 34"/>
                <a:gd name="T10" fmla="*/ 27 w 33"/>
                <a:gd name="T11" fmla="*/ 31 h 34"/>
                <a:gd name="T12" fmla="*/ 24 w 33"/>
                <a:gd name="T13" fmla="*/ 26 h 34"/>
                <a:gd name="T14" fmla="*/ 27 w 33"/>
                <a:gd name="T15" fmla="*/ 23 h 34"/>
                <a:gd name="T16" fmla="*/ 32 w 33"/>
                <a:gd name="T17" fmla="*/ 24 h 34"/>
                <a:gd name="T18" fmla="*/ 33 w 33"/>
                <a:gd name="T19" fmla="*/ 19 h 34"/>
                <a:gd name="T20" fmla="*/ 28 w 33"/>
                <a:gd name="T21" fmla="*/ 18 h 34"/>
                <a:gd name="T22" fmla="*/ 28 w 33"/>
                <a:gd name="T23" fmla="*/ 14 h 34"/>
                <a:gd name="T24" fmla="*/ 32 w 33"/>
                <a:gd name="T25" fmla="*/ 11 h 34"/>
                <a:gd name="T26" fmla="*/ 30 w 33"/>
                <a:gd name="T27" fmla="*/ 7 h 34"/>
                <a:gd name="T28" fmla="*/ 25 w 33"/>
                <a:gd name="T29" fmla="*/ 9 h 34"/>
                <a:gd name="T30" fmla="*/ 22 w 33"/>
                <a:gd name="T31" fmla="*/ 7 h 34"/>
                <a:gd name="T32" fmla="*/ 23 w 33"/>
                <a:gd name="T33" fmla="*/ 2 h 34"/>
                <a:gd name="T34" fmla="*/ 18 w 33"/>
                <a:gd name="T35" fmla="*/ 0 h 34"/>
                <a:gd name="T36" fmla="*/ 17 w 33"/>
                <a:gd name="T37" fmla="*/ 6 h 34"/>
                <a:gd name="T38" fmla="*/ 13 w 33"/>
                <a:gd name="T39" fmla="*/ 6 h 34"/>
                <a:gd name="T40" fmla="*/ 11 w 33"/>
                <a:gd name="T41" fmla="*/ 1 h 34"/>
                <a:gd name="T42" fmla="*/ 6 w 33"/>
                <a:gd name="T43" fmla="*/ 4 h 34"/>
                <a:gd name="T44" fmla="*/ 9 w 33"/>
                <a:gd name="T45" fmla="*/ 9 h 34"/>
                <a:gd name="T46" fmla="*/ 6 w 33"/>
                <a:gd name="T47" fmla="*/ 12 h 34"/>
                <a:gd name="T48" fmla="*/ 1 w 33"/>
                <a:gd name="T49" fmla="*/ 10 h 34"/>
                <a:gd name="T50" fmla="*/ 0 w 33"/>
                <a:gd name="T51" fmla="*/ 15 h 34"/>
                <a:gd name="T52" fmla="*/ 5 w 33"/>
                <a:gd name="T53" fmla="*/ 17 h 34"/>
                <a:gd name="T54" fmla="*/ 5 w 33"/>
                <a:gd name="T55" fmla="*/ 21 h 34"/>
                <a:gd name="T56" fmla="*/ 1 w 33"/>
                <a:gd name="T57" fmla="*/ 23 h 34"/>
                <a:gd name="T58" fmla="*/ 3 w 33"/>
                <a:gd name="T59" fmla="*/ 28 h 34"/>
                <a:gd name="T60" fmla="*/ 8 w 33"/>
                <a:gd name="T61" fmla="*/ 25 h 34"/>
                <a:gd name="T62" fmla="*/ 11 w 33"/>
                <a:gd name="T63" fmla="*/ 27 h 34"/>
                <a:gd name="T64" fmla="*/ 10 w 33"/>
                <a:gd name="T65" fmla="*/ 33 h 34"/>
                <a:gd name="T66" fmla="*/ 11 w 33"/>
                <a:gd name="T67" fmla="*/ 17 h 34"/>
                <a:gd name="T68" fmla="*/ 19 w 33"/>
                <a:gd name="T69" fmla="*/ 12 h 34"/>
                <a:gd name="T70" fmla="*/ 22 w 33"/>
                <a:gd name="T71" fmla="*/ 17 h 34"/>
                <a:gd name="T72" fmla="*/ 14 w 33"/>
                <a:gd name="T73" fmla="*/ 22 h 34"/>
                <a:gd name="T74" fmla="*/ 11 w 33"/>
                <a:gd name="T75" fmla="*/ 17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" h="34">
                  <a:moveTo>
                    <a:pt x="10" y="33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9" y="29"/>
                    <a:pt x="20" y="28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6" y="24"/>
                    <a:pt x="27" y="23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6"/>
                    <a:pt x="28" y="15"/>
                    <a:pt x="28" y="14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9"/>
                    <a:pt x="23" y="8"/>
                    <a:pt x="22" y="7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6"/>
                    <a:pt x="14" y="6"/>
                    <a:pt x="13" y="6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7" y="11"/>
                    <a:pt x="6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9"/>
                    <a:pt x="5" y="2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7"/>
                    <a:pt x="11" y="27"/>
                  </a:cubicBezTo>
                  <a:lnTo>
                    <a:pt x="10" y="33"/>
                  </a:lnTo>
                  <a:close/>
                  <a:moveTo>
                    <a:pt x="11" y="17"/>
                  </a:moveTo>
                  <a:cubicBezTo>
                    <a:pt x="11" y="13"/>
                    <a:pt x="15" y="10"/>
                    <a:pt x="19" y="12"/>
                  </a:cubicBezTo>
                  <a:cubicBezTo>
                    <a:pt x="21" y="13"/>
                    <a:pt x="22" y="15"/>
                    <a:pt x="22" y="17"/>
                  </a:cubicBezTo>
                  <a:cubicBezTo>
                    <a:pt x="22" y="22"/>
                    <a:pt x="17" y="24"/>
                    <a:pt x="14" y="22"/>
                  </a:cubicBezTo>
                  <a:cubicBezTo>
                    <a:pt x="12" y="21"/>
                    <a:pt x="11" y="19"/>
                    <a:pt x="11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任意多边形: 形状 280" descr="790f9273-26c0-44c6-a19e-6ed463de5c42"/>
            <p:cNvSpPr/>
            <p:nvPr/>
          </p:nvSpPr>
          <p:spPr bwMode="auto">
            <a:xfrm>
              <a:off x="4239418" y="2428875"/>
              <a:ext cx="496888" cy="373063"/>
            </a:xfrm>
            <a:custGeom>
              <a:gdLst>
                <a:gd name="T0" fmla="*/ 173 w 183"/>
                <a:gd name="T1" fmla="*/ 24 h 137"/>
                <a:gd name="T2" fmla="*/ 106 w 183"/>
                <a:gd name="T3" fmla="*/ 127 h 137"/>
                <a:gd name="T4" fmla="*/ 4 w 183"/>
                <a:gd name="T5" fmla="*/ 61 h 137"/>
                <a:gd name="T6" fmla="*/ 59 w 183"/>
                <a:gd name="T7" fmla="*/ 13 h 137"/>
                <a:gd name="T8" fmla="*/ 61 w 183"/>
                <a:gd name="T9" fmla="*/ 53 h 137"/>
                <a:gd name="T10" fmla="*/ 81 w 183"/>
                <a:gd name="T11" fmla="*/ 45 h 137"/>
                <a:gd name="T12" fmla="*/ 116 w 183"/>
                <a:gd name="T13" fmla="*/ 86 h 137"/>
                <a:gd name="T14" fmla="*/ 102 w 183"/>
                <a:gd name="T15" fmla="*/ 24 h 137"/>
                <a:gd name="T16" fmla="*/ 82 w 183"/>
                <a:gd name="T17" fmla="*/ 17 h 137"/>
                <a:gd name="T18" fmla="*/ 96 w 183"/>
                <a:gd name="T19" fmla="*/ 14 h 137"/>
                <a:gd name="T20" fmla="*/ 104 w 183"/>
                <a:gd name="T21" fmla="*/ 4 h 137"/>
                <a:gd name="T22" fmla="*/ 173 w 183"/>
                <a:gd name="T23" fmla="*/ 24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3" h="137">
                  <a:moveTo>
                    <a:pt x="173" y="24"/>
                  </a:moveTo>
                  <a:cubicBezTo>
                    <a:pt x="183" y="71"/>
                    <a:pt x="153" y="117"/>
                    <a:pt x="106" y="127"/>
                  </a:cubicBezTo>
                  <a:cubicBezTo>
                    <a:pt x="60" y="137"/>
                    <a:pt x="14" y="107"/>
                    <a:pt x="4" y="61"/>
                  </a:cubicBezTo>
                  <a:cubicBezTo>
                    <a:pt x="0" y="41"/>
                    <a:pt x="26" y="24"/>
                    <a:pt x="59" y="1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116" y="86"/>
                    <a:pt x="116" y="86"/>
                    <a:pt x="116" y="86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38" y="0"/>
                    <a:pt x="169" y="5"/>
                    <a:pt x="173" y="24"/>
                  </a:cubicBezTo>
                  <a:close/>
                </a:path>
              </a:pathLst>
            </a:custGeom>
            <a:solidFill>
              <a:srgbClr val="79554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任意多边形: 形状 281" descr="a99b20b4-c4b0-4466-8461-e1588bda0152"/>
            <p:cNvSpPr/>
            <p:nvPr/>
          </p:nvSpPr>
          <p:spPr bwMode="auto">
            <a:xfrm>
              <a:off x="4242593" y="2459038"/>
              <a:ext cx="173038" cy="144463"/>
            </a:xfrm>
            <a:custGeom>
              <a:gdLst>
                <a:gd name="T0" fmla="*/ 56 w 64"/>
                <a:gd name="T1" fmla="*/ 0 h 53"/>
                <a:gd name="T2" fmla="*/ 0 w 64"/>
                <a:gd name="T3" fmla="*/ 44 h 53"/>
                <a:gd name="T4" fmla="*/ 6 w 64"/>
                <a:gd name="T5" fmla="*/ 53 h 53"/>
                <a:gd name="T6" fmla="*/ 10 w 64"/>
                <a:gd name="T7" fmla="*/ 48 h 53"/>
                <a:gd name="T8" fmla="*/ 13 w 64"/>
                <a:gd name="T9" fmla="*/ 50 h 53"/>
                <a:gd name="T10" fmla="*/ 17 w 64"/>
                <a:gd name="T11" fmla="*/ 42 h 53"/>
                <a:gd name="T12" fmla="*/ 20 w 64"/>
                <a:gd name="T13" fmla="*/ 45 h 53"/>
                <a:gd name="T14" fmla="*/ 21 w 64"/>
                <a:gd name="T15" fmla="*/ 38 h 53"/>
                <a:gd name="T16" fmla="*/ 27 w 64"/>
                <a:gd name="T17" fmla="*/ 40 h 53"/>
                <a:gd name="T18" fmla="*/ 28 w 64"/>
                <a:gd name="T19" fmla="*/ 34 h 53"/>
                <a:gd name="T20" fmla="*/ 32 w 64"/>
                <a:gd name="T21" fmla="*/ 35 h 53"/>
                <a:gd name="T22" fmla="*/ 34 w 64"/>
                <a:gd name="T23" fmla="*/ 27 h 53"/>
                <a:gd name="T24" fmla="*/ 40 w 64"/>
                <a:gd name="T25" fmla="*/ 30 h 53"/>
                <a:gd name="T26" fmla="*/ 41 w 64"/>
                <a:gd name="T27" fmla="*/ 25 h 53"/>
                <a:gd name="T28" fmla="*/ 45 w 64"/>
                <a:gd name="T29" fmla="*/ 26 h 53"/>
                <a:gd name="T30" fmla="*/ 45 w 64"/>
                <a:gd name="T31" fmla="*/ 20 h 53"/>
                <a:gd name="T32" fmla="*/ 50 w 64"/>
                <a:gd name="T33" fmla="*/ 21 h 53"/>
                <a:gd name="T34" fmla="*/ 51 w 64"/>
                <a:gd name="T35" fmla="*/ 14 h 53"/>
                <a:gd name="T36" fmla="*/ 55 w 64"/>
                <a:gd name="T37" fmla="*/ 16 h 53"/>
                <a:gd name="T38" fmla="*/ 55 w 64"/>
                <a:gd name="T39" fmla="*/ 11 h 53"/>
                <a:gd name="T40" fmla="*/ 61 w 64"/>
                <a:gd name="T41" fmla="*/ 14 h 53"/>
                <a:gd name="T42" fmla="*/ 59 w 64"/>
                <a:gd name="T43" fmla="*/ 8 h 53"/>
                <a:gd name="T44" fmla="*/ 64 w 64"/>
                <a:gd name="T45" fmla="*/ 10 h 53"/>
                <a:gd name="T46" fmla="*/ 56 w 64"/>
                <a:gd name="T47" fmla="*/ 0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52">
                  <a:moveTo>
                    <a:pt x="56" y="0"/>
                  </a:moveTo>
                  <a:cubicBezTo>
                    <a:pt x="56" y="0"/>
                    <a:pt x="0" y="18"/>
                    <a:pt x="0" y="44"/>
                  </a:cubicBezTo>
                  <a:cubicBezTo>
                    <a:pt x="0" y="48"/>
                    <a:pt x="6" y="53"/>
                    <a:pt x="6" y="5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4" y="10"/>
                    <a:pt x="64" y="10"/>
                    <a:pt x="64" y="10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79D0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任意多边形: 形状 282" descr="be496221-a5e6-4785-a0ab-c40de7fb852f"/>
            <p:cNvSpPr/>
            <p:nvPr/>
          </p:nvSpPr>
          <p:spPr bwMode="auto">
            <a:xfrm>
              <a:off x="4510881" y="2417763"/>
              <a:ext cx="201613" cy="95250"/>
            </a:xfrm>
            <a:custGeom>
              <a:gdLst>
                <a:gd name="T0" fmla="*/ 4 w 74"/>
                <a:gd name="T1" fmla="*/ 6 h 35"/>
                <a:gd name="T2" fmla="*/ 73 w 74"/>
                <a:gd name="T3" fmla="*/ 24 h 35"/>
                <a:gd name="T4" fmla="*/ 71 w 74"/>
                <a:gd name="T5" fmla="*/ 35 h 35"/>
                <a:gd name="T6" fmla="*/ 66 w 74"/>
                <a:gd name="T7" fmla="*/ 29 h 35"/>
                <a:gd name="T8" fmla="*/ 63 w 74"/>
                <a:gd name="T9" fmla="*/ 34 h 35"/>
                <a:gd name="T10" fmla="*/ 58 w 74"/>
                <a:gd name="T11" fmla="*/ 28 h 35"/>
                <a:gd name="T12" fmla="*/ 53 w 74"/>
                <a:gd name="T13" fmla="*/ 32 h 35"/>
                <a:gd name="T14" fmla="*/ 50 w 74"/>
                <a:gd name="T15" fmla="*/ 25 h 35"/>
                <a:gd name="T16" fmla="*/ 45 w 74"/>
                <a:gd name="T17" fmla="*/ 31 h 35"/>
                <a:gd name="T18" fmla="*/ 42 w 74"/>
                <a:gd name="T19" fmla="*/ 25 h 35"/>
                <a:gd name="T20" fmla="*/ 37 w 74"/>
                <a:gd name="T21" fmla="*/ 28 h 35"/>
                <a:gd name="T22" fmla="*/ 34 w 74"/>
                <a:gd name="T23" fmla="*/ 22 h 35"/>
                <a:gd name="T24" fmla="*/ 29 w 74"/>
                <a:gd name="T25" fmla="*/ 25 h 35"/>
                <a:gd name="T26" fmla="*/ 27 w 74"/>
                <a:gd name="T27" fmla="*/ 21 h 35"/>
                <a:gd name="T28" fmla="*/ 22 w 74"/>
                <a:gd name="T29" fmla="*/ 24 h 35"/>
                <a:gd name="T30" fmla="*/ 21 w 74"/>
                <a:gd name="T31" fmla="*/ 18 h 35"/>
                <a:gd name="T32" fmla="*/ 16 w 74"/>
                <a:gd name="T33" fmla="*/ 22 h 35"/>
                <a:gd name="T34" fmla="*/ 14 w 74"/>
                <a:gd name="T35" fmla="*/ 17 h 35"/>
                <a:gd name="T36" fmla="*/ 11 w 74"/>
                <a:gd name="T37" fmla="*/ 21 h 35"/>
                <a:gd name="T38" fmla="*/ 10 w 74"/>
                <a:gd name="T39" fmla="*/ 16 h 35"/>
                <a:gd name="T40" fmla="*/ 6 w 74"/>
                <a:gd name="T41" fmla="*/ 20 h 35"/>
                <a:gd name="T42" fmla="*/ 6 w 74"/>
                <a:gd name="T43" fmla="*/ 15 h 35"/>
                <a:gd name="T44" fmla="*/ 0 w 74"/>
                <a:gd name="T45" fmla="*/ 18 h 35"/>
                <a:gd name="T46" fmla="*/ 4 w 74"/>
                <a:gd name="T47" fmla="*/ 6 h 3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4" h="35">
                  <a:moveTo>
                    <a:pt x="4" y="6"/>
                  </a:moveTo>
                  <a:cubicBezTo>
                    <a:pt x="4" y="6"/>
                    <a:pt x="62" y="0"/>
                    <a:pt x="73" y="24"/>
                  </a:cubicBezTo>
                  <a:cubicBezTo>
                    <a:pt x="74" y="27"/>
                    <a:pt x="71" y="35"/>
                    <a:pt x="71" y="35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0" y="18"/>
                    <a:pt x="0" y="18"/>
                    <a:pt x="0" y="18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79D0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任意多边形: 形状 283" descr="0079c1d2-827f-4281-8170-b76e2214e564"/>
            <p:cNvSpPr/>
            <p:nvPr/>
          </p:nvSpPr>
          <p:spPr bwMode="auto">
            <a:xfrm>
              <a:off x="4552156" y="2336800"/>
              <a:ext cx="127000" cy="107950"/>
            </a:xfrm>
            <a:custGeom>
              <a:gdLst>
                <a:gd name="T0" fmla="*/ 70 w 80"/>
                <a:gd name="T1" fmla="*/ 68 h 68"/>
                <a:gd name="T2" fmla="*/ 0 w 80"/>
                <a:gd name="T3" fmla="*/ 55 h 68"/>
                <a:gd name="T4" fmla="*/ 10 w 80"/>
                <a:gd name="T5" fmla="*/ 0 h 68"/>
                <a:gd name="T6" fmla="*/ 80 w 80"/>
                <a:gd name="T7" fmla="*/ 15 h 68"/>
                <a:gd name="T8" fmla="*/ 70 w 80"/>
                <a:gd name="T9" fmla="*/ 68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68">
                  <a:moveTo>
                    <a:pt x="70" y="68"/>
                  </a:moveTo>
                  <a:lnTo>
                    <a:pt x="0" y="55"/>
                  </a:lnTo>
                  <a:lnTo>
                    <a:pt x="10" y="0"/>
                  </a:lnTo>
                  <a:lnTo>
                    <a:pt x="80" y="15"/>
                  </a:lnTo>
                  <a:lnTo>
                    <a:pt x="70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任意多边形: 形状 284" descr="83f0b834-3174-4a3c-bda8-e6242bebaaa9"/>
            <p:cNvSpPr/>
            <p:nvPr/>
          </p:nvSpPr>
          <p:spPr bwMode="auto">
            <a:xfrm>
              <a:off x="4536281" y="2420938"/>
              <a:ext cx="138113" cy="46038"/>
            </a:xfrm>
            <a:custGeom>
              <a:gdLst>
                <a:gd name="T0" fmla="*/ 85 w 87"/>
                <a:gd name="T1" fmla="*/ 29 h 29"/>
                <a:gd name="T2" fmla="*/ 0 w 87"/>
                <a:gd name="T3" fmla="*/ 12 h 29"/>
                <a:gd name="T4" fmla="*/ 3 w 87"/>
                <a:gd name="T5" fmla="*/ 0 h 29"/>
                <a:gd name="T6" fmla="*/ 87 w 87"/>
                <a:gd name="T7" fmla="*/ 17 h 29"/>
                <a:gd name="T8" fmla="*/ 85 w 87"/>
                <a:gd name="T9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28">
                  <a:moveTo>
                    <a:pt x="85" y="29"/>
                  </a:moveTo>
                  <a:lnTo>
                    <a:pt x="0" y="12"/>
                  </a:lnTo>
                  <a:lnTo>
                    <a:pt x="3" y="0"/>
                  </a:lnTo>
                  <a:lnTo>
                    <a:pt x="87" y="17"/>
                  </a:lnTo>
                  <a:lnTo>
                    <a:pt x="85" y="29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任意多边形: 形状 285" descr="cbe1ae75-e986-4937-b502-fee370621ba9"/>
            <p:cNvSpPr/>
            <p:nvPr/>
          </p:nvSpPr>
          <p:spPr bwMode="auto">
            <a:xfrm>
              <a:off x="4545806" y="2292350"/>
              <a:ext cx="158750" cy="71438"/>
            </a:xfrm>
            <a:custGeom>
              <a:gdLst>
                <a:gd name="T0" fmla="*/ 57 w 100"/>
                <a:gd name="T1" fmla="*/ 0 h 45"/>
                <a:gd name="T2" fmla="*/ 0 w 100"/>
                <a:gd name="T3" fmla="*/ 26 h 45"/>
                <a:gd name="T4" fmla="*/ 100 w 100"/>
                <a:gd name="T5" fmla="*/ 45 h 45"/>
                <a:gd name="T6" fmla="*/ 57 w 100"/>
                <a:gd name="T7" fmla="*/ 0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45">
                  <a:moveTo>
                    <a:pt x="57" y="0"/>
                  </a:moveTo>
                  <a:lnTo>
                    <a:pt x="0" y="26"/>
                  </a:lnTo>
                  <a:lnTo>
                    <a:pt x="100" y="4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任意多边形: 形状 286" descr="aafa04b0-cf3b-4ef2-a5d3-9fb45c969bdb"/>
            <p:cNvSpPr/>
            <p:nvPr/>
          </p:nvSpPr>
          <p:spPr bwMode="auto">
            <a:xfrm>
              <a:off x="4575968" y="2349500"/>
              <a:ext cx="30163" cy="30163"/>
            </a:xfrm>
            <a:custGeom>
              <a:gdLst>
                <a:gd name="T0" fmla="*/ 16 w 19"/>
                <a:gd name="T1" fmla="*/ 19 h 19"/>
                <a:gd name="T2" fmla="*/ 0 w 19"/>
                <a:gd name="T3" fmla="*/ 16 h 19"/>
                <a:gd name="T4" fmla="*/ 4 w 19"/>
                <a:gd name="T5" fmla="*/ 0 h 19"/>
                <a:gd name="T6" fmla="*/ 19 w 19"/>
                <a:gd name="T7" fmla="*/ 4 h 19"/>
                <a:gd name="T8" fmla="*/ 16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6" y="19"/>
                  </a:moveTo>
                  <a:lnTo>
                    <a:pt x="0" y="16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6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任意多边形: 形状 287" descr="5daacabd-26b3-496d-b518-b88bd500ca48"/>
            <p:cNvSpPr/>
            <p:nvPr/>
          </p:nvSpPr>
          <p:spPr bwMode="auto">
            <a:xfrm>
              <a:off x="4582318" y="2352675"/>
              <a:ext cx="20638" cy="11113"/>
            </a:xfrm>
            <a:custGeom>
              <a:gdLst>
                <a:gd name="T0" fmla="*/ 12 w 13"/>
                <a:gd name="T1" fmla="*/ 7 h 7"/>
                <a:gd name="T2" fmla="*/ 0 w 13"/>
                <a:gd name="T3" fmla="*/ 5 h 7"/>
                <a:gd name="T4" fmla="*/ 0 w 13"/>
                <a:gd name="T5" fmla="*/ 0 h 7"/>
                <a:gd name="T6" fmla="*/ 13 w 13"/>
                <a:gd name="T7" fmla="*/ 2 h 7"/>
                <a:gd name="T8" fmla="*/ 12 w 13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2" y="7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13" y="2"/>
                  </a:lnTo>
                  <a:lnTo>
                    <a:pt x="12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任意多边形: 形状 288" descr="bed61b50-4352-4137-9f14-6958fb415e7f"/>
            <p:cNvSpPr/>
            <p:nvPr/>
          </p:nvSpPr>
          <p:spPr bwMode="auto">
            <a:xfrm>
              <a:off x="4579143" y="2360613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9 h 9"/>
                <a:gd name="T4" fmla="*/ 0 w 7"/>
                <a:gd name="T5" fmla="*/ 0 h 9"/>
                <a:gd name="T6" fmla="*/ 7 w 7"/>
                <a:gd name="T7" fmla="*/ 2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" y="2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任意多边形: 形状 289" descr="03ebb317-42e7-44d5-8a6c-27a61dd9202d"/>
            <p:cNvSpPr/>
            <p:nvPr/>
          </p:nvSpPr>
          <p:spPr bwMode="auto">
            <a:xfrm>
              <a:off x="4590256" y="2363788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7 h 9"/>
                <a:gd name="T4" fmla="*/ 2 w 7"/>
                <a:gd name="T5" fmla="*/ 0 h 9"/>
                <a:gd name="T6" fmla="*/ 7 w 7"/>
                <a:gd name="T7" fmla="*/ 0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7"/>
                  </a:lnTo>
                  <a:lnTo>
                    <a:pt x="2" y="0"/>
                  </a:lnTo>
                  <a:lnTo>
                    <a:pt x="7" y="0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任意多边形: 形状 290" descr="acaab194-9231-459e-b844-864cd848f347"/>
            <p:cNvSpPr/>
            <p:nvPr/>
          </p:nvSpPr>
          <p:spPr bwMode="auto">
            <a:xfrm>
              <a:off x="4568031" y="2387600"/>
              <a:ext cx="30163" cy="30163"/>
            </a:xfrm>
            <a:custGeom>
              <a:gdLst>
                <a:gd name="T0" fmla="*/ 16 w 19"/>
                <a:gd name="T1" fmla="*/ 19 h 19"/>
                <a:gd name="T2" fmla="*/ 0 w 19"/>
                <a:gd name="T3" fmla="*/ 16 h 19"/>
                <a:gd name="T4" fmla="*/ 4 w 19"/>
                <a:gd name="T5" fmla="*/ 0 h 19"/>
                <a:gd name="T6" fmla="*/ 19 w 19"/>
                <a:gd name="T7" fmla="*/ 4 h 19"/>
                <a:gd name="T8" fmla="*/ 16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6" y="19"/>
                  </a:moveTo>
                  <a:lnTo>
                    <a:pt x="0" y="16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6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任意多边形: 形状 291" descr="bd817f2a-6293-478b-bd4c-8a992667e49e"/>
            <p:cNvSpPr/>
            <p:nvPr/>
          </p:nvSpPr>
          <p:spPr bwMode="auto">
            <a:xfrm>
              <a:off x="4574381" y="2390775"/>
              <a:ext cx="20638" cy="11113"/>
            </a:xfrm>
            <a:custGeom>
              <a:gdLst>
                <a:gd name="T0" fmla="*/ 13 w 13"/>
                <a:gd name="T1" fmla="*/ 7 h 7"/>
                <a:gd name="T2" fmla="*/ 0 w 13"/>
                <a:gd name="T3" fmla="*/ 4 h 7"/>
                <a:gd name="T4" fmla="*/ 0 w 13"/>
                <a:gd name="T5" fmla="*/ 0 h 7"/>
                <a:gd name="T6" fmla="*/ 13 w 13"/>
                <a:gd name="T7" fmla="*/ 2 h 7"/>
                <a:gd name="T8" fmla="*/ 13 w 13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3" y="2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任意多边形: 形状 292" descr="08f39538-64cb-445a-b525-2ae8b6b15237"/>
            <p:cNvSpPr/>
            <p:nvPr/>
          </p:nvSpPr>
          <p:spPr bwMode="auto">
            <a:xfrm>
              <a:off x="4571206" y="2398713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9 h 9"/>
                <a:gd name="T4" fmla="*/ 2 w 7"/>
                <a:gd name="T5" fmla="*/ 0 h 9"/>
                <a:gd name="T6" fmla="*/ 7 w 7"/>
                <a:gd name="T7" fmla="*/ 0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9"/>
                  </a:lnTo>
                  <a:lnTo>
                    <a:pt x="2" y="0"/>
                  </a:lnTo>
                  <a:lnTo>
                    <a:pt x="7" y="0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任意多边形: 形状 293" descr="d3bbf540-2468-4a8b-b447-5df9183d9638"/>
            <p:cNvSpPr/>
            <p:nvPr/>
          </p:nvSpPr>
          <p:spPr bwMode="auto">
            <a:xfrm>
              <a:off x="4582318" y="2401888"/>
              <a:ext cx="12700" cy="14288"/>
            </a:xfrm>
            <a:custGeom>
              <a:gdLst>
                <a:gd name="T0" fmla="*/ 7 w 8"/>
                <a:gd name="T1" fmla="*/ 9 h 9"/>
                <a:gd name="T2" fmla="*/ 0 w 8"/>
                <a:gd name="T3" fmla="*/ 7 h 9"/>
                <a:gd name="T4" fmla="*/ 1 w 8"/>
                <a:gd name="T5" fmla="*/ 0 h 9"/>
                <a:gd name="T6" fmla="*/ 8 w 8"/>
                <a:gd name="T7" fmla="*/ 0 h 9"/>
                <a:gd name="T8" fmla="*/ 7 w 8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7" y="9"/>
                  </a:moveTo>
                  <a:lnTo>
                    <a:pt x="0" y="7"/>
                  </a:lnTo>
                  <a:lnTo>
                    <a:pt x="1" y="0"/>
                  </a:lnTo>
                  <a:lnTo>
                    <a:pt x="8" y="0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任意多边形: 形状 294" descr="bf0ad29e-f733-4fda-a82e-8c65d24a90d0"/>
            <p:cNvSpPr/>
            <p:nvPr/>
          </p:nvSpPr>
          <p:spPr bwMode="auto">
            <a:xfrm>
              <a:off x="4633118" y="2360613"/>
              <a:ext cx="30163" cy="30163"/>
            </a:xfrm>
            <a:custGeom>
              <a:gdLst>
                <a:gd name="T0" fmla="*/ 17 w 19"/>
                <a:gd name="T1" fmla="*/ 19 h 19"/>
                <a:gd name="T2" fmla="*/ 0 w 19"/>
                <a:gd name="T3" fmla="*/ 17 h 19"/>
                <a:gd name="T4" fmla="*/ 4 w 19"/>
                <a:gd name="T5" fmla="*/ 0 h 19"/>
                <a:gd name="T6" fmla="*/ 19 w 19"/>
                <a:gd name="T7" fmla="*/ 4 h 19"/>
                <a:gd name="T8" fmla="*/ 17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7" y="19"/>
                  </a:moveTo>
                  <a:lnTo>
                    <a:pt x="0" y="17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7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任意多边形: 形状 295" descr="19f9b0a0-8c97-4913-adba-8971a264a7b7"/>
            <p:cNvSpPr/>
            <p:nvPr/>
          </p:nvSpPr>
          <p:spPr bwMode="auto">
            <a:xfrm>
              <a:off x="4639468" y="2363788"/>
              <a:ext cx="23813" cy="11113"/>
            </a:xfrm>
            <a:custGeom>
              <a:gdLst>
                <a:gd name="T0" fmla="*/ 13 w 15"/>
                <a:gd name="T1" fmla="*/ 7 h 7"/>
                <a:gd name="T2" fmla="*/ 0 w 15"/>
                <a:gd name="T3" fmla="*/ 5 h 7"/>
                <a:gd name="T4" fmla="*/ 1 w 15"/>
                <a:gd name="T5" fmla="*/ 0 h 7"/>
                <a:gd name="T6" fmla="*/ 15 w 15"/>
                <a:gd name="T7" fmla="*/ 3 h 7"/>
                <a:gd name="T8" fmla="*/ 13 w 15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7">
                  <a:moveTo>
                    <a:pt x="13" y="7"/>
                  </a:moveTo>
                  <a:lnTo>
                    <a:pt x="0" y="5"/>
                  </a:lnTo>
                  <a:lnTo>
                    <a:pt x="1" y="0"/>
                  </a:lnTo>
                  <a:lnTo>
                    <a:pt x="15" y="3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任意多边形: 形状 296" descr="bd854fab-9c7d-4048-966e-486de07367bb"/>
            <p:cNvSpPr/>
            <p:nvPr/>
          </p:nvSpPr>
          <p:spPr bwMode="auto">
            <a:xfrm>
              <a:off x="4636293" y="2371725"/>
              <a:ext cx="14288" cy="15875"/>
            </a:xfrm>
            <a:custGeom>
              <a:gdLst>
                <a:gd name="T0" fmla="*/ 7 w 9"/>
                <a:gd name="T1" fmla="*/ 10 h 10"/>
                <a:gd name="T2" fmla="*/ 0 w 9"/>
                <a:gd name="T3" fmla="*/ 9 h 10"/>
                <a:gd name="T4" fmla="*/ 2 w 9"/>
                <a:gd name="T5" fmla="*/ 0 h 10"/>
                <a:gd name="T6" fmla="*/ 9 w 9"/>
                <a:gd name="T7" fmla="*/ 2 h 10"/>
                <a:gd name="T8" fmla="*/ 7 w 9"/>
                <a:gd name="T9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7" y="10"/>
                  </a:moveTo>
                  <a:lnTo>
                    <a:pt x="0" y="9"/>
                  </a:lnTo>
                  <a:lnTo>
                    <a:pt x="2" y="0"/>
                  </a:lnTo>
                  <a:lnTo>
                    <a:pt x="9" y="2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任意多边形: 形状 297" descr="c65f26f2-8e4e-4167-abcc-c3d02b5ce509"/>
            <p:cNvSpPr/>
            <p:nvPr/>
          </p:nvSpPr>
          <p:spPr bwMode="auto">
            <a:xfrm>
              <a:off x="4647406" y="2374900"/>
              <a:ext cx="12700" cy="15875"/>
            </a:xfrm>
            <a:custGeom>
              <a:gdLst>
                <a:gd name="T0" fmla="*/ 7 w 8"/>
                <a:gd name="T1" fmla="*/ 10 h 10"/>
                <a:gd name="T2" fmla="*/ 0 w 8"/>
                <a:gd name="T3" fmla="*/ 8 h 10"/>
                <a:gd name="T4" fmla="*/ 2 w 8"/>
                <a:gd name="T5" fmla="*/ 0 h 10"/>
                <a:gd name="T6" fmla="*/ 8 w 8"/>
                <a:gd name="T7" fmla="*/ 2 h 10"/>
                <a:gd name="T8" fmla="*/ 7 w 8"/>
                <a:gd name="T9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0">
                  <a:moveTo>
                    <a:pt x="7" y="10"/>
                  </a:moveTo>
                  <a:lnTo>
                    <a:pt x="0" y="8"/>
                  </a:lnTo>
                  <a:lnTo>
                    <a:pt x="2" y="0"/>
                  </a:lnTo>
                  <a:lnTo>
                    <a:pt x="8" y="2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任意多边形: 形状 298" descr="42d20888-78fd-4c06-87cf-bb4a9551bdc3"/>
            <p:cNvSpPr/>
            <p:nvPr/>
          </p:nvSpPr>
          <p:spPr bwMode="auto">
            <a:xfrm>
              <a:off x="4620418" y="2401888"/>
              <a:ext cx="31750" cy="41275"/>
            </a:xfrm>
            <a:custGeom>
              <a:gdLst>
                <a:gd name="T0" fmla="*/ 20 w 20"/>
                <a:gd name="T1" fmla="*/ 3 h 26"/>
                <a:gd name="T2" fmla="*/ 5 w 20"/>
                <a:gd name="T3" fmla="*/ 0 h 26"/>
                <a:gd name="T4" fmla="*/ 0 w 20"/>
                <a:gd name="T5" fmla="*/ 22 h 26"/>
                <a:gd name="T6" fmla="*/ 15 w 20"/>
                <a:gd name="T7" fmla="*/ 26 h 26"/>
                <a:gd name="T8" fmla="*/ 20 w 20"/>
                <a:gd name="T9" fmla="*/ 3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6">
                  <a:moveTo>
                    <a:pt x="20" y="3"/>
                  </a:moveTo>
                  <a:lnTo>
                    <a:pt x="5" y="0"/>
                  </a:lnTo>
                  <a:lnTo>
                    <a:pt x="0" y="22"/>
                  </a:lnTo>
                  <a:lnTo>
                    <a:pt x="15" y="26"/>
                  </a:lnTo>
                  <a:lnTo>
                    <a:pt x="20" y="3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任意多边形: 形状 299" descr="52a9c28e-0723-4957-b544-cb27cba48c33"/>
            <p:cNvSpPr/>
            <p:nvPr/>
          </p:nvSpPr>
          <p:spPr bwMode="auto">
            <a:xfrm>
              <a:off x="4201318" y="2382838"/>
              <a:ext cx="155575" cy="149225"/>
            </a:xfrm>
            <a:custGeom>
              <a:gdLst>
                <a:gd name="T0" fmla="*/ 98 w 98"/>
                <a:gd name="T1" fmla="*/ 50 h 94"/>
                <a:gd name="T2" fmla="*/ 34 w 98"/>
                <a:gd name="T3" fmla="*/ 94 h 94"/>
                <a:gd name="T4" fmla="*/ 0 w 98"/>
                <a:gd name="T5" fmla="*/ 44 h 94"/>
                <a:gd name="T6" fmla="*/ 63 w 98"/>
                <a:gd name="T7" fmla="*/ 0 h 94"/>
                <a:gd name="T8" fmla="*/ 98 w 98"/>
                <a:gd name="T9" fmla="*/ 50 h 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4">
                  <a:moveTo>
                    <a:pt x="98" y="50"/>
                  </a:moveTo>
                  <a:lnTo>
                    <a:pt x="34" y="94"/>
                  </a:lnTo>
                  <a:lnTo>
                    <a:pt x="0" y="44"/>
                  </a:lnTo>
                  <a:lnTo>
                    <a:pt x="63" y="0"/>
                  </a:lnTo>
                  <a:lnTo>
                    <a:pt x="98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任意多边形: 形状 300" descr="27674166-56bd-4c64-8291-6fc9e69c744a"/>
            <p:cNvSpPr/>
            <p:nvPr/>
          </p:nvSpPr>
          <p:spPr bwMode="auto">
            <a:xfrm>
              <a:off x="4244181" y="2452688"/>
              <a:ext cx="136525" cy="104775"/>
            </a:xfrm>
            <a:custGeom>
              <a:gdLst>
                <a:gd name="T0" fmla="*/ 86 w 86"/>
                <a:gd name="T1" fmla="*/ 12 h 66"/>
                <a:gd name="T2" fmla="*/ 9 w 86"/>
                <a:gd name="T3" fmla="*/ 66 h 66"/>
                <a:gd name="T4" fmla="*/ 0 w 86"/>
                <a:gd name="T5" fmla="*/ 55 h 66"/>
                <a:gd name="T6" fmla="*/ 77 w 86"/>
                <a:gd name="T7" fmla="*/ 0 h 66"/>
                <a:gd name="T8" fmla="*/ 86 w 86"/>
                <a:gd name="T9" fmla="*/ 12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66">
                  <a:moveTo>
                    <a:pt x="86" y="12"/>
                  </a:moveTo>
                  <a:lnTo>
                    <a:pt x="9" y="66"/>
                  </a:lnTo>
                  <a:lnTo>
                    <a:pt x="0" y="55"/>
                  </a:lnTo>
                  <a:lnTo>
                    <a:pt x="77" y="0"/>
                  </a:lnTo>
                  <a:lnTo>
                    <a:pt x="86" y="12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任意多边形: 形状 301" descr="249fc165-057b-4cbb-ade5-81d7e03a621b"/>
            <p:cNvSpPr/>
            <p:nvPr/>
          </p:nvSpPr>
          <p:spPr bwMode="auto">
            <a:xfrm>
              <a:off x="4182268" y="2368550"/>
              <a:ext cx="141288" cy="98425"/>
            </a:xfrm>
            <a:custGeom>
              <a:gdLst>
                <a:gd name="T0" fmla="*/ 22 w 89"/>
                <a:gd name="T1" fmla="*/ 0 h 62"/>
                <a:gd name="T2" fmla="*/ 0 w 89"/>
                <a:gd name="T3" fmla="*/ 62 h 62"/>
                <a:gd name="T4" fmla="*/ 89 w 89"/>
                <a:gd name="T5" fmla="*/ 0 h 62"/>
                <a:gd name="T6" fmla="*/ 22 w 89"/>
                <a:gd name="T7" fmla="*/ 0 h 6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62">
                  <a:moveTo>
                    <a:pt x="22" y="0"/>
                  </a:moveTo>
                  <a:lnTo>
                    <a:pt x="0" y="62"/>
                  </a:lnTo>
                  <a:lnTo>
                    <a:pt x="89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4E66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任意多边形: 形状 302" descr="ee505c94-d5a3-4f84-9439-45f0faadef2f"/>
            <p:cNvSpPr/>
            <p:nvPr/>
          </p:nvSpPr>
          <p:spPr bwMode="auto">
            <a:xfrm>
              <a:off x="4247356" y="2424113"/>
              <a:ext cx="65088" cy="66675"/>
            </a:xfrm>
            <a:custGeom>
              <a:gdLst>
                <a:gd name="T0" fmla="*/ 41 w 41"/>
                <a:gd name="T1" fmla="*/ 25 h 42"/>
                <a:gd name="T2" fmla="*/ 17 w 41"/>
                <a:gd name="T3" fmla="*/ 42 h 42"/>
                <a:gd name="T4" fmla="*/ 0 w 41"/>
                <a:gd name="T5" fmla="*/ 17 h 42"/>
                <a:gd name="T6" fmla="*/ 24 w 41"/>
                <a:gd name="T7" fmla="*/ 0 h 42"/>
                <a:gd name="T8" fmla="*/ 41 w 41"/>
                <a:gd name="T9" fmla="*/ 25 h 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2">
                  <a:moveTo>
                    <a:pt x="41" y="25"/>
                  </a:moveTo>
                  <a:lnTo>
                    <a:pt x="17" y="42"/>
                  </a:lnTo>
                  <a:lnTo>
                    <a:pt x="0" y="17"/>
                  </a:lnTo>
                  <a:lnTo>
                    <a:pt x="24" y="0"/>
                  </a:lnTo>
                  <a:lnTo>
                    <a:pt x="41" y="25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任意多边形: 形状 303" descr="9c2aacf4-1d41-4de6-a575-10d193b6a28e"/>
            <p:cNvSpPr/>
            <p:nvPr/>
          </p:nvSpPr>
          <p:spPr bwMode="auto">
            <a:xfrm>
              <a:off x="4252118" y="2428875"/>
              <a:ext cx="38100" cy="34925"/>
            </a:xfrm>
            <a:custGeom>
              <a:gdLst>
                <a:gd name="T0" fmla="*/ 24 w 24"/>
                <a:gd name="T1" fmla="*/ 7 h 22"/>
                <a:gd name="T2" fmla="*/ 4 w 24"/>
                <a:gd name="T3" fmla="*/ 22 h 22"/>
                <a:gd name="T4" fmla="*/ 0 w 24"/>
                <a:gd name="T5" fmla="*/ 15 h 22"/>
                <a:gd name="T6" fmla="*/ 21 w 24"/>
                <a:gd name="T7" fmla="*/ 0 h 22"/>
                <a:gd name="T8" fmla="*/ 24 w 24"/>
                <a:gd name="T9" fmla="*/ 7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2">
                  <a:moveTo>
                    <a:pt x="24" y="7"/>
                  </a:moveTo>
                  <a:lnTo>
                    <a:pt x="4" y="22"/>
                  </a:lnTo>
                  <a:lnTo>
                    <a:pt x="0" y="15"/>
                  </a:lnTo>
                  <a:lnTo>
                    <a:pt x="21" y="0"/>
                  </a:lnTo>
                  <a:lnTo>
                    <a:pt x="24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任意多边形: 形状 304" descr="9cdf163c-bf5f-4ca3-bfaf-ca8bec637c21"/>
            <p:cNvSpPr/>
            <p:nvPr/>
          </p:nvSpPr>
          <p:spPr bwMode="auto">
            <a:xfrm>
              <a:off x="4261643" y="2452688"/>
              <a:ext cx="28575" cy="33338"/>
            </a:xfrm>
            <a:custGeom>
              <a:gdLst>
                <a:gd name="T0" fmla="*/ 18 w 18"/>
                <a:gd name="T1" fmla="*/ 14 h 21"/>
                <a:gd name="T2" fmla="*/ 8 w 18"/>
                <a:gd name="T3" fmla="*/ 21 h 21"/>
                <a:gd name="T4" fmla="*/ 0 w 18"/>
                <a:gd name="T5" fmla="*/ 7 h 21"/>
                <a:gd name="T6" fmla="*/ 8 w 18"/>
                <a:gd name="T7" fmla="*/ 0 h 21"/>
                <a:gd name="T8" fmla="*/ 18 w 18"/>
                <a:gd name="T9" fmla="*/ 14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1">
                  <a:moveTo>
                    <a:pt x="18" y="14"/>
                  </a:moveTo>
                  <a:lnTo>
                    <a:pt x="8" y="21"/>
                  </a:lnTo>
                  <a:lnTo>
                    <a:pt x="0" y="7"/>
                  </a:lnTo>
                  <a:lnTo>
                    <a:pt x="8" y="0"/>
                  </a:lnTo>
                  <a:lnTo>
                    <a:pt x="18" y="14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任意多边形: 形状 305" descr="0f318592-1148-4333-9a04-5ae3f1662e12"/>
            <p:cNvSpPr/>
            <p:nvPr/>
          </p:nvSpPr>
          <p:spPr bwMode="auto">
            <a:xfrm>
              <a:off x="4277518" y="2443163"/>
              <a:ext cx="30163" cy="28575"/>
            </a:xfrm>
            <a:custGeom>
              <a:gdLst>
                <a:gd name="T0" fmla="*/ 19 w 19"/>
                <a:gd name="T1" fmla="*/ 12 h 18"/>
                <a:gd name="T2" fmla="*/ 8 w 19"/>
                <a:gd name="T3" fmla="*/ 18 h 18"/>
                <a:gd name="T4" fmla="*/ 0 w 19"/>
                <a:gd name="T5" fmla="*/ 6 h 18"/>
                <a:gd name="T6" fmla="*/ 10 w 19"/>
                <a:gd name="T7" fmla="*/ 0 h 18"/>
                <a:gd name="T8" fmla="*/ 19 w 19"/>
                <a:gd name="T9" fmla="*/ 12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9" y="12"/>
                  </a:moveTo>
                  <a:lnTo>
                    <a:pt x="8" y="1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任意多边形: 形状 306" descr="5863ff7d-b1cd-49eb-95d0-d6e690e7ba84"/>
            <p:cNvSpPr/>
            <p:nvPr/>
          </p:nvSpPr>
          <p:spPr bwMode="auto">
            <a:xfrm>
              <a:off x="4418806" y="1887538"/>
              <a:ext cx="304800" cy="261938"/>
            </a:xfrm>
            <a:custGeom>
              <a:gdLst>
                <a:gd name="T0" fmla="*/ 192 w 192"/>
                <a:gd name="T1" fmla="*/ 125 h 165"/>
                <a:gd name="T2" fmla="*/ 31 w 192"/>
                <a:gd name="T3" fmla="*/ 165 h 165"/>
                <a:gd name="T4" fmla="*/ 0 w 192"/>
                <a:gd name="T5" fmla="*/ 40 h 165"/>
                <a:gd name="T6" fmla="*/ 161 w 192"/>
                <a:gd name="T7" fmla="*/ 0 h 165"/>
                <a:gd name="T8" fmla="*/ 192 w 192"/>
                <a:gd name="T9" fmla="*/ 125 h 1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165">
                  <a:moveTo>
                    <a:pt x="192" y="125"/>
                  </a:moveTo>
                  <a:lnTo>
                    <a:pt x="31" y="165"/>
                  </a:lnTo>
                  <a:lnTo>
                    <a:pt x="0" y="40"/>
                  </a:lnTo>
                  <a:lnTo>
                    <a:pt x="161" y="0"/>
                  </a:lnTo>
                  <a:lnTo>
                    <a:pt x="192" y="1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任意多边形: 形状 307" descr="6555ccb5-6961-402d-b02c-6595a0877668"/>
            <p:cNvSpPr/>
            <p:nvPr/>
          </p:nvSpPr>
          <p:spPr bwMode="auto">
            <a:xfrm>
              <a:off x="4441031" y="2081213"/>
              <a:ext cx="320675" cy="119063"/>
            </a:xfrm>
            <a:custGeom>
              <a:gdLst>
                <a:gd name="T0" fmla="*/ 202 w 202"/>
                <a:gd name="T1" fmla="*/ 27 h 75"/>
                <a:gd name="T2" fmla="*/ 7 w 202"/>
                <a:gd name="T3" fmla="*/ 75 h 75"/>
                <a:gd name="T4" fmla="*/ 0 w 202"/>
                <a:gd name="T5" fmla="*/ 48 h 75"/>
                <a:gd name="T6" fmla="*/ 197 w 202"/>
                <a:gd name="T7" fmla="*/ 0 h 75"/>
                <a:gd name="T8" fmla="*/ 202 w 202"/>
                <a:gd name="T9" fmla="*/ 27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75">
                  <a:moveTo>
                    <a:pt x="202" y="27"/>
                  </a:moveTo>
                  <a:lnTo>
                    <a:pt x="7" y="75"/>
                  </a:lnTo>
                  <a:lnTo>
                    <a:pt x="0" y="48"/>
                  </a:lnTo>
                  <a:lnTo>
                    <a:pt x="197" y="0"/>
                  </a:lnTo>
                  <a:lnTo>
                    <a:pt x="202" y="27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任意多边形: 形状 308" descr="b446e142-9282-495e-8917-f06562b9fa66"/>
            <p:cNvSpPr/>
            <p:nvPr/>
          </p:nvSpPr>
          <p:spPr bwMode="auto">
            <a:xfrm>
              <a:off x="4364831" y="1790700"/>
              <a:ext cx="363538" cy="173038"/>
            </a:xfrm>
            <a:custGeom>
              <a:gdLst>
                <a:gd name="T0" fmla="*/ 96 w 229"/>
                <a:gd name="T1" fmla="*/ 0 h 109"/>
                <a:gd name="T2" fmla="*/ 0 w 229"/>
                <a:gd name="T3" fmla="*/ 109 h 109"/>
                <a:gd name="T4" fmla="*/ 229 w 229"/>
                <a:gd name="T5" fmla="*/ 53 h 109"/>
                <a:gd name="T6" fmla="*/ 96 w 229"/>
                <a:gd name="T7" fmla="*/ 0 h 1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109">
                  <a:moveTo>
                    <a:pt x="96" y="0"/>
                  </a:moveTo>
                  <a:lnTo>
                    <a:pt x="0" y="109"/>
                  </a:lnTo>
                  <a:lnTo>
                    <a:pt x="229" y="5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任意多边形: 形状 309" descr="b9bd560a-418c-44ea-a718-65d8f8fa8c9e"/>
            <p:cNvSpPr/>
            <p:nvPr/>
          </p:nvSpPr>
          <p:spPr bwMode="auto">
            <a:xfrm>
              <a:off x="4509293" y="1955800"/>
              <a:ext cx="123825" cy="125413"/>
            </a:xfrm>
            <a:custGeom>
              <a:gdLst>
                <a:gd name="T0" fmla="*/ 78 w 78"/>
                <a:gd name="T1" fmla="*/ 63 h 79"/>
                <a:gd name="T2" fmla="*/ 15 w 78"/>
                <a:gd name="T3" fmla="*/ 79 h 79"/>
                <a:gd name="T4" fmla="*/ 0 w 78"/>
                <a:gd name="T5" fmla="*/ 15 h 79"/>
                <a:gd name="T6" fmla="*/ 63 w 78"/>
                <a:gd name="T7" fmla="*/ 0 h 79"/>
                <a:gd name="T8" fmla="*/ 78 w 78"/>
                <a:gd name="T9" fmla="*/ 63 h 7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9">
                  <a:moveTo>
                    <a:pt x="78" y="63"/>
                  </a:moveTo>
                  <a:lnTo>
                    <a:pt x="15" y="79"/>
                  </a:lnTo>
                  <a:lnTo>
                    <a:pt x="0" y="15"/>
                  </a:lnTo>
                  <a:lnTo>
                    <a:pt x="63" y="0"/>
                  </a:lnTo>
                  <a:lnTo>
                    <a:pt x="78" y="63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任意多边形: 形状 310" descr="0fdda798-037c-4e01-93ad-2fc4d92021c7"/>
            <p:cNvSpPr/>
            <p:nvPr/>
          </p:nvSpPr>
          <p:spPr bwMode="auto">
            <a:xfrm>
              <a:off x="4518818" y="1966913"/>
              <a:ext cx="90488" cy="49213"/>
            </a:xfrm>
            <a:custGeom>
              <a:gdLst>
                <a:gd name="T0" fmla="*/ 57 w 57"/>
                <a:gd name="T1" fmla="*/ 17 h 31"/>
                <a:gd name="T2" fmla="*/ 4 w 57"/>
                <a:gd name="T3" fmla="*/ 31 h 31"/>
                <a:gd name="T4" fmla="*/ 0 w 57"/>
                <a:gd name="T5" fmla="*/ 12 h 31"/>
                <a:gd name="T6" fmla="*/ 53 w 57"/>
                <a:gd name="T7" fmla="*/ 0 h 31"/>
                <a:gd name="T8" fmla="*/ 57 w 57"/>
                <a:gd name="T9" fmla="*/ 17 h 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1">
                  <a:moveTo>
                    <a:pt x="57" y="17"/>
                  </a:moveTo>
                  <a:lnTo>
                    <a:pt x="4" y="31"/>
                  </a:lnTo>
                  <a:lnTo>
                    <a:pt x="0" y="12"/>
                  </a:lnTo>
                  <a:lnTo>
                    <a:pt x="53" y="0"/>
                  </a:lnTo>
                  <a:lnTo>
                    <a:pt x="57" y="1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任意多边形: 形状 311" descr="2b08ea1a-277c-4161-b420-03afae862d89"/>
            <p:cNvSpPr/>
            <p:nvPr/>
          </p:nvSpPr>
          <p:spPr bwMode="auto">
            <a:xfrm>
              <a:off x="4528343" y="2009775"/>
              <a:ext cx="50800" cy="60325"/>
            </a:xfrm>
            <a:custGeom>
              <a:gdLst>
                <a:gd name="T0" fmla="*/ 32 w 32"/>
                <a:gd name="T1" fmla="*/ 33 h 38"/>
                <a:gd name="T2" fmla="*/ 6 w 32"/>
                <a:gd name="T3" fmla="*/ 38 h 38"/>
                <a:gd name="T4" fmla="*/ 0 w 32"/>
                <a:gd name="T5" fmla="*/ 5 h 38"/>
                <a:gd name="T6" fmla="*/ 23 w 32"/>
                <a:gd name="T7" fmla="*/ 0 h 38"/>
                <a:gd name="T8" fmla="*/ 32 w 32"/>
                <a:gd name="T9" fmla="*/ 33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32" y="33"/>
                  </a:moveTo>
                  <a:lnTo>
                    <a:pt x="6" y="38"/>
                  </a:lnTo>
                  <a:lnTo>
                    <a:pt x="0" y="5"/>
                  </a:lnTo>
                  <a:lnTo>
                    <a:pt x="23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任意多边形: 形状 312" descr="12ad9938-5d9e-4c32-a8d7-a6eb18edc1d4"/>
            <p:cNvSpPr/>
            <p:nvPr/>
          </p:nvSpPr>
          <p:spPr bwMode="auto">
            <a:xfrm>
              <a:off x="4571206" y="1998663"/>
              <a:ext cx="50800" cy="60325"/>
            </a:xfrm>
            <a:custGeom>
              <a:gdLst>
                <a:gd name="T0" fmla="*/ 32 w 32"/>
                <a:gd name="T1" fmla="*/ 33 h 38"/>
                <a:gd name="T2" fmla="*/ 8 w 32"/>
                <a:gd name="T3" fmla="*/ 38 h 38"/>
                <a:gd name="T4" fmla="*/ 0 w 32"/>
                <a:gd name="T5" fmla="*/ 6 h 38"/>
                <a:gd name="T6" fmla="*/ 26 w 32"/>
                <a:gd name="T7" fmla="*/ 0 h 38"/>
                <a:gd name="T8" fmla="*/ 32 w 32"/>
                <a:gd name="T9" fmla="*/ 33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32" y="33"/>
                  </a:moveTo>
                  <a:lnTo>
                    <a:pt x="8" y="38"/>
                  </a:lnTo>
                  <a:lnTo>
                    <a:pt x="0" y="6"/>
                  </a:lnTo>
                  <a:lnTo>
                    <a:pt x="26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任意多边形: 形状 313" descr="e6e08772-f178-460c-a3a1-4bb232173316"/>
            <p:cNvSpPr/>
            <p:nvPr/>
          </p:nvSpPr>
          <p:spPr bwMode="auto">
            <a:xfrm>
              <a:off x="7028656" y="1531938"/>
              <a:ext cx="304800" cy="304800"/>
            </a:xfrm>
            <a:custGeom>
              <a:gdLst>
                <a:gd name="T0" fmla="*/ 96 w 112"/>
                <a:gd name="T1" fmla="*/ 76 h 112"/>
                <a:gd name="T2" fmla="*/ 83 w 112"/>
                <a:gd name="T3" fmla="*/ 64 h 112"/>
                <a:gd name="T4" fmla="*/ 87 w 112"/>
                <a:gd name="T5" fmla="*/ 54 h 112"/>
                <a:gd name="T6" fmla="*/ 91 w 112"/>
                <a:gd name="T7" fmla="*/ 58 h 112"/>
                <a:gd name="T8" fmla="*/ 93 w 112"/>
                <a:gd name="T9" fmla="*/ 59 h 112"/>
                <a:gd name="T10" fmla="*/ 98 w 112"/>
                <a:gd name="T11" fmla="*/ 55 h 112"/>
                <a:gd name="T12" fmla="*/ 97 w 112"/>
                <a:gd name="T13" fmla="*/ 53 h 112"/>
                <a:gd name="T14" fmla="*/ 91 w 112"/>
                <a:gd name="T15" fmla="*/ 47 h 112"/>
                <a:gd name="T16" fmla="*/ 94 w 112"/>
                <a:gd name="T17" fmla="*/ 40 h 112"/>
                <a:gd name="T18" fmla="*/ 98 w 112"/>
                <a:gd name="T19" fmla="*/ 44 h 112"/>
                <a:gd name="T20" fmla="*/ 100 w 112"/>
                <a:gd name="T21" fmla="*/ 45 h 112"/>
                <a:gd name="T22" fmla="*/ 104 w 112"/>
                <a:gd name="T23" fmla="*/ 41 h 112"/>
                <a:gd name="T24" fmla="*/ 104 w 112"/>
                <a:gd name="T25" fmla="*/ 39 h 112"/>
                <a:gd name="T26" fmla="*/ 97 w 112"/>
                <a:gd name="T27" fmla="*/ 32 h 112"/>
                <a:gd name="T28" fmla="*/ 106 w 112"/>
                <a:gd name="T29" fmla="*/ 12 h 112"/>
                <a:gd name="T30" fmla="*/ 106 w 112"/>
                <a:gd name="T31" fmla="*/ 9 h 112"/>
                <a:gd name="T32" fmla="*/ 99 w 112"/>
                <a:gd name="T33" fmla="*/ 3 h 112"/>
                <a:gd name="T34" fmla="*/ 96 w 112"/>
                <a:gd name="T35" fmla="*/ 3 h 112"/>
                <a:gd name="T36" fmla="*/ 62 w 112"/>
                <a:gd name="T37" fmla="*/ 45 h 112"/>
                <a:gd name="T38" fmla="*/ 40 w 112"/>
                <a:gd name="T39" fmla="*/ 28 h 112"/>
                <a:gd name="T40" fmla="*/ 46 w 112"/>
                <a:gd name="T41" fmla="*/ 6 h 112"/>
                <a:gd name="T42" fmla="*/ 45 w 112"/>
                <a:gd name="T43" fmla="*/ 5 h 112"/>
                <a:gd name="T44" fmla="*/ 41 w 112"/>
                <a:gd name="T45" fmla="*/ 1 h 112"/>
                <a:gd name="T46" fmla="*/ 39 w 112"/>
                <a:gd name="T47" fmla="*/ 0 h 112"/>
                <a:gd name="T48" fmla="*/ 26 w 112"/>
                <a:gd name="T49" fmla="*/ 19 h 112"/>
                <a:gd name="T50" fmla="*/ 15 w 112"/>
                <a:gd name="T51" fmla="*/ 15 h 112"/>
                <a:gd name="T52" fmla="*/ 19 w 112"/>
                <a:gd name="T53" fmla="*/ 26 h 112"/>
                <a:gd name="T54" fmla="*/ 1 w 112"/>
                <a:gd name="T55" fmla="*/ 39 h 112"/>
                <a:gd name="T56" fmla="*/ 1 w 112"/>
                <a:gd name="T57" fmla="*/ 41 h 112"/>
                <a:gd name="T58" fmla="*/ 5 w 112"/>
                <a:gd name="T59" fmla="*/ 45 h 112"/>
                <a:gd name="T60" fmla="*/ 7 w 112"/>
                <a:gd name="T61" fmla="*/ 46 h 112"/>
                <a:gd name="T62" fmla="*/ 28 w 112"/>
                <a:gd name="T63" fmla="*/ 40 h 112"/>
                <a:gd name="T64" fmla="*/ 45 w 112"/>
                <a:gd name="T65" fmla="*/ 62 h 112"/>
                <a:gd name="T66" fmla="*/ 2 w 112"/>
                <a:gd name="T67" fmla="*/ 96 h 112"/>
                <a:gd name="T68" fmla="*/ 3 w 112"/>
                <a:gd name="T69" fmla="*/ 99 h 112"/>
                <a:gd name="T70" fmla="*/ 9 w 112"/>
                <a:gd name="T71" fmla="*/ 106 h 112"/>
                <a:gd name="T72" fmla="*/ 12 w 112"/>
                <a:gd name="T73" fmla="*/ 106 h 112"/>
                <a:gd name="T74" fmla="*/ 32 w 112"/>
                <a:gd name="T75" fmla="*/ 97 h 112"/>
                <a:gd name="T76" fmla="*/ 39 w 112"/>
                <a:gd name="T77" fmla="*/ 104 h 112"/>
                <a:gd name="T78" fmla="*/ 41 w 112"/>
                <a:gd name="T79" fmla="*/ 105 h 112"/>
                <a:gd name="T80" fmla="*/ 45 w 112"/>
                <a:gd name="T81" fmla="*/ 100 h 112"/>
                <a:gd name="T82" fmla="*/ 44 w 112"/>
                <a:gd name="T83" fmla="*/ 98 h 112"/>
                <a:gd name="T84" fmla="*/ 40 w 112"/>
                <a:gd name="T85" fmla="*/ 94 h 112"/>
                <a:gd name="T86" fmla="*/ 46 w 112"/>
                <a:gd name="T87" fmla="*/ 91 h 112"/>
                <a:gd name="T88" fmla="*/ 53 w 112"/>
                <a:gd name="T89" fmla="*/ 97 h 112"/>
                <a:gd name="T90" fmla="*/ 55 w 112"/>
                <a:gd name="T91" fmla="*/ 98 h 112"/>
                <a:gd name="T92" fmla="*/ 59 w 112"/>
                <a:gd name="T93" fmla="*/ 93 h 112"/>
                <a:gd name="T94" fmla="*/ 58 w 112"/>
                <a:gd name="T95" fmla="*/ 91 h 112"/>
                <a:gd name="T96" fmla="*/ 54 w 112"/>
                <a:gd name="T97" fmla="*/ 88 h 112"/>
                <a:gd name="T98" fmla="*/ 65 w 112"/>
                <a:gd name="T99" fmla="*/ 83 h 112"/>
                <a:gd name="T100" fmla="*/ 77 w 112"/>
                <a:gd name="T101" fmla="*/ 96 h 112"/>
                <a:gd name="T102" fmla="*/ 105 w 112"/>
                <a:gd name="T103" fmla="*/ 105 h 112"/>
                <a:gd name="T104" fmla="*/ 96 w 112"/>
                <a:gd name="T105" fmla="*/ 76 h 1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2" h="112">
                  <a:moveTo>
                    <a:pt x="96" y="76"/>
                  </a:moveTo>
                  <a:cubicBezTo>
                    <a:pt x="91" y="72"/>
                    <a:pt x="87" y="68"/>
                    <a:pt x="83" y="6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9" y="56"/>
                    <a:pt x="90" y="57"/>
                    <a:pt x="91" y="58"/>
                  </a:cubicBezTo>
                  <a:cubicBezTo>
                    <a:pt x="92" y="59"/>
                    <a:pt x="93" y="59"/>
                    <a:pt x="93" y="59"/>
                  </a:cubicBezTo>
                  <a:cubicBezTo>
                    <a:pt x="98" y="55"/>
                    <a:pt x="98" y="55"/>
                    <a:pt x="98" y="55"/>
                  </a:cubicBezTo>
                  <a:cubicBezTo>
                    <a:pt x="98" y="54"/>
                    <a:pt x="98" y="53"/>
                    <a:pt x="97" y="53"/>
                  </a:cubicBezTo>
                  <a:cubicBezTo>
                    <a:pt x="96" y="51"/>
                    <a:pt x="93" y="49"/>
                    <a:pt x="91" y="47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42"/>
                    <a:pt x="97" y="43"/>
                    <a:pt x="98" y="44"/>
                  </a:cubicBezTo>
                  <a:cubicBezTo>
                    <a:pt x="99" y="45"/>
                    <a:pt x="100" y="45"/>
                    <a:pt x="100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5" y="40"/>
                    <a:pt x="105" y="39"/>
                    <a:pt x="104" y="39"/>
                  </a:cubicBezTo>
                  <a:cubicBezTo>
                    <a:pt x="102" y="37"/>
                    <a:pt x="100" y="34"/>
                    <a:pt x="97" y="3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11"/>
                    <a:pt x="106" y="10"/>
                    <a:pt x="106" y="9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98" y="2"/>
                    <a:pt x="97" y="2"/>
                    <a:pt x="96" y="3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53" y="37"/>
                    <a:pt x="46" y="32"/>
                    <a:pt x="40" y="28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5"/>
                    <a:pt x="45" y="5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0"/>
                    <a:pt x="40" y="0"/>
                    <a:pt x="39" y="0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18" y="15"/>
                    <a:pt x="15" y="15"/>
                    <a:pt x="15" y="15"/>
                  </a:cubicBezTo>
                  <a:cubicBezTo>
                    <a:pt x="15" y="15"/>
                    <a:pt x="15" y="18"/>
                    <a:pt x="19" y="26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6"/>
                    <a:pt x="6" y="46"/>
                    <a:pt x="7" y="46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33" y="46"/>
                    <a:pt x="45" y="62"/>
                    <a:pt x="45" y="62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7"/>
                    <a:pt x="2" y="98"/>
                    <a:pt x="3" y="99"/>
                  </a:cubicBezTo>
                  <a:cubicBezTo>
                    <a:pt x="9" y="106"/>
                    <a:pt x="9" y="106"/>
                    <a:pt x="9" y="106"/>
                  </a:cubicBezTo>
                  <a:cubicBezTo>
                    <a:pt x="10" y="106"/>
                    <a:pt x="11" y="107"/>
                    <a:pt x="12" y="10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4" y="100"/>
                    <a:pt x="37" y="103"/>
                    <a:pt x="39" y="104"/>
                  </a:cubicBezTo>
                  <a:cubicBezTo>
                    <a:pt x="39" y="105"/>
                    <a:pt x="40" y="105"/>
                    <a:pt x="41" y="105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00"/>
                    <a:pt x="45" y="99"/>
                    <a:pt x="44" y="98"/>
                  </a:cubicBezTo>
                  <a:cubicBezTo>
                    <a:pt x="43" y="97"/>
                    <a:pt x="42" y="96"/>
                    <a:pt x="40" y="94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9" y="93"/>
                    <a:pt x="51" y="96"/>
                    <a:pt x="53" y="97"/>
                  </a:cubicBezTo>
                  <a:cubicBezTo>
                    <a:pt x="53" y="98"/>
                    <a:pt x="54" y="98"/>
                    <a:pt x="55" y="98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59" y="93"/>
                    <a:pt x="59" y="92"/>
                    <a:pt x="58" y="91"/>
                  </a:cubicBezTo>
                  <a:cubicBezTo>
                    <a:pt x="57" y="90"/>
                    <a:pt x="56" y="89"/>
                    <a:pt x="54" y="88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8" y="87"/>
                    <a:pt x="72" y="91"/>
                    <a:pt x="77" y="96"/>
                  </a:cubicBezTo>
                  <a:cubicBezTo>
                    <a:pt x="93" y="112"/>
                    <a:pt x="105" y="105"/>
                    <a:pt x="105" y="105"/>
                  </a:cubicBezTo>
                  <a:cubicBezTo>
                    <a:pt x="105" y="105"/>
                    <a:pt x="112" y="93"/>
                    <a:pt x="96" y="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任意多边形: 形状 314" descr="e9db9ec7-5835-4d9a-b32d-28751d79d80f"/>
            <p:cNvSpPr/>
            <p:nvPr/>
          </p:nvSpPr>
          <p:spPr bwMode="auto">
            <a:xfrm>
              <a:off x="7287418" y="1790700"/>
              <a:ext cx="30163" cy="26988"/>
            </a:xfrm>
            <a:custGeom>
              <a:gdLst>
                <a:gd name="T0" fmla="*/ 0 w 11"/>
                <a:gd name="T1" fmla="*/ 7 h 10"/>
                <a:gd name="T2" fmla="*/ 3 w 11"/>
                <a:gd name="T3" fmla="*/ 7 h 10"/>
                <a:gd name="T4" fmla="*/ 7 w 11"/>
                <a:gd name="T5" fmla="*/ 6 h 10"/>
                <a:gd name="T6" fmla="*/ 6 w 11"/>
                <a:gd name="T7" fmla="*/ 7 h 10"/>
                <a:gd name="T8" fmla="*/ 7 w 11"/>
                <a:gd name="T9" fmla="*/ 3 h 10"/>
                <a:gd name="T10" fmla="*/ 7 w 11"/>
                <a:gd name="T11" fmla="*/ 0 h 10"/>
                <a:gd name="T12" fmla="*/ 11 w 11"/>
                <a:gd name="T13" fmla="*/ 1 h 10"/>
                <a:gd name="T14" fmla="*/ 10 w 11"/>
                <a:gd name="T15" fmla="*/ 5 h 10"/>
                <a:gd name="T16" fmla="*/ 9 w 11"/>
                <a:gd name="T17" fmla="*/ 9 h 10"/>
                <a:gd name="T18" fmla="*/ 9 w 11"/>
                <a:gd name="T19" fmla="*/ 9 h 10"/>
                <a:gd name="T20" fmla="*/ 9 w 11"/>
                <a:gd name="T21" fmla="*/ 9 h 10"/>
                <a:gd name="T22" fmla="*/ 5 w 11"/>
                <a:gd name="T23" fmla="*/ 10 h 10"/>
                <a:gd name="T24" fmla="*/ 1 w 11"/>
                <a:gd name="T25" fmla="*/ 10 h 10"/>
                <a:gd name="T26" fmla="*/ 0 w 11"/>
                <a:gd name="T27" fmla="*/ 7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0">
                  <a:moveTo>
                    <a:pt x="0" y="7"/>
                  </a:moveTo>
                  <a:cubicBezTo>
                    <a:pt x="1" y="7"/>
                    <a:pt x="2" y="7"/>
                    <a:pt x="3" y="7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6"/>
                    <a:pt x="7" y="4"/>
                    <a:pt x="7" y="3"/>
                  </a:cubicBezTo>
                  <a:cubicBezTo>
                    <a:pt x="8" y="2"/>
                    <a:pt x="8" y="1"/>
                    <a:pt x="7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2"/>
                    <a:pt x="11" y="3"/>
                    <a:pt x="10" y="5"/>
                  </a:cubicBezTo>
                  <a:cubicBezTo>
                    <a:pt x="10" y="6"/>
                    <a:pt x="10" y="7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6" y="10"/>
                    <a:pt x="5" y="10"/>
                  </a:cubicBezTo>
                  <a:cubicBezTo>
                    <a:pt x="4" y="10"/>
                    <a:pt x="2" y="10"/>
                    <a:pt x="1" y="1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5B86C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任意多边形: 形状 315" descr="af4024b7-d223-4512-a395-6318cf4a75b9"/>
            <p:cNvSpPr/>
            <p:nvPr/>
          </p:nvSpPr>
          <p:spPr bwMode="auto">
            <a:xfrm>
              <a:off x="5914231" y="2020888"/>
              <a:ext cx="388938" cy="354013"/>
            </a:xfrm>
            <a:custGeom>
              <a:gdLst>
                <a:gd name="T0" fmla="*/ 129 w 143"/>
                <a:gd name="T1" fmla="*/ 15 h 130"/>
                <a:gd name="T2" fmla="*/ 72 w 143"/>
                <a:gd name="T3" fmla="*/ 0 h 130"/>
                <a:gd name="T4" fmla="*/ 14 w 143"/>
                <a:gd name="T5" fmla="*/ 15 h 130"/>
                <a:gd name="T6" fmla="*/ 72 w 143"/>
                <a:gd name="T7" fmla="*/ 130 h 130"/>
                <a:gd name="T8" fmla="*/ 129 w 143"/>
                <a:gd name="T9" fmla="*/ 15 h 13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30">
                  <a:moveTo>
                    <a:pt x="129" y="15"/>
                  </a:moveTo>
                  <a:cubicBezTo>
                    <a:pt x="129" y="15"/>
                    <a:pt x="108" y="0"/>
                    <a:pt x="72" y="0"/>
                  </a:cubicBezTo>
                  <a:cubicBezTo>
                    <a:pt x="36" y="0"/>
                    <a:pt x="14" y="15"/>
                    <a:pt x="14" y="15"/>
                  </a:cubicBezTo>
                  <a:cubicBezTo>
                    <a:pt x="14" y="15"/>
                    <a:pt x="0" y="95"/>
                    <a:pt x="72" y="130"/>
                  </a:cubicBezTo>
                  <a:cubicBezTo>
                    <a:pt x="143" y="95"/>
                    <a:pt x="129" y="15"/>
                    <a:pt x="129" y="15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任意多边形: 形状 316" descr="f7334948-7963-40bf-a7b8-edeefb56855b"/>
            <p:cNvSpPr/>
            <p:nvPr/>
          </p:nvSpPr>
          <p:spPr bwMode="auto">
            <a:xfrm>
              <a:off x="5930106" y="2036763"/>
              <a:ext cx="357188" cy="322263"/>
            </a:xfrm>
            <a:custGeom>
              <a:gdLst>
                <a:gd name="T0" fmla="*/ 118 w 131"/>
                <a:gd name="T1" fmla="*/ 13 h 118"/>
                <a:gd name="T2" fmla="*/ 66 w 131"/>
                <a:gd name="T3" fmla="*/ 0 h 118"/>
                <a:gd name="T4" fmla="*/ 13 w 131"/>
                <a:gd name="T5" fmla="*/ 13 h 118"/>
                <a:gd name="T6" fmla="*/ 66 w 131"/>
                <a:gd name="T7" fmla="*/ 118 h 118"/>
                <a:gd name="T8" fmla="*/ 118 w 131"/>
                <a:gd name="T9" fmla="*/ 13 h 1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18">
                  <a:moveTo>
                    <a:pt x="118" y="13"/>
                  </a:moveTo>
                  <a:cubicBezTo>
                    <a:pt x="118" y="13"/>
                    <a:pt x="99" y="0"/>
                    <a:pt x="66" y="0"/>
                  </a:cubicBezTo>
                  <a:cubicBezTo>
                    <a:pt x="33" y="0"/>
                    <a:pt x="13" y="13"/>
                    <a:pt x="13" y="13"/>
                  </a:cubicBezTo>
                  <a:cubicBezTo>
                    <a:pt x="13" y="13"/>
                    <a:pt x="0" y="87"/>
                    <a:pt x="66" y="118"/>
                  </a:cubicBezTo>
                  <a:cubicBezTo>
                    <a:pt x="131" y="87"/>
                    <a:pt x="118" y="13"/>
                    <a:pt x="118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任意多边形: 形状 317" descr="0baeb8c8-3292-4dc0-8726-32c1fe91697a"/>
            <p:cNvSpPr/>
            <p:nvPr/>
          </p:nvSpPr>
          <p:spPr bwMode="auto">
            <a:xfrm>
              <a:off x="5947568" y="2047875"/>
              <a:ext cx="323850" cy="300038"/>
            </a:xfrm>
            <a:custGeom>
              <a:gdLst>
                <a:gd name="T0" fmla="*/ 108 w 119"/>
                <a:gd name="T1" fmla="*/ 13 h 110"/>
                <a:gd name="T2" fmla="*/ 60 w 119"/>
                <a:gd name="T3" fmla="*/ 0 h 110"/>
                <a:gd name="T4" fmla="*/ 12 w 119"/>
                <a:gd name="T5" fmla="*/ 13 h 110"/>
                <a:gd name="T6" fmla="*/ 60 w 119"/>
                <a:gd name="T7" fmla="*/ 110 h 110"/>
                <a:gd name="T8" fmla="*/ 108 w 119"/>
                <a:gd name="T9" fmla="*/ 13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0">
                  <a:moveTo>
                    <a:pt x="108" y="13"/>
                  </a:moveTo>
                  <a:cubicBezTo>
                    <a:pt x="108" y="13"/>
                    <a:pt x="90" y="0"/>
                    <a:pt x="60" y="0"/>
                  </a:cubicBezTo>
                  <a:cubicBezTo>
                    <a:pt x="29" y="0"/>
                    <a:pt x="12" y="13"/>
                    <a:pt x="12" y="13"/>
                  </a:cubicBezTo>
                  <a:cubicBezTo>
                    <a:pt x="12" y="13"/>
                    <a:pt x="0" y="81"/>
                    <a:pt x="60" y="110"/>
                  </a:cubicBezTo>
                  <a:cubicBezTo>
                    <a:pt x="119" y="81"/>
                    <a:pt x="108" y="13"/>
                    <a:pt x="108" y="13"/>
                  </a:cubicBezTo>
                  <a:close/>
                </a:path>
              </a:pathLst>
            </a:custGeom>
            <a:solidFill>
              <a:srgbClr val="5675B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任意多边形: 形状 318" descr="121c245b-a421-465c-992f-76f53b0d68c5"/>
            <p:cNvSpPr/>
            <p:nvPr/>
          </p:nvSpPr>
          <p:spPr bwMode="auto">
            <a:xfrm>
              <a:off x="6039643" y="2132013"/>
              <a:ext cx="149225" cy="101600"/>
            </a:xfrm>
            <a:custGeom>
              <a:gdLst>
                <a:gd name="T0" fmla="*/ 23 w 55"/>
                <a:gd name="T1" fmla="*/ 37 h 37"/>
                <a:gd name="T2" fmla="*/ 20 w 55"/>
                <a:gd name="T3" fmla="*/ 35 h 37"/>
                <a:gd name="T4" fmla="*/ 2 w 55"/>
                <a:gd name="T5" fmla="*/ 17 h 37"/>
                <a:gd name="T6" fmla="*/ 2 w 55"/>
                <a:gd name="T7" fmla="*/ 11 h 37"/>
                <a:gd name="T8" fmla="*/ 8 w 55"/>
                <a:gd name="T9" fmla="*/ 11 h 37"/>
                <a:gd name="T10" fmla="*/ 23 w 55"/>
                <a:gd name="T11" fmla="*/ 25 h 37"/>
                <a:gd name="T12" fmla="*/ 47 w 55"/>
                <a:gd name="T13" fmla="*/ 2 h 37"/>
                <a:gd name="T14" fmla="*/ 53 w 55"/>
                <a:gd name="T15" fmla="*/ 2 h 37"/>
                <a:gd name="T16" fmla="*/ 53 w 55"/>
                <a:gd name="T17" fmla="*/ 8 h 37"/>
                <a:gd name="T18" fmla="*/ 26 w 55"/>
                <a:gd name="T19" fmla="*/ 35 h 37"/>
                <a:gd name="T20" fmla="*/ 23 w 55"/>
                <a:gd name="T21" fmla="*/ 37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37">
                  <a:moveTo>
                    <a:pt x="23" y="37"/>
                  </a:moveTo>
                  <a:cubicBezTo>
                    <a:pt x="22" y="37"/>
                    <a:pt x="21" y="36"/>
                    <a:pt x="20" y="35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0" y="15"/>
                    <a:pt x="0" y="13"/>
                    <a:pt x="2" y="11"/>
                  </a:cubicBezTo>
                  <a:cubicBezTo>
                    <a:pt x="4" y="9"/>
                    <a:pt x="7" y="9"/>
                    <a:pt x="8" y="11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9" y="0"/>
                    <a:pt x="52" y="0"/>
                    <a:pt x="53" y="2"/>
                  </a:cubicBezTo>
                  <a:cubicBezTo>
                    <a:pt x="55" y="4"/>
                    <a:pt x="55" y="7"/>
                    <a:pt x="53" y="8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6"/>
                    <a:pt x="24" y="37"/>
                    <a:pt x="2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任意多边形: 形状 319" descr="ad411441-72fb-4427-bf00-a5d2f4ec44d8"/>
            <p:cNvSpPr/>
            <p:nvPr/>
          </p:nvSpPr>
          <p:spPr bwMode="auto">
            <a:xfrm>
              <a:off x="7519193" y="3214688"/>
              <a:ext cx="484188" cy="508000"/>
            </a:xfrm>
            <a:custGeom>
              <a:gdLst>
                <a:gd name="T0" fmla="*/ 174 w 178"/>
                <a:gd name="T1" fmla="*/ 56 h 187"/>
                <a:gd name="T2" fmla="*/ 125 w 178"/>
                <a:gd name="T3" fmla="*/ 86 h 187"/>
                <a:gd name="T4" fmla="*/ 129 w 178"/>
                <a:gd name="T5" fmla="*/ 0 h 187"/>
                <a:gd name="T6" fmla="*/ 47 w 178"/>
                <a:gd name="T7" fmla="*/ 75 h 187"/>
                <a:gd name="T8" fmla="*/ 26 w 178"/>
                <a:gd name="T9" fmla="*/ 38 h 187"/>
                <a:gd name="T10" fmla="*/ 64 w 178"/>
                <a:gd name="T11" fmla="*/ 161 h 187"/>
                <a:gd name="T12" fmla="*/ 174 w 178"/>
                <a:gd name="T13" fmla="*/ 56 h 18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87">
                  <a:moveTo>
                    <a:pt x="174" y="56"/>
                  </a:moveTo>
                  <a:cubicBezTo>
                    <a:pt x="160" y="74"/>
                    <a:pt x="140" y="82"/>
                    <a:pt x="125" y="86"/>
                  </a:cubicBezTo>
                  <a:cubicBezTo>
                    <a:pt x="121" y="62"/>
                    <a:pt x="105" y="38"/>
                    <a:pt x="129" y="0"/>
                  </a:cubicBezTo>
                  <a:cubicBezTo>
                    <a:pt x="85" y="13"/>
                    <a:pt x="62" y="44"/>
                    <a:pt x="47" y="75"/>
                  </a:cubicBezTo>
                  <a:cubicBezTo>
                    <a:pt x="38" y="61"/>
                    <a:pt x="28" y="57"/>
                    <a:pt x="26" y="38"/>
                  </a:cubicBezTo>
                  <a:cubicBezTo>
                    <a:pt x="7" y="73"/>
                    <a:pt x="0" y="139"/>
                    <a:pt x="64" y="161"/>
                  </a:cubicBezTo>
                  <a:cubicBezTo>
                    <a:pt x="141" y="187"/>
                    <a:pt x="178" y="109"/>
                    <a:pt x="174" y="56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任意多边形: 形状 320" descr="bc7c2b6c-e9e4-4e99-9d5d-38f4f168a158"/>
            <p:cNvSpPr/>
            <p:nvPr/>
          </p:nvSpPr>
          <p:spPr bwMode="auto">
            <a:xfrm>
              <a:off x="7554118" y="3290888"/>
              <a:ext cx="419100" cy="411163"/>
            </a:xfrm>
            <a:custGeom>
              <a:gdLst>
                <a:gd name="T0" fmla="*/ 152 w 154"/>
                <a:gd name="T1" fmla="*/ 50 h 151"/>
                <a:gd name="T2" fmla="*/ 100 w 154"/>
                <a:gd name="T3" fmla="*/ 72 h 151"/>
                <a:gd name="T4" fmla="*/ 86 w 154"/>
                <a:gd name="T5" fmla="*/ 0 h 151"/>
                <a:gd name="T6" fmla="*/ 40 w 154"/>
                <a:gd name="T7" fmla="*/ 69 h 151"/>
                <a:gd name="T8" fmla="*/ 12 w 154"/>
                <a:gd name="T9" fmla="*/ 39 h 151"/>
                <a:gd name="T10" fmla="*/ 52 w 154"/>
                <a:gd name="T11" fmla="*/ 128 h 151"/>
                <a:gd name="T12" fmla="*/ 152 w 154"/>
                <a:gd name="T13" fmla="*/ 50 h 1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151">
                  <a:moveTo>
                    <a:pt x="152" y="50"/>
                  </a:moveTo>
                  <a:cubicBezTo>
                    <a:pt x="136" y="68"/>
                    <a:pt x="111" y="68"/>
                    <a:pt x="100" y="72"/>
                  </a:cubicBezTo>
                  <a:cubicBezTo>
                    <a:pt x="97" y="54"/>
                    <a:pt x="74" y="30"/>
                    <a:pt x="86" y="0"/>
                  </a:cubicBezTo>
                  <a:cubicBezTo>
                    <a:pt x="57" y="13"/>
                    <a:pt x="51" y="47"/>
                    <a:pt x="40" y="69"/>
                  </a:cubicBezTo>
                  <a:cubicBezTo>
                    <a:pt x="34" y="64"/>
                    <a:pt x="15" y="50"/>
                    <a:pt x="12" y="39"/>
                  </a:cubicBezTo>
                  <a:cubicBezTo>
                    <a:pt x="0" y="61"/>
                    <a:pt x="3" y="111"/>
                    <a:pt x="52" y="128"/>
                  </a:cubicBezTo>
                  <a:cubicBezTo>
                    <a:pt x="121" y="151"/>
                    <a:pt x="154" y="85"/>
                    <a:pt x="152" y="5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2" name="任意多边形: 形状 321" descr="2467bc65-b7e8-4fdf-aa46-b507b814300c"/>
            <p:cNvSpPr/>
            <p:nvPr/>
          </p:nvSpPr>
          <p:spPr bwMode="auto">
            <a:xfrm>
              <a:off x="7576343" y="3375025"/>
              <a:ext cx="344488" cy="300038"/>
            </a:xfrm>
            <a:custGeom>
              <a:gdLst>
                <a:gd name="T0" fmla="*/ 127 w 127"/>
                <a:gd name="T1" fmla="*/ 44 h 110"/>
                <a:gd name="T2" fmla="*/ 79 w 127"/>
                <a:gd name="T3" fmla="*/ 56 h 110"/>
                <a:gd name="T4" fmla="*/ 62 w 127"/>
                <a:gd name="T5" fmla="*/ 0 h 110"/>
                <a:gd name="T6" fmla="*/ 34 w 127"/>
                <a:gd name="T7" fmla="*/ 50 h 110"/>
                <a:gd name="T8" fmla="*/ 8 w 127"/>
                <a:gd name="T9" fmla="*/ 28 h 110"/>
                <a:gd name="T10" fmla="*/ 47 w 127"/>
                <a:gd name="T11" fmla="*/ 93 h 110"/>
                <a:gd name="T12" fmla="*/ 127 w 127"/>
                <a:gd name="T13" fmla="*/ 44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110">
                  <a:moveTo>
                    <a:pt x="127" y="44"/>
                  </a:moveTo>
                  <a:cubicBezTo>
                    <a:pt x="120" y="53"/>
                    <a:pt x="86" y="54"/>
                    <a:pt x="79" y="56"/>
                  </a:cubicBezTo>
                  <a:cubicBezTo>
                    <a:pt x="77" y="44"/>
                    <a:pt x="55" y="21"/>
                    <a:pt x="62" y="0"/>
                  </a:cubicBezTo>
                  <a:cubicBezTo>
                    <a:pt x="45" y="14"/>
                    <a:pt x="41" y="34"/>
                    <a:pt x="34" y="50"/>
                  </a:cubicBezTo>
                  <a:cubicBezTo>
                    <a:pt x="29" y="46"/>
                    <a:pt x="12" y="38"/>
                    <a:pt x="8" y="28"/>
                  </a:cubicBezTo>
                  <a:cubicBezTo>
                    <a:pt x="0" y="44"/>
                    <a:pt x="7" y="79"/>
                    <a:pt x="47" y="93"/>
                  </a:cubicBezTo>
                  <a:cubicBezTo>
                    <a:pt x="95" y="110"/>
                    <a:pt x="123" y="71"/>
                    <a:pt x="127" y="44"/>
                  </a:cubicBezTo>
                  <a:close/>
                </a:path>
              </a:pathLst>
            </a:custGeom>
            <a:solidFill>
              <a:srgbClr val="F6D07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3" name="任意多边形: 形状 322" descr="8e8f940f-0e3e-47ee-ac4e-a857f6117dc6"/>
            <p:cNvSpPr/>
            <p:nvPr/>
          </p:nvSpPr>
          <p:spPr bwMode="auto">
            <a:xfrm>
              <a:off x="7843043" y="3249613"/>
              <a:ext cx="115888" cy="179388"/>
            </a:xfrm>
            <a:custGeom>
              <a:gdLst>
                <a:gd name="T0" fmla="*/ 33 w 43"/>
                <a:gd name="T1" fmla="*/ 0 h 66"/>
                <a:gd name="T2" fmla="*/ 3 w 43"/>
                <a:gd name="T3" fmla="*/ 31 h 66"/>
                <a:gd name="T4" fmla="*/ 9 w 43"/>
                <a:gd name="T5" fmla="*/ 66 h 66"/>
                <a:gd name="T6" fmla="*/ 35 w 43"/>
                <a:gd name="T7" fmla="*/ 54 h 66"/>
                <a:gd name="T8" fmla="*/ 33 w 43"/>
                <a:gd name="T9" fmla="*/ 0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66">
                  <a:moveTo>
                    <a:pt x="33" y="0"/>
                  </a:moveTo>
                  <a:cubicBezTo>
                    <a:pt x="27" y="17"/>
                    <a:pt x="5" y="30"/>
                    <a:pt x="3" y="31"/>
                  </a:cubicBezTo>
                  <a:cubicBezTo>
                    <a:pt x="0" y="37"/>
                    <a:pt x="11" y="63"/>
                    <a:pt x="9" y="66"/>
                  </a:cubicBezTo>
                  <a:cubicBezTo>
                    <a:pt x="20" y="65"/>
                    <a:pt x="35" y="54"/>
                    <a:pt x="35" y="54"/>
                  </a:cubicBezTo>
                  <a:cubicBezTo>
                    <a:pt x="35" y="54"/>
                    <a:pt x="43" y="25"/>
                    <a:pt x="33" y="0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任意多边形: 形状 323" descr="9ee13fbb-dcb6-433a-ae33-1e120316fae3"/>
            <p:cNvSpPr/>
            <p:nvPr/>
          </p:nvSpPr>
          <p:spPr bwMode="auto">
            <a:xfrm>
              <a:off x="7858918" y="3279775"/>
              <a:ext cx="95250" cy="139700"/>
            </a:xfrm>
            <a:custGeom>
              <a:gdLst>
                <a:gd name="T0" fmla="*/ 27 w 35"/>
                <a:gd name="T1" fmla="*/ 0 h 51"/>
                <a:gd name="T2" fmla="*/ 2 w 35"/>
                <a:gd name="T3" fmla="*/ 24 h 51"/>
                <a:gd name="T4" fmla="*/ 7 w 35"/>
                <a:gd name="T5" fmla="*/ 51 h 51"/>
                <a:gd name="T6" fmla="*/ 27 w 35"/>
                <a:gd name="T7" fmla="*/ 41 h 51"/>
                <a:gd name="T8" fmla="*/ 27 w 35"/>
                <a:gd name="T9" fmla="*/ 0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1">
                  <a:moveTo>
                    <a:pt x="27" y="0"/>
                  </a:moveTo>
                  <a:cubicBezTo>
                    <a:pt x="23" y="12"/>
                    <a:pt x="4" y="23"/>
                    <a:pt x="2" y="24"/>
                  </a:cubicBezTo>
                  <a:cubicBezTo>
                    <a:pt x="0" y="28"/>
                    <a:pt x="8" y="48"/>
                    <a:pt x="7" y="51"/>
                  </a:cubicBezTo>
                  <a:cubicBezTo>
                    <a:pt x="15" y="50"/>
                    <a:pt x="27" y="41"/>
                    <a:pt x="27" y="41"/>
                  </a:cubicBezTo>
                  <a:cubicBezTo>
                    <a:pt x="27" y="41"/>
                    <a:pt x="35" y="19"/>
                    <a:pt x="27" y="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任意多边形: 形状 324" descr="23b0eb50-dd4b-47c3-ac52-27a2511e5561"/>
            <p:cNvSpPr/>
            <p:nvPr/>
          </p:nvSpPr>
          <p:spPr bwMode="auto">
            <a:xfrm>
              <a:off x="7873206" y="3324225"/>
              <a:ext cx="65088" cy="85725"/>
            </a:xfrm>
            <a:custGeom>
              <a:gdLst>
                <a:gd name="T0" fmla="*/ 19 w 24"/>
                <a:gd name="T1" fmla="*/ 0 h 32"/>
                <a:gd name="T2" fmla="*/ 2 w 24"/>
                <a:gd name="T3" fmla="*/ 15 h 32"/>
                <a:gd name="T4" fmla="*/ 5 w 24"/>
                <a:gd name="T5" fmla="*/ 32 h 32"/>
                <a:gd name="T6" fmla="*/ 16 w 24"/>
                <a:gd name="T7" fmla="*/ 27 h 32"/>
                <a:gd name="T8" fmla="*/ 19 w 24"/>
                <a:gd name="T9" fmla="*/ 0 h 3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2">
                  <a:moveTo>
                    <a:pt x="19" y="0"/>
                  </a:moveTo>
                  <a:cubicBezTo>
                    <a:pt x="16" y="8"/>
                    <a:pt x="3" y="15"/>
                    <a:pt x="2" y="15"/>
                  </a:cubicBezTo>
                  <a:cubicBezTo>
                    <a:pt x="0" y="18"/>
                    <a:pt x="5" y="30"/>
                    <a:pt x="5" y="32"/>
                  </a:cubicBezTo>
                  <a:cubicBezTo>
                    <a:pt x="10" y="32"/>
                    <a:pt x="16" y="27"/>
                    <a:pt x="16" y="27"/>
                  </a:cubicBezTo>
                  <a:cubicBezTo>
                    <a:pt x="16" y="27"/>
                    <a:pt x="24" y="12"/>
                    <a:pt x="19" y="0"/>
                  </a:cubicBez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任意多边形: 形状 325" descr="a2848cea-4e98-4882-949a-0f269e35c1f9"/>
            <p:cNvSpPr/>
            <p:nvPr/>
          </p:nvSpPr>
          <p:spPr bwMode="auto">
            <a:xfrm>
              <a:off x="7611268" y="3236913"/>
              <a:ext cx="79375" cy="160338"/>
            </a:xfrm>
            <a:custGeom>
              <a:gdLst>
                <a:gd name="T0" fmla="*/ 29 w 29"/>
                <a:gd name="T1" fmla="*/ 0 h 59"/>
                <a:gd name="T2" fmla="*/ 29 w 29"/>
                <a:gd name="T3" fmla="*/ 34 h 59"/>
                <a:gd name="T4" fmla="*/ 11 w 29"/>
                <a:gd name="T5" fmla="*/ 59 h 59"/>
                <a:gd name="T6" fmla="*/ 0 w 29"/>
                <a:gd name="T7" fmla="*/ 43 h 59"/>
                <a:gd name="T8" fmla="*/ 29 w 29"/>
                <a:gd name="T9" fmla="*/ 0 h 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59">
                  <a:moveTo>
                    <a:pt x="29" y="0"/>
                  </a:moveTo>
                  <a:cubicBezTo>
                    <a:pt x="25" y="19"/>
                    <a:pt x="29" y="34"/>
                    <a:pt x="29" y="34"/>
                  </a:cubicBezTo>
                  <a:cubicBezTo>
                    <a:pt x="29" y="34"/>
                    <a:pt x="16" y="48"/>
                    <a:pt x="11" y="59"/>
                  </a:cubicBezTo>
                  <a:cubicBezTo>
                    <a:pt x="9" y="54"/>
                    <a:pt x="1" y="49"/>
                    <a:pt x="0" y="43"/>
                  </a:cubicBezTo>
                  <a:cubicBezTo>
                    <a:pt x="1" y="30"/>
                    <a:pt x="19" y="7"/>
                    <a:pt x="29" y="0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任意多边形: 形状 326" descr="e785a6b7-0c00-47c5-a458-04b2a8b16415"/>
            <p:cNvSpPr/>
            <p:nvPr/>
          </p:nvSpPr>
          <p:spPr bwMode="auto">
            <a:xfrm>
              <a:off x="7619206" y="3260725"/>
              <a:ext cx="57150" cy="125413"/>
            </a:xfrm>
            <a:custGeom>
              <a:gdLst>
                <a:gd name="T0" fmla="*/ 20 w 21"/>
                <a:gd name="T1" fmla="*/ 0 h 46"/>
                <a:gd name="T2" fmla="*/ 21 w 21"/>
                <a:gd name="T3" fmla="*/ 27 h 46"/>
                <a:gd name="T4" fmla="*/ 7 w 21"/>
                <a:gd name="T5" fmla="*/ 46 h 46"/>
                <a:gd name="T6" fmla="*/ 0 w 21"/>
                <a:gd name="T7" fmla="*/ 35 h 46"/>
                <a:gd name="T8" fmla="*/ 20 w 21"/>
                <a:gd name="T9" fmla="*/ 0 h 4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46">
                  <a:moveTo>
                    <a:pt x="20" y="0"/>
                  </a:moveTo>
                  <a:cubicBezTo>
                    <a:pt x="17" y="14"/>
                    <a:pt x="21" y="27"/>
                    <a:pt x="21" y="27"/>
                  </a:cubicBezTo>
                  <a:cubicBezTo>
                    <a:pt x="21" y="27"/>
                    <a:pt x="11" y="38"/>
                    <a:pt x="7" y="46"/>
                  </a:cubicBezTo>
                  <a:cubicBezTo>
                    <a:pt x="6" y="42"/>
                    <a:pt x="1" y="40"/>
                    <a:pt x="0" y="35"/>
                  </a:cubicBezTo>
                  <a:cubicBezTo>
                    <a:pt x="1" y="25"/>
                    <a:pt x="12" y="5"/>
                    <a:pt x="20" y="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任意多边形: 形状 327" descr="6ff73f5b-a619-435c-a5f4-8cf6ec12fb85"/>
            <p:cNvSpPr/>
            <p:nvPr/>
          </p:nvSpPr>
          <p:spPr bwMode="auto">
            <a:xfrm>
              <a:off x="7627143" y="3302000"/>
              <a:ext cx="33338" cy="73025"/>
            </a:xfrm>
            <a:custGeom>
              <a:gdLst>
                <a:gd name="T0" fmla="*/ 11 w 12"/>
                <a:gd name="T1" fmla="*/ 0 h 27"/>
                <a:gd name="T2" fmla="*/ 12 w 12"/>
                <a:gd name="T3" fmla="*/ 16 h 27"/>
                <a:gd name="T4" fmla="*/ 4 w 12"/>
                <a:gd name="T5" fmla="*/ 27 h 27"/>
                <a:gd name="T6" fmla="*/ 0 w 12"/>
                <a:gd name="T7" fmla="*/ 22 h 27"/>
                <a:gd name="T8" fmla="*/ 11 w 12"/>
                <a:gd name="T9" fmla="*/ 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7">
                  <a:moveTo>
                    <a:pt x="11" y="0"/>
                  </a:moveTo>
                  <a:cubicBezTo>
                    <a:pt x="9" y="8"/>
                    <a:pt x="12" y="16"/>
                    <a:pt x="12" y="16"/>
                  </a:cubicBezTo>
                  <a:cubicBezTo>
                    <a:pt x="12" y="16"/>
                    <a:pt x="6" y="22"/>
                    <a:pt x="4" y="27"/>
                  </a:cubicBezTo>
                  <a:cubicBezTo>
                    <a:pt x="3" y="25"/>
                    <a:pt x="1" y="25"/>
                    <a:pt x="0" y="22"/>
                  </a:cubicBezTo>
                  <a:cubicBezTo>
                    <a:pt x="1" y="16"/>
                    <a:pt x="6" y="3"/>
                    <a:pt x="11" y="0"/>
                  </a:cubicBez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标题 1" descr="cfef16b2-381f-41cb-89fb-bd2e87181cea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0400" y="1727200"/>
            <a:ext cx="6035160" cy="175979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 descr="85bdc26f-60ce-4e4b-b9c4-9c8fad5115b8"/>
          <p:cNvSpPr>
            <a:spLocks noGrp="1"/>
          </p:cNvSpPr>
          <p:nvPr>
            <p:ph type="body" idx="1" hasCustomPrompt="1"/>
          </p:nvPr>
        </p:nvSpPr>
        <p:spPr>
          <a:xfrm flipV="false" flipH="false">
            <a:off x="660400" y="3492500"/>
            <a:ext cx="6035160" cy="196786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 descr="20a701d1-49cc-4aab-8ded-1f7a98e79d6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f716c383-c8a3-48b2-b66f-3341db2d8f7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0835cfb1-300b-4303-9750-576c1c41867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f4b99ff2-2618-4fba-b5a2-13ad3b238acc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0577ef8a-8648-4843-b268-ba1739a0fa7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37f1bec3-3f03-488a-8c06-b2c220c4711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628b064f-28c8-4b29-a678-c06e16dbd2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 descr="cf307dd2-3e0c-45f7-8810-8d3e4b2d2be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60da5a70-3c4f-4eb0-8fa5-0ec631ed7bf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dc855806-5a36-4244-822b-1e66e3f229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组合 2" descr="a23f8675-f806-4e6d-beae-9dbf5ff01ec9"/>
          <p:cNvGrpSpPr/>
          <p:nvPr/>
        </p:nvGrpSpPr>
        <p:grpSpPr>
          <a:xfrm>
            <a:off x="660400" y="2044418"/>
            <a:ext cx="5122798" cy="3266722"/>
            <a:chOff x="4182268" y="1357312"/>
            <a:chExt cx="3821113" cy="2555877"/>
          </a:xfrm>
        </p:grpSpPr>
        <p:sp>
          <p:nvSpPr>
            <p:cNvPr id="6" name="椭圆 5" descr="0a4ce146-ed3b-4ee7-9fe9-8eac5244892c"/>
            <p:cNvSpPr>
              <a:spLocks noChangeArrowheads="1"/>
            </p:cNvSpPr>
            <p:nvPr/>
          </p:nvSpPr>
          <p:spPr bwMode="auto">
            <a:xfrm>
              <a:off x="4509293" y="3679826"/>
              <a:ext cx="3232150" cy="23336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任意多边形: 形状 6" descr="d255458f-834f-4cc0-876d-1938702abdd7"/>
            <p:cNvSpPr/>
            <p:nvPr/>
          </p:nvSpPr>
          <p:spPr bwMode="auto">
            <a:xfrm>
              <a:off x="6661943" y="3721101"/>
              <a:ext cx="122238" cy="42863"/>
            </a:xfrm>
            <a:custGeom>
              <a:gdLst>
                <a:gd name="T0" fmla="*/ 16 w 45"/>
                <a:gd name="T1" fmla="*/ 0 h 16"/>
                <a:gd name="T2" fmla="*/ 44 w 45"/>
                <a:gd name="T3" fmla="*/ 11 h 16"/>
                <a:gd name="T4" fmla="*/ 44 w 45"/>
                <a:gd name="T5" fmla="*/ 16 h 16"/>
                <a:gd name="T6" fmla="*/ 0 w 45"/>
                <a:gd name="T7" fmla="*/ 16 h 16"/>
                <a:gd name="T8" fmla="*/ 0 w 45"/>
                <a:gd name="T9" fmla="*/ 0 h 16"/>
                <a:gd name="T10" fmla="*/ 16 w 45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16">
                  <a:moveTo>
                    <a:pt x="16" y="0"/>
                  </a:moveTo>
                  <a:cubicBezTo>
                    <a:pt x="16" y="0"/>
                    <a:pt x="43" y="10"/>
                    <a:pt x="44" y="11"/>
                  </a:cubicBezTo>
                  <a:cubicBezTo>
                    <a:pt x="45" y="12"/>
                    <a:pt x="44" y="16"/>
                    <a:pt x="4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任意多边形: 形状 7" descr="576fa164-ed4f-4ec7-9159-f16310375ef3"/>
            <p:cNvSpPr/>
            <p:nvPr/>
          </p:nvSpPr>
          <p:spPr bwMode="auto">
            <a:xfrm>
              <a:off x="6542881" y="3721101"/>
              <a:ext cx="119063" cy="42863"/>
            </a:xfrm>
            <a:custGeom>
              <a:gdLst>
                <a:gd name="T0" fmla="*/ 29 w 44"/>
                <a:gd name="T1" fmla="*/ 0 h 16"/>
                <a:gd name="T2" fmla="*/ 1 w 44"/>
                <a:gd name="T3" fmla="*/ 11 h 16"/>
                <a:gd name="T4" fmla="*/ 1 w 44"/>
                <a:gd name="T5" fmla="*/ 16 h 16"/>
                <a:gd name="T6" fmla="*/ 44 w 44"/>
                <a:gd name="T7" fmla="*/ 16 h 16"/>
                <a:gd name="T8" fmla="*/ 44 w 44"/>
                <a:gd name="T9" fmla="*/ 0 h 16"/>
                <a:gd name="T10" fmla="*/ 29 w 44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16">
                  <a:moveTo>
                    <a:pt x="29" y="0"/>
                  </a:moveTo>
                  <a:cubicBezTo>
                    <a:pt x="29" y="0"/>
                    <a:pt x="2" y="10"/>
                    <a:pt x="1" y="11"/>
                  </a:cubicBezTo>
                  <a:cubicBezTo>
                    <a:pt x="0" y="12"/>
                    <a:pt x="1" y="16"/>
                    <a:pt x="1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任意多边形: 形状 8" descr="d09be42a-4cab-4c78-9032-39a65c7be343"/>
            <p:cNvSpPr/>
            <p:nvPr/>
          </p:nvSpPr>
          <p:spPr bwMode="auto">
            <a:xfrm>
              <a:off x="6566693" y="3078163"/>
              <a:ext cx="196850" cy="642938"/>
            </a:xfrm>
            <a:custGeom>
              <a:gdLst>
                <a:gd name="T0" fmla="*/ 7 w 124"/>
                <a:gd name="T1" fmla="*/ 84 h 405"/>
                <a:gd name="T2" fmla="*/ 35 w 124"/>
                <a:gd name="T3" fmla="*/ 405 h 405"/>
                <a:gd name="T4" fmla="*/ 60 w 124"/>
                <a:gd name="T5" fmla="*/ 405 h 405"/>
                <a:gd name="T6" fmla="*/ 88 w 124"/>
                <a:gd name="T7" fmla="*/ 405 h 405"/>
                <a:gd name="T8" fmla="*/ 117 w 124"/>
                <a:gd name="T9" fmla="*/ 86 h 405"/>
                <a:gd name="T10" fmla="*/ 124 w 124"/>
                <a:gd name="T11" fmla="*/ 0 h 405"/>
                <a:gd name="T12" fmla="*/ 0 w 124"/>
                <a:gd name="T13" fmla="*/ 0 h 405"/>
                <a:gd name="T14" fmla="*/ 7 w 124"/>
                <a:gd name="T15" fmla="*/ 84 h 4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4" h="405">
                  <a:moveTo>
                    <a:pt x="7" y="84"/>
                  </a:moveTo>
                  <a:lnTo>
                    <a:pt x="35" y="405"/>
                  </a:lnTo>
                  <a:lnTo>
                    <a:pt x="60" y="405"/>
                  </a:lnTo>
                  <a:lnTo>
                    <a:pt x="88" y="405"/>
                  </a:lnTo>
                  <a:lnTo>
                    <a:pt x="117" y="86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7" y="84"/>
                  </a:ln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任意多边形: 形状 9" descr="05676f03-9ea9-4f35-84e1-a3dcffe1fe4d"/>
            <p:cNvSpPr/>
            <p:nvPr/>
          </p:nvSpPr>
          <p:spPr bwMode="auto">
            <a:xfrm>
              <a:off x="6509543" y="3078163"/>
              <a:ext cx="320675" cy="414338"/>
            </a:xfrm>
            <a:custGeom>
              <a:gdLst>
                <a:gd name="T0" fmla="*/ 12 w 202"/>
                <a:gd name="T1" fmla="*/ 74 h 261"/>
                <a:gd name="T2" fmla="*/ 0 w 202"/>
                <a:gd name="T3" fmla="*/ 261 h 261"/>
                <a:gd name="T4" fmla="*/ 202 w 202"/>
                <a:gd name="T5" fmla="*/ 261 h 261"/>
                <a:gd name="T6" fmla="*/ 185 w 202"/>
                <a:gd name="T7" fmla="*/ 72 h 261"/>
                <a:gd name="T8" fmla="*/ 160 w 202"/>
                <a:gd name="T9" fmla="*/ 0 h 261"/>
                <a:gd name="T10" fmla="*/ 36 w 202"/>
                <a:gd name="T11" fmla="*/ 0 h 261"/>
                <a:gd name="T12" fmla="*/ 12 w 202"/>
                <a:gd name="T13" fmla="*/ 74 h 2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261">
                  <a:moveTo>
                    <a:pt x="12" y="74"/>
                  </a:moveTo>
                  <a:lnTo>
                    <a:pt x="0" y="261"/>
                  </a:lnTo>
                  <a:lnTo>
                    <a:pt x="202" y="261"/>
                  </a:lnTo>
                  <a:lnTo>
                    <a:pt x="185" y="72"/>
                  </a:lnTo>
                  <a:lnTo>
                    <a:pt x="160" y="0"/>
                  </a:lnTo>
                  <a:lnTo>
                    <a:pt x="36" y="0"/>
                  </a:lnTo>
                  <a:lnTo>
                    <a:pt x="12" y="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矩形 10" descr="0b70db19-d78d-480e-aa7f-4b6c9c22965d"/>
            <p:cNvSpPr>
              <a:spLocks noChangeArrowheads="1"/>
            </p:cNvSpPr>
            <p:nvPr/>
          </p:nvSpPr>
          <p:spPr bwMode="auto">
            <a:xfrm>
              <a:off x="6634956" y="2689226"/>
              <a:ext cx="57150" cy="82550"/>
            </a:xfrm>
            <a:prstGeom prst="rect">
              <a:avLst/>
            </a:pr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任意多边形: 形状 11" descr="4cb9e1fe-a13e-4bb6-9dbd-4ddc65155674"/>
            <p:cNvSpPr/>
            <p:nvPr/>
          </p:nvSpPr>
          <p:spPr bwMode="auto">
            <a:xfrm>
              <a:off x="6474618" y="2935288"/>
              <a:ext cx="79375" cy="293688"/>
            </a:xfrm>
            <a:custGeom>
              <a:gdLst>
                <a:gd name="T0" fmla="*/ 18 w 29"/>
                <a:gd name="T1" fmla="*/ 93 h 108"/>
                <a:gd name="T2" fmla="*/ 20 w 29"/>
                <a:gd name="T3" fmla="*/ 90 h 108"/>
                <a:gd name="T4" fmla="*/ 16 w 29"/>
                <a:gd name="T5" fmla="*/ 83 h 108"/>
                <a:gd name="T6" fmla="*/ 20 w 29"/>
                <a:gd name="T7" fmla="*/ 24 h 108"/>
                <a:gd name="T8" fmla="*/ 29 w 29"/>
                <a:gd name="T9" fmla="*/ 0 h 108"/>
                <a:gd name="T10" fmla="*/ 8 w 29"/>
                <a:gd name="T11" fmla="*/ 1 h 108"/>
                <a:gd name="T12" fmla="*/ 5 w 29"/>
                <a:gd name="T13" fmla="*/ 25 h 108"/>
                <a:gd name="T14" fmla="*/ 5 w 29"/>
                <a:gd name="T15" fmla="*/ 83 h 108"/>
                <a:gd name="T16" fmla="*/ 1 w 29"/>
                <a:gd name="T17" fmla="*/ 98 h 108"/>
                <a:gd name="T18" fmla="*/ 11 w 29"/>
                <a:gd name="T19" fmla="*/ 108 h 108"/>
                <a:gd name="T20" fmla="*/ 21 w 29"/>
                <a:gd name="T21" fmla="*/ 99 h 108"/>
                <a:gd name="T22" fmla="*/ 18 w 29"/>
                <a:gd name="T23" fmla="*/ 93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108">
                  <a:moveTo>
                    <a:pt x="18" y="93"/>
                  </a:moveTo>
                  <a:cubicBezTo>
                    <a:pt x="18" y="93"/>
                    <a:pt x="19" y="92"/>
                    <a:pt x="20" y="90"/>
                  </a:cubicBezTo>
                  <a:cubicBezTo>
                    <a:pt x="20" y="87"/>
                    <a:pt x="16" y="83"/>
                    <a:pt x="16" y="83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4" y="89"/>
                    <a:pt x="0" y="95"/>
                    <a:pt x="1" y="98"/>
                  </a:cubicBezTo>
                  <a:cubicBezTo>
                    <a:pt x="3" y="101"/>
                    <a:pt x="8" y="108"/>
                    <a:pt x="11" y="108"/>
                  </a:cubicBezTo>
                  <a:cubicBezTo>
                    <a:pt x="15" y="106"/>
                    <a:pt x="20" y="104"/>
                    <a:pt x="21" y="99"/>
                  </a:cubicBezTo>
                  <a:cubicBezTo>
                    <a:pt x="21" y="96"/>
                    <a:pt x="18" y="93"/>
                    <a:pt x="18" y="93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任意多边形: 形状 12" descr="8cd43f0b-636b-4bc9-bcc2-f8acc48526dd"/>
            <p:cNvSpPr/>
            <p:nvPr/>
          </p:nvSpPr>
          <p:spPr bwMode="auto">
            <a:xfrm>
              <a:off x="6496843" y="2935288"/>
              <a:ext cx="57150" cy="26988"/>
            </a:xfrm>
            <a:custGeom>
              <a:gdLst>
                <a:gd name="T0" fmla="*/ 29 w 36"/>
                <a:gd name="T1" fmla="*/ 17 h 17"/>
                <a:gd name="T2" fmla="*/ 36 w 36"/>
                <a:gd name="T3" fmla="*/ 0 h 17"/>
                <a:gd name="T4" fmla="*/ 0 w 36"/>
                <a:gd name="T5" fmla="*/ 1 h 17"/>
                <a:gd name="T6" fmla="*/ 0 w 36"/>
                <a:gd name="T7" fmla="*/ 7 h 17"/>
                <a:gd name="T8" fmla="*/ 29 w 36"/>
                <a:gd name="T9" fmla="*/ 17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7">
                  <a:moveTo>
                    <a:pt x="29" y="17"/>
                  </a:moveTo>
                  <a:lnTo>
                    <a:pt x="36" y="0"/>
                  </a:lnTo>
                  <a:lnTo>
                    <a:pt x="0" y="1"/>
                  </a:lnTo>
                  <a:lnTo>
                    <a:pt x="0" y="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任意多边形: 形状 13" descr="f57ab40f-0c36-4b17-abac-cee3e0f5706b"/>
            <p:cNvSpPr/>
            <p:nvPr/>
          </p:nvSpPr>
          <p:spPr bwMode="auto">
            <a:xfrm>
              <a:off x="6493668" y="2757488"/>
              <a:ext cx="90488" cy="196850"/>
            </a:xfrm>
            <a:custGeom>
              <a:gdLst>
                <a:gd name="T0" fmla="*/ 23 w 33"/>
                <a:gd name="T1" fmla="*/ 0 h 72"/>
                <a:gd name="T2" fmla="*/ 0 w 33"/>
                <a:gd name="T3" fmla="*/ 67 h 72"/>
                <a:gd name="T4" fmla="*/ 21 w 33"/>
                <a:gd name="T5" fmla="*/ 72 h 72"/>
                <a:gd name="T6" fmla="*/ 33 w 33"/>
                <a:gd name="T7" fmla="*/ 34 h 72"/>
                <a:gd name="T8" fmla="*/ 23 w 33"/>
                <a:gd name="T9" fmla="*/ 0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2">
                  <a:moveTo>
                    <a:pt x="23" y="0"/>
                  </a:moveTo>
                  <a:cubicBezTo>
                    <a:pt x="14" y="0"/>
                    <a:pt x="0" y="67"/>
                    <a:pt x="0" y="67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4"/>
                    <a:pt x="30" y="0"/>
                    <a:pt x="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任意多边形: 形状 14" descr="c648423e-2326-4455-b35e-0179228c3ba4"/>
            <p:cNvSpPr/>
            <p:nvPr/>
          </p:nvSpPr>
          <p:spPr bwMode="auto">
            <a:xfrm>
              <a:off x="6779418" y="2935288"/>
              <a:ext cx="73025" cy="293688"/>
            </a:xfrm>
            <a:custGeom>
              <a:gdLst>
                <a:gd name="T0" fmla="*/ 9 w 27"/>
                <a:gd name="T1" fmla="*/ 93 h 108"/>
                <a:gd name="T2" fmla="*/ 7 w 27"/>
                <a:gd name="T3" fmla="*/ 90 h 108"/>
                <a:gd name="T4" fmla="*/ 11 w 27"/>
                <a:gd name="T5" fmla="*/ 83 h 108"/>
                <a:gd name="T6" fmla="*/ 12 w 27"/>
                <a:gd name="T7" fmla="*/ 83 h 108"/>
                <a:gd name="T8" fmla="*/ 6 w 27"/>
                <a:gd name="T9" fmla="*/ 22 h 108"/>
                <a:gd name="T10" fmla="*/ 0 w 27"/>
                <a:gd name="T11" fmla="*/ 3 h 108"/>
                <a:gd name="T12" fmla="*/ 18 w 27"/>
                <a:gd name="T13" fmla="*/ 0 h 108"/>
                <a:gd name="T14" fmla="*/ 22 w 27"/>
                <a:gd name="T15" fmla="*/ 21 h 108"/>
                <a:gd name="T16" fmla="*/ 22 w 27"/>
                <a:gd name="T17" fmla="*/ 83 h 108"/>
                <a:gd name="T18" fmla="*/ 26 w 27"/>
                <a:gd name="T19" fmla="*/ 98 h 108"/>
                <a:gd name="T20" fmla="*/ 16 w 27"/>
                <a:gd name="T21" fmla="*/ 108 h 108"/>
                <a:gd name="T22" fmla="*/ 5 w 27"/>
                <a:gd name="T23" fmla="*/ 99 h 108"/>
                <a:gd name="T24" fmla="*/ 9 w 27"/>
                <a:gd name="T25" fmla="*/ 93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108">
                  <a:moveTo>
                    <a:pt x="9" y="93"/>
                  </a:moveTo>
                  <a:cubicBezTo>
                    <a:pt x="9" y="93"/>
                    <a:pt x="7" y="92"/>
                    <a:pt x="7" y="90"/>
                  </a:cubicBezTo>
                  <a:cubicBezTo>
                    <a:pt x="6" y="87"/>
                    <a:pt x="11" y="83"/>
                    <a:pt x="11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9"/>
                    <a:pt x="27" y="95"/>
                    <a:pt x="26" y="98"/>
                  </a:cubicBezTo>
                  <a:cubicBezTo>
                    <a:pt x="23" y="101"/>
                    <a:pt x="19" y="108"/>
                    <a:pt x="16" y="108"/>
                  </a:cubicBezTo>
                  <a:cubicBezTo>
                    <a:pt x="12" y="106"/>
                    <a:pt x="7" y="104"/>
                    <a:pt x="5" y="99"/>
                  </a:cubicBezTo>
                  <a:cubicBezTo>
                    <a:pt x="6" y="96"/>
                    <a:pt x="9" y="93"/>
                    <a:pt x="9" y="93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任意多边形: 形状 15" descr="53f9ad75-650c-469f-9508-7116257fe4ec"/>
            <p:cNvSpPr/>
            <p:nvPr/>
          </p:nvSpPr>
          <p:spPr bwMode="auto">
            <a:xfrm>
              <a:off x="6779418" y="2935288"/>
              <a:ext cx="50800" cy="19050"/>
            </a:xfrm>
            <a:custGeom>
              <a:gdLst>
                <a:gd name="T0" fmla="*/ 2 w 32"/>
                <a:gd name="T1" fmla="*/ 12 h 12"/>
                <a:gd name="T2" fmla="*/ 0 w 32"/>
                <a:gd name="T3" fmla="*/ 5 h 12"/>
                <a:gd name="T4" fmla="*/ 31 w 32"/>
                <a:gd name="T5" fmla="*/ 0 h 12"/>
                <a:gd name="T6" fmla="*/ 32 w 32"/>
                <a:gd name="T7" fmla="*/ 7 h 12"/>
                <a:gd name="T8" fmla="*/ 2 w 32"/>
                <a:gd name="T9" fmla="*/ 12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2">
                  <a:moveTo>
                    <a:pt x="2" y="12"/>
                  </a:moveTo>
                  <a:lnTo>
                    <a:pt x="0" y="5"/>
                  </a:lnTo>
                  <a:lnTo>
                    <a:pt x="31" y="0"/>
                  </a:lnTo>
                  <a:lnTo>
                    <a:pt x="32" y="7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rgbClr val="BD8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任意多边形: 形状 16" descr="2f9e9ca0-232d-4268-bf80-be08f0d03fbb"/>
            <p:cNvSpPr/>
            <p:nvPr/>
          </p:nvSpPr>
          <p:spPr bwMode="auto">
            <a:xfrm>
              <a:off x="6744493" y="2757488"/>
              <a:ext cx="85725" cy="188913"/>
            </a:xfrm>
            <a:custGeom>
              <a:gdLst>
                <a:gd name="T0" fmla="*/ 9 w 32"/>
                <a:gd name="T1" fmla="*/ 0 h 69"/>
                <a:gd name="T2" fmla="*/ 32 w 32"/>
                <a:gd name="T3" fmla="*/ 65 h 69"/>
                <a:gd name="T4" fmla="*/ 11 w 32"/>
                <a:gd name="T5" fmla="*/ 69 h 69"/>
                <a:gd name="T6" fmla="*/ 0 w 32"/>
                <a:gd name="T7" fmla="*/ 34 h 69"/>
                <a:gd name="T8" fmla="*/ 9 w 32"/>
                <a:gd name="T9" fmla="*/ 0 h 6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9">
                  <a:moveTo>
                    <a:pt x="9" y="0"/>
                  </a:moveTo>
                  <a:cubicBezTo>
                    <a:pt x="19" y="0"/>
                    <a:pt x="32" y="65"/>
                    <a:pt x="32" y="65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3" y="0"/>
                    <a:pt x="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任意多边形: 形状 17" descr="9eca53cd-103e-4b43-af64-64eecd9d6891"/>
            <p:cNvSpPr/>
            <p:nvPr/>
          </p:nvSpPr>
          <p:spPr bwMode="auto">
            <a:xfrm>
              <a:off x="6580981" y="2616201"/>
              <a:ext cx="31750" cy="44450"/>
            </a:xfrm>
            <a:custGeom>
              <a:gdLst>
                <a:gd name="T0" fmla="*/ 8 w 12"/>
                <a:gd name="T1" fmla="*/ 15 h 16"/>
                <a:gd name="T2" fmla="*/ 1 w 12"/>
                <a:gd name="T3" fmla="*/ 9 h 16"/>
                <a:gd name="T4" fmla="*/ 5 w 12"/>
                <a:gd name="T5" fmla="*/ 1 h 16"/>
                <a:gd name="T6" fmla="*/ 8 w 12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8" y="15"/>
                  </a:moveTo>
                  <a:cubicBezTo>
                    <a:pt x="5" y="16"/>
                    <a:pt x="1" y="13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14"/>
                    <a:pt x="8" y="1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任意多边形: 形状 18" descr="9d2f2dc4-fd05-44cb-95a5-caab120fdf33"/>
            <p:cNvSpPr/>
            <p:nvPr/>
          </p:nvSpPr>
          <p:spPr bwMode="auto">
            <a:xfrm>
              <a:off x="6714331" y="2616201"/>
              <a:ext cx="31750" cy="44450"/>
            </a:xfrm>
            <a:custGeom>
              <a:gdLst>
                <a:gd name="T0" fmla="*/ 4 w 12"/>
                <a:gd name="T1" fmla="*/ 15 h 16"/>
                <a:gd name="T2" fmla="*/ 11 w 12"/>
                <a:gd name="T3" fmla="*/ 9 h 16"/>
                <a:gd name="T4" fmla="*/ 6 w 12"/>
                <a:gd name="T5" fmla="*/ 1 h 16"/>
                <a:gd name="T6" fmla="*/ 4 w 12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4" y="15"/>
                  </a:moveTo>
                  <a:cubicBezTo>
                    <a:pt x="7" y="16"/>
                    <a:pt x="10" y="13"/>
                    <a:pt x="11" y="9"/>
                  </a:cubicBezTo>
                  <a:cubicBezTo>
                    <a:pt x="12" y="6"/>
                    <a:pt x="10" y="2"/>
                    <a:pt x="6" y="1"/>
                  </a:cubicBezTo>
                  <a:cubicBezTo>
                    <a:pt x="3" y="0"/>
                    <a:pt x="0" y="14"/>
                    <a:pt x="4" y="1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任意多边形: 形状 19" descr="8362c2ad-8810-48b4-9277-a6ae230e7e6a"/>
            <p:cNvSpPr/>
            <p:nvPr/>
          </p:nvSpPr>
          <p:spPr bwMode="auto">
            <a:xfrm>
              <a:off x="6574631" y="2551113"/>
              <a:ext cx="182563" cy="176213"/>
            </a:xfrm>
            <a:custGeom>
              <a:gdLst>
                <a:gd name="T0" fmla="*/ 33 w 67"/>
                <a:gd name="T1" fmla="*/ 65 h 65"/>
                <a:gd name="T2" fmla="*/ 57 w 67"/>
                <a:gd name="T3" fmla="*/ 16 h 65"/>
                <a:gd name="T4" fmla="*/ 33 w 67"/>
                <a:gd name="T5" fmla="*/ 0 h 65"/>
                <a:gd name="T6" fmla="*/ 9 w 67"/>
                <a:gd name="T7" fmla="*/ 16 h 65"/>
                <a:gd name="T8" fmla="*/ 33 w 67"/>
                <a:gd name="T9" fmla="*/ 65 h 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5">
                  <a:moveTo>
                    <a:pt x="33" y="65"/>
                  </a:moveTo>
                  <a:cubicBezTo>
                    <a:pt x="67" y="51"/>
                    <a:pt x="57" y="16"/>
                    <a:pt x="57" y="16"/>
                  </a:cubicBezTo>
                  <a:cubicBezTo>
                    <a:pt x="57" y="16"/>
                    <a:pt x="55" y="0"/>
                    <a:pt x="33" y="0"/>
                  </a:cubicBezTo>
                  <a:cubicBezTo>
                    <a:pt x="14" y="0"/>
                    <a:pt x="9" y="16"/>
                    <a:pt x="9" y="16"/>
                  </a:cubicBezTo>
                  <a:cubicBezTo>
                    <a:pt x="9" y="16"/>
                    <a:pt x="0" y="52"/>
                    <a:pt x="33" y="65"/>
                  </a:cubicBezTo>
                  <a:close/>
                </a:path>
              </a:pathLst>
            </a:custGeom>
            <a:solidFill>
              <a:srgbClr val="E8A7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任意多边形: 形状 20" descr="834de2a9-553c-4dad-ab1e-4d129e941b68"/>
            <p:cNvSpPr/>
            <p:nvPr/>
          </p:nvSpPr>
          <p:spPr bwMode="auto">
            <a:xfrm>
              <a:off x="6573043" y="2528888"/>
              <a:ext cx="184150" cy="106363"/>
            </a:xfrm>
            <a:custGeom>
              <a:gdLst>
                <a:gd name="T0" fmla="*/ 7 w 68"/>
                <a:gd name="T1" fmla="*/ 34 h 39"/>
                <a:gd name="T2" fmla="*/ 12 w 68"/>
                <a:gd name="T3" fmla="*/ 37 h 39"/>
                <a:gd name="T4" fmla="*/ 13 w 68"/>
                <a:gd name="T5" fmla="*/ 21 h 39"/>
                <a:gd name="T6" fmla="*/ 51 w 68"/>
                <a:gd name="T7" fmla="*/ 33 h 39"/>
                <a:gd name="T8" fmla="*/ 54 w 68"/>
                <a:gd name="T9" fmla="*/ 20 h 39"/>
                <a:gd name="T10" fmla="*/ 56 w 68"/>
                <a:gd name="T11" fmla="*/ 38 h 39"/>
                <a:gd name="T12" fmla="*/ 61 w 68"/>
                <a:gd name="T13" fmla="*/ 34 h 39"/>
                <a:gd name="T14" fmla="*/ 34 w 68"/>
                <a:gd name="T15" fmla="*/ 0 h 39"/>
                <a:gd name="T16" fmla="*/ 7 w 68"/>
                <a:gd name="T17" fmla="*/ 34 h 3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39">
                  <a:moveTo>
                    <a:pt x="7" y="34"/>
                  </a:moveTo>
                  <a:cubicBezTo>
                    <a:pt x="9" y="33"/>
                    <a:pt x="12" y="37"/>
                    <a:pt x="12" y="37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1"/>
                    <a:pt x="25" y="37"/>
                    <a:pt x="51" y="33"/>
                  </a:cubicBezTo>
                  <a:cubicBezTo>
                    <a:pt x="46" y="22"/>
                    <a:pt x="54" y="20"/>
                    <a:pt x="54" y="20"/>
                  </a:cubicBezTo>
                  <a:cubicBezTo>
                    <a:pt x="54" y="20"/>
                    <a:pt x="56" y="39"/>
                    <a:pt x="56" y="38"/>
                  </a:cubicBezTo>
                  <a:cubicBezTo>
                    <a:pt x="57" y="34"/>
                    <a:pt x="61" y="34"/>
                    <a:pt x="61" y="34"/>
                  </a:cubicBezTo>
                  <a:cubicBezTo>
                    <a:pt x="61" y="34"/>
                    <a:pt x="68" y="0"/>
                    <a:pt x="34" y="0"/>
                  </a:cubicBezTo>
                  <a:cubicBezTo>
                    <a:pt x="0" y="0"/>
                    <a:pt x="7" y="33"/>
                    <a:pt x="7" y="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任意多边形: 形状 21" descr="13358a91-3d69-44a2-8742-1c8a00e7c7f9"/>
            <p:cNvSpPr/>
            <p:nvPr/>
          </p:nvSpPr>
          <p:spPr bwMode="auto">
            <a:xfrm>
              <a:off x="6646068" y="2684463"/>
              <a:ext cx="34925" cy="15875"/>
            </a:xfrm>
            <a:custGeom>
              <a:gdLst>
                <a:gd name="T0" fmla="*/ 6 w 13"/>
                <a:gd name="T1" fmla="*/ 6 h 6"/>
                <a:gd name="T2" fmla="*/ 13 w 13"/>
                <a:gd name="T3" fmla="*/ 3 h 6"/>
                <a:gd name="T4" fmla="*/ 8 w 13"/>
                <a:gd name="T5" fmla="*/ 0 h 6"/>
                <a:gd name="T6" fmla="*/ 6 w 13"/>
                <a:gd name="T7" fmla="*/ 1 h 6"/>
                <a:gd name="T8" fmla="*/ 4 w 13"/>
                <a:gd name="T9" fmla="*/ 0 h 6"/>
                <a:gd name="T10" fmla="*/ 0 w 13"/>
                <a:gd name="T11" fmla="*/ 3 h 6"/>
                <a:gd name="T12" fmla="*/ 6 w 13"/>
                <a:gd name="T13" fmla="*/ 6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6">
                  <a:moveTo>
                    <a:pt x="6" y="6"/>
                  </a:moveTo>
                  <a:cubicBezTo>
                    <a:pt x="10" y="6"/>
                    <a:pt x="13" y="3"/>
                    <a:pt x="13" y="3"/>
                  </a:cubicBezTo>
                  <a:cubicBezTo>
                    <a:pt x="13" y="2"/>
                    <a:pt x="9" y="0"/>
                    <a:pt x="8" y="0"/>
                  </a:cubicBezTo>
                  <a:cubicBezTo>
                    <a:pt x="8" y="0"/>
                    <a:pt x="7" y="1"/>
                    <a:pt x="6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0" y="2"/>
                    <a:pt x="0" y="3"/>
                  </a:cubicBezTo>
                  <a:cubicBezTo>
                    <a:pt x="0" y="3"/>
                    <a:pt x="3" y="6"/>
                    <a:pt x="6" y="6"/>
                  </a:cubicBezTo>
                  <a:close/>
                </a:path>
              </a:pathLst>
            </a:custGeom>
            <a:solidFill>
              <a:srgbClr val="C2676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任意多边形: 形状 22" descr="51b3352c-7567-48c2-b5d6-b80176c81fe0"/>
            <p:cNvSpPr/>
            <p:nvPr/>
          </p:nvSpPr>
          <p:spPr bwMode="auto">
            <a:xfrm>
              <a:off x="6546056" y="2736851"/>
              <a:ext cx="238125" cy="382588"/>
            </a:xfrm>
            <a:custGeom>
              <a:gdLst>
                <a:gd name="T0" fmla="*/ 7 w 88"/>
                <a:gd name="T1" fmla="*/ 118 h 141"/>
                <a:gd name="T2" fmla="*/ 0 w 88"/>
                <a:gd name="T3" fmla="*/ 141 h 141"/>
                <a:gd name="T4" fmla="*/ 88 w 88"/>
                <a:gd name="T5" fmla="*/ 141 h 141"/>
                <a:gd name="T6" fmla="*/ 80 w 88"/>
                <a:gd name="T7" fmla="*/ 115 h 141"/>
                <a:gd name="T8" fmla="*/ 76 w 88"/>
                <a:gd name="T9" fmla="*/ 54 h 141"/>
                <a:gd name="T10" fmla="*/ 81 w 88"/>
                <a:gd name="T11" fmla="*/ 40 h 141"/>
                <a:gd name="T12" fmla="*/ 77 w 88"/>
                <a:gd name="T13" fmla="*/ 29 h 141"/>
                <a:gd name="T14" fmla="*/ 83 w 88"/>
                <a:gd name="T15" fmla="*/ 8 h 141"/>
                <a:gd name="T16" fmla="*/ 57 w 88"/>
                <a:gd name="T17" fmla="*/ 0 h 141"/>
                <a:gd name="T18" fmla="*/ 57 w 88"/>
                <a:gd name="T19" fmla="*/ 0 h 141"/>
                <a:gd name="T20" fmla="*/ 55 w 88"/>
                <a:gd name="T21" fmla="*/ 0 h 141"/>
                <a:gd name="T22" fmla="*/ 45 w 88"/>
                <a:gd name="T23" fmla="*/ 12 h 141"/>
                <a:gd name="T24" fmla="*/ 44 w 88"/>
                <a:gd name="T25" fmla="*/ 13 h 141"/>
                <a:gd name="T26" fmla="*/ 42 w 88"/>
                <a:gd name="T27" fmla="*/ 12 h 141"/>
                <a:gd name="T28" fmla="*/ 32 w 88"/>
                <a:gd name="T29" fmla="*/ 0 h 141"/>
                <a:gd name="T30" fmla="*/ 30 w 88"/>
                <a:gd name="T31" fmla="*/ 0 h 141"/>
                <a:gd name="T32" fmla="*/ 30 w 88"/>
                <a:gd name="T33" fmla="*/ 0 h 141"/>
                <a:gd name="T34" fmla="*/ 4 w 88"/>
                <a:gd name="T35" fmla="*/ 8 h 141"/>
                <a:gd name="T36" fmla="*/ 9 w 88"/>
                <a:gd name="T37" fmla="*/ 30 h 141"/>
                <a:gd name="T38" fmla="*/ 6 w 88"/>
                <a:gd name="T39" fmla="*/ 40 h 141"/>
                <a:gd name="T40" fmla="*/ 11 w 88"/>
                <a:gd name="T41" fmla="*/ 54 h 141"/>
                <a:gd name="T42" fmla="*/ 7 w 88"/>
                <a:gd name="T43" fmla="*/ 118 h 1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8" h="141">
                  <a:moveTo>
                    <a:pt x="7" y="118"/>
                  </a:moveTo>
                  <a:cubicBezTo>
                    <a:pt x="0" y="141"/>
                    <a:pt x="0" y="141"/>
                    <a:pt x="0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75" y="85"/>
                    <a:pt x="76" y="54"/>
                  </a:cubicBezTo>
                  <a:cubicBezTo>
                    <a:pt x="79" y="50"/>
                    <a:pt x="81" y="45"/>
                    <a:pt x="81" y="40"/>
                  </a:cubicBezTo>
                  <a:cubicBezTo>
                    <a:pt x="81" y="36"/>
                    <a:pt x="80" y="33"/>
                    <a:pt x="77" y="29"/>
                  </a:cubicBezTo>
                  <a:cubicBezTo>
                    <a:pt x="79" y="21"/>
                    <a:pt x="80" y="14"/>
                    <a:pt x="83" y="8"/>
                  </a:cubicBezTo>
                  <a:cubicBezTo>
                    <a:pt x="81" y="6"/>
                    <a:pt x="58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6" y="0"/>
                    <a:pt x="56" y="0"/>
                    <a:pt x="55" y="0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5" y="13"/>
                    <a:pt x="44" y="13"/>
                    <a:pt x="44" y="13"/>
                  </a:cubicBezTo>
                  <a:cubicBezTo>
                    <a:pt x="43" y="13"/>
                    <a:pt x="43" y="13"/>
                    <a:pt x="42" y="1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0"/>
                    <a:pt x="6" y="6"/>
                    <a:pt x="4" y="8"/>
                  </a:cubicBezTo>
                  <a:cubicBezTo>
                    <a:pt x="7" y="15"/>
                    <a:pt x="8" y="22"/>
                    <a:pt x="9" y="30"/>
                  </a:cubicBezTo>
                  <a:cubicBezTo>
                    <a:pt x="7" y="33"/>
                    <a:pt x="6" y="37"/>
                    <a:pt x="6" y="40"/>
                  </a:cubicBezTo>
                  <a:cubicBezTo>
                    <a:pt x="6" y="45"/>
                    <a:pt x="8" y="50"/>
                    <a:pt x="11" y="54"/>
                  </a:cubicBezTo>
                  <a:cubicBezTo>
                    <a:pt x="13" y="88"/>
                    <a:pt x="7" y="118"/>
                    <a:pt x="7" y="11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椭圆 23" descr="cebec09d-e493-4c30-a759-8342e1a43a5c"/>
            <p:cNvSpPr>
              <a:spLocks noChangeArrowheads="1"/>
            </p:cNvSpPr>
            <p:nvPr/>
          </p:nvSpPr>
          <p:spPr bwMode="auto">
            <a:xfrm>
              <a:off x="6660356" y="2779713"/>
              <a:ext cx="9525" cy="14288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椭圆 24" descr="46283b55-61a5-4320-9e1c-933ec87160b2"/>
            <p:cNvSpPr>
              <a:spLocks noChangeArrowheads="1"/>
            </p:cNvSpPr>
            <p:nvPr/>
          </p:nvSpPr>
          <p:spPr bwMode="auto">
            <a:xfrm>
              <a:off x="6680993" y="2776538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椭圆 25" descr="329151ce-5abf-4a96-a335-f2876f9a8e94"/>
            <p:cNvSpPr>
              <a:spLocks noChangeArrowheads="1"/>
            </p:cNvSpPr>
            <p:nvPr/>
          </p:nvSpPr>
          <p:spPr bwMode="auto">
            <a:xfrm>
              <a:off x="6698456" y="2760663"/>
              <a:ext cx="9525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椭圆 26" descr="981ef162-8760-4ea3-af8b-36a972c5e10e"/>
            <p:cNvSpPr>
              <a:spLocks noChangeArrowheads="1"/>
            </p:cNvSpPr>
            <p:nvPr/>
          </p:nvSpPr>
          <p:spPr bwMode="auto">
            <a:xfrm>
              <a:off x="6703218" y="2741613"/>
              <a:ext cx="12700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椭圆 27" descr="8a66c228-138b-4d4d-9287-762e393ac461"/>
            <p:cNvSpPr>
              <a:spLocks noChangeArrowheads="1"/>
            </p:cNvSpPr>
            <p:nvPr/>
          </p:nvSpPr>
          <p:spPr bwMode="auto">
            <a:xfrm>
              <a:off x="6634956" y="2776538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椭圆 28" descr="f0f20d06-d696-4ae8-9c4c-1b677910c015"/>
            <p:cNvSpPr>
              <a:spLocks noChangeArrowheads="1"/>
            </p:cNvSpPr>
            <p:nvPr/>
          </p:nvSpPr>
          <p:spPr bwMode="auto">
            <a:xfrm>
              <a:off x="6622256" y="2760663"/>
              <a:ext cx="9525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椭圆 29" descr="f238d746-14bc-433b-8619-02f4f06afb5b"/>
            <p:cNvSpPr>
              <a:spLocks noChangeArrowheads="1"/>
            </p:cNvSpPr>
            <p:nvPr/>
          </p:nvSpPr>
          <p:spPr bwMode="auto">
            <a:xfrm>
              <a:off x="6612731" y="2741613"/>
              <a:ext cx="14288" cy="11113"/>
            </a:xfrm>
            <a:prstGeom prst="ellipse">
              <a:avLst/>
            </a:pr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任意多边形: 形状 30" descr="692fba78-ee52-437c-84a5-d45b4413f53b"/>
            <p:cNvSpPr/>
            <p:nvPr/>
          </p:nvSpPr>
          <p:spPr bwMode="auto">
            <a:xfrm>
              <a:off x="6615906" y="2738438"/>
              <a:ext cx="98425" cy="49213"/>
            </a:xfrm>
            <a:custGeom>
              <a:gdLst>
                <a:gd name="T0" fmla="*/ 18 w 36"/>
                <a:gd name="T1" fmla="*/ 18 h 18"/>
                <a:gd name="T2" fmla="*/ 0 w 36"/>
                <a:gd name="T3" fmla="*/ 0 h 18"/>
                <a:gd name="T4" fmla="*/ 0 w 36"/>
                <a:gd name="T5" fmla="*/ 0 h 18"/>
                <a:gd name="T6" fmla="*/ 1 w 36"/>
                <a:gd name="T7" fmla="*/ 0 h 18"/>
                <a:gd name="T8" fmla="*/ 18 w 36"/>
                <a:gd name="T9" fmla="*/ 17 h 18"/>
                <a:gd name="T10" fmla="*/ 35 w 36"/>
                <a:gd name="T11" fmla="*/ 0 h 18"/>
                <a:gd name="T12" fmla="*/ 35 w 36"/>
                <a:gd name="T13" fmla="*/ 0 h 18"/>
                <a:gd name="T14" fmla="*/ 36 w 36"/>
                <a:gd name="T15" fmla="*/ 0 h 18"/>
                <a:gd name="T16" fmla="*/ 18 w 36"/>
                <a:gd name="T17" fmla="*/ 1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8">
                  <a:moveTo>
                    <a:pt x="18" y="18"/>
                  </a:moveTo>
                  <a:cubicBezTo>
                    <a:pt x="2" y="18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3" y="17"/>
                    <a:pt x="18" y="17"/>
                  </a:cubicBezTo>
                  <a:cubicBezTo>
                    <a:pt x="33" y="17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4" y="18"/>
                    <a:pt x="18" y="18"/>
                  </a:cubicBez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任意多边形: 形状 31" descr="c0fc6005-c0a6-4370-a189-e25b89ad9c69"/>
            <p:cNvSpPr/>
            <p:nvPr/>
          </p:nvSpPr>
          <p:spPr bwMode="auto">
            <a:xfrm>
              <a:off x="5636418" y="3713163"/>
              <a:ext cx="174625" cy="58738"/>
            </a:xfrm>
            <a:custGeom>
              <a:gdLst>
                <a:gd name="T0" fmla="*/ 32 w 64"/>
                <a:gd name="T1" fmla="*/ 0 h 22"/>
                <a:gd name="T2" fmla="*/ 62 w 64"/>
                <a:gd name="T3" fmla="*/ 15 h 22"/>
                <a:gd name="T4" fmla="*/ 62 w 64"/>
                <a:gd name="T5" fmla="*/ 22 h 22"/>
                <a:gd name="T6" fmla="*/ 0 w 64"/>
                <a:gd name="T7" fmla="*/ 22 h 22"/>
                <a:gd name="T8" fmla="*/ 0 w 64"/>
                <a:gd name="T9" fmla="*/ 0 h 22"/>
                <a:gd name="T10" fmla="*/ 32 w 64"/>
                <a:gd name="T11" fmla="*/ 0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2">
                  <a:moveTo>
                    <a:pt x="32" y="0"/>
                  </a:moveTo>
                  <a:cubicBezTo>
                    <a:pt x="32" y="0"/>
                    <a:pt x="61" y="13"/>
                    <a:pt x="62" y="15"/>
                  </a:cubicBezTo>
                  <a:cubicBezTo>
                    <a:pt x="64" y="16"/>
                    <a:pt x="62" y="22"/>
                    <a:pt x="6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任意多边形: 形状 32" descr="dbf58703-f5c8-455b-8848-0ea14c69dadc"/>
            <p:cNvSpPr/>
            <p:nvPr/>
          </p:nvSpPr>
          <p:spPr bwMode="auto">
            <a:xfrm>
              <a:off x="5463381" y="3713163"/>
              <a:ext cx="173038" cy="58738"/>
            </a:xfrm>
            <a:custGeom>
              <a:gdLst>
                <a:gd name="T0" fmla="*/ 31 w 64"/>
                <a:gd name="T1" fmla="*/ 0 h 22"/>
                <a:gd name="T2" fmla="*/ 1 w 64"/>
                <a:gd name="T3" fmla="*/ 15 h 22"/>
                <a:gd name="T4" fmla="*/ 1 w 64"/>
                <a:gd name="T5" fmla="*/ 22 h 22"/>
                <a:gd name="T6" fmla="*/ 64 w 64"/>
                <a:gd name="T7" fmla="*/ 22 h 22"/>
                <a:gd name="T8" fmla="*/ 64 w 64"/>
                <a:gd name="T9" fmla="*/ 0 h 22"/>
                <a:gd name="T10" fmla="*/ 31 w 64"/>
                <a:gd name="T11" fmla="*/ 0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2">
                  <a:moveTo>
                    <a:pt x="31" y="0"/>
                  </a:moveTo>
                  <a:cubicBezTo>
                    <a:pt x="31" y="0"/>
                    <a:pt x="3" y="13"/>
                    <a:pt x="1" y="15"/>
                  </a:cubicBezTo>
                  <a:cubicBezTo>
                    <a:pt x="0" y="16"/>
                    <a:pt x="1" y="22"/>
                    <a:pt x="1" y="22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0"/>
                    <a:pt x="64" y="0"/>
                    <a:pt x="64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任意多边形: 形状 33" descr="40a4fe0f-3f17-4b86-b8f8-23992c757dbf"/>
            <p:cNvSpPr/>
            <p:nvPr/>
          </p:nvSpPr>
          <p:spPr bwMode="auto">
            <a:xfrm>
              <a:off x="5506243" y="3024188"/>
              <a:ext cx="261938" cy="688975"/>
            </a:xfrm>
            <a:custGeom>
              <a:gdLst>
                <a:gd name="T0" fmla="*/ 0 w 165"/>
                <a:gd name="T1" fmla="*/ 79 h 434"/>
                <a:gd name="T2" fmla="*/ 24 w 165"/>
                <a:gd name="T3" fmla="*/ 434 h 434"/>
                <a:gd name="T4" fmla="*/ 82 w 165"/>
                <a:gd name="T5" fmla="*/ 434 h 434"/>
                <a:gd name="T6" fmla="*/ 137 w 165"/>
                <a:gd name="T7" fmla="*/ 434 h 434"/>
                <a:gd name="T8" fmla="*/ 165 w 165"/>
                <a:gd name="T9" fmla="*/ 79 h 434"/>
                <a:gd name="T10" fmla="*/ 149 w 165"/>
                <a:gd name="T11" fmla="*/ 0 h 434"/>
                <a:gd name="T12" fmla="*/ 16 w 165"/>
                <a:gd name="T13" fmla="*/ 0 h 434"/>
                <a:gd name="T14" fmla="*/ 0 w 165"/>
                <a:gd name="T15" fmla="*/ 79 h 4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433">
                  <a:moveTo>
                    <a:pt x="0" y="79"/>
                  </a:moveTo>
                  <a:lnTo>
                    <a:pt x="24" y="434"/>
                  </a:lnTo>
                  <a:lnTo>
                    <a:pt x="82" y="434"/>
                  </a:lnTo>
                  <a:lnTo>
                    <a:pt x="137" y="434"/>
                  </a:lnTo>
                  <a:lnTo>
                    <a:pt x="165" y="79"/>
                  </a:lnTo>
                  <a:lnTo>
                    <a:pt x="149" y="0"/>
                  </a:lnTo>
                  <a:lnTo>
                    <a:pt x="16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矩形 34" descr="4e2cd911-b186-4420-857e-0f03628b4a51"/>
            <p:cNvSpPr>
              <a:spLocks noChangeArrowheads="1"/>
            </p:cNvSpPr>
            <p:nvPr/>
          </p:nvSpPr>
          <p:spPr bwMode="auto">
            <a:xfrm>
              <a:off x="5607843" y="2627313"/>
              <a:ext cx="61913" cy="109538"/>
            </a:xfrm>
            <a:prstGeom prst="rect">
              <a:avLst/>
            </a:prstGeom>
            <a:solidFill>
              <a:srgbClr val="B3807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任意多边形: 形状 35" descr="ce07fdb1-5fe9-4365-bec9-34b167ae7f1c"/>
            <p:cNvSpPr/>
            <p:nvPr/>
          </p:nvSpPr>
          <p:spPr bwMode="auto">
            <a:xfrm>
              <a:off x="5437981" y="2859088"/>
              <a:ext cx="68263" cy="371475"/>
            </a:xfrm>
            <a:custGeom>
              <a:gdLst>
                <a:gd name="T0" fmla="*/ 20 w 25"/>
                <a:gd name="T1" fmla="*/ 119 h 137"/>
                <a:gd name="T2" fmla="*/ 23 w 25"/>
                <a:gd name="T3" fmla="*/ 115 h 137"/>
                <a:gd name="T4" fmla="*/ 18 w 25"/>
                <a:gd name="T5" fmla="*/ 108 h 137"/>
                <a:gd name="T6" fmla="*/ 17 w 25"/>
                <a:gd name="T7" fmla="*/ 108 h 137"/>
                <a:gd name="T8" fmla="*/ 18 w 25"/>
                <a:gd name="T9" fmla="*/ 108 h 137"/>
                <a:gd name="T10" fmla="*/ 19 w 25"/>
                <a:gd name="T11" fmla="*/ 47 h 137"/>
                <a:gd name="T12" fmla="*/ 19 w 25"/>
                <a:gd name="T13" fmla="*/ 34 h 137"/>
                <a:gd name="T14" fmla="*/ 24 w 25"/>
                <a:gd name="T15" fmla="*/ 5 h 137"/>
                <a:gd name="T16" fmla="*/ 4 w 25"/>
                <a:gd name="T17" fmla="*/ 0 h 137"/>
                <a:gd name="T18" fmla="*/ 0 w 25"/>
                <a:gd name="T19" fmla="*/ 36 h 137"/>
                <a:gd name="T20" fmla="*/ 5 w 25"/>
                <a:gd name="T21" fmla="*/ 107 h 137"/>
                <a:gd name="T22" fmla="*/ 0 w 25"/>
                <a:gd name="T23" fmla="*/ 125 h 137"/>
                <a:gd name="T24" fmla="*/ 13 w 25"/>
                <a:gd name="T25" fmla="*/ 137 h 137"/>
                <a:gd name="T26" fmla="*/ 25 w 25"/>
                <a:gd name="T27" fmla="*/ 126 h 137"/>
                <a:gd name="T28" fmla="*/ 20 w 25"/>
                <a:gd name="T29" fmla="*/ 119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137">
                  <a:moveTo>
                    <a:pt x="20" y="119"/>
                  </a:moveTo>
                  <a:cubicBezTo>
                    <a:pt x="20" y="119"/>
                    <a:pt x="22" y="118"/>
                    <a:pt x="23" y="115"/>
                  </a:cubicBezTo>
                  <a:cubicBezTo>
                    <a:pt x="23" y="112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5" y="114"/>
                    <a:pt x="0" y="121"/>
                    <a:pt x="0" y="125"/>
                  </a:cubicBezTo>
                  <a:cubicBezTo>
                    <a:pt x="3" y="129"/>
                    <a:pt x="8" y="137"/>
                    <a:pt x="13" y="137"/>
                  </a:cubicBezTo>
                  <a:cubicBezTo>
                    <a:pt x="17" y="135"/>
                    <a:pt x="23" y="132"/>
                    <a:pt x="25" y="126"/>
                  </a:cubicBezTo>
                  <a:cubicBezTo>
                    <a:pt x="24" y="122"/>
                    <a:pt x="20" y="119"/>
                    <a:pt x="20" y="119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任意多边形: 形状 36" descr="4ed32e85-c453-458d-89f0-a2b32b24c420"/>
            <p:cNvSpPr/>
            <p:nvPr/>
          </p:nvSpPr>
          <p:spPr bwMode="auto">
            <a:xfrm>
              <a:off x="5441156" y="2859088"/>
              <a:ext cx="61913" cy="77788"/>
            </a:xfrm>
            <a:custGeom>
              <a:gdLst>
                <a:gd name="T0" fmla="*/ 39 w 39"/>
                <a:gd name="T1" fmla="*/ 8 h 49"/>
                <a:gd name="T2" fmla="*/ 33 w 39"/>
                <a:gd name="T3" fmla="*/ 49 h 49"/>
                <a:gd name="T4" fmla="*/ 0 w 39"/>
                <a:gd name="T5" fmla="*/ 43 h 49"/>
                <a:gd name="T6" fmla="*/ 5 w 39"/>
                <a:gd name="T7" fmla="*/ 0 h 49"/>
                <a:gd name="T8" fmla="*/ 39 w 39"/>
                <a:gd name="T9" fmla="*/ 8 h 4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9">
                  <a:moveTo>
                    <a:pt x="39" y="8"/>
                  </a:moveTo>
                  <a:lnTo>
                    <a:pt x="33" y="49"/>
                  </a:lnTo>
                  <a:lnTo>
                    <a:pt x="0" y="43"/>
                  </a:lnTo>
                  <a:lnTo>
                    <a:pt x="5" y="0"/>
                  </a:lnTo>
                  <a:lnTo>
                    <a:pt x="39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任意多边形: 形状 37" descr="d4b98a7e-1eed-4598-89f3-00a0d9413266"/>
            <p:cNvSpPr/>
            <p:nvPr/>
          </p:nvSpPr>
          <p:spPr bwMode="auto">
            <a:xfrm>
              <a:off x="5769768" y="2867026"/>
              <a:ext cx="68263" cy="369888"/>
            </a:xfrm>
            <a:custGeom>
              <a:gdLst>
                <a:gd name="T0" fmla="*/ 5 w 25"/>
                <a:gd name="T1" fmla="*/ 118 h 136"/>
                <a:gd name="T2" fmla="*/ 2 w 25"/>
                <a:gd name="T3" fmla="*/ 114 h 136"/>
                <a:gd name="T4" fmla="*/ 7 w 25"/>
                <a:gd name="T5" fmla="*/ 107 h 136"/>
                <a:gd name="T6" fmla="*/ 8 w 25"/>
                <a:gd name="T7" fmla="*/ 107 h 136"/>
                <a:gd name="T8" fmla="*/ 7 w 25"/>
                <a:gd name="T9" fmla="*/ 107 h 136"/>
                <a:gd name="T10" fmla="*/ 6 w 25"/>
                <a:gd name="T11" fmla="*/ 46 h 136"/>
                <a:gd name="T12" fmla="*/ 6 w 25"/>
                <a:gd name="T13" fmla="*/ 33 h 136"/>
                <a:gd name="T14" fmla="*/ 1 w 25"/>
                <a:gd name="T15" fmla="*/ 4 h 136"/>
                <a:gd name="T16" fmla="*/ 20 w 25"/>
                <a:gd name="T17" fmla="*/ 0 h 136"/>
                <a:gd name="T18" fmla="*/ 25 w 25"/>
                <a:gd name="T19" fmla="*/ 36 h 136"/>
                <a:gd name="T20" fmla="*/ 20 w 25"/>
                <a:gd name="T21" fmla="*/ 107 h 136"/>
                <a:gd name="T22" fmla="*/ 24 w 25"/>
                <a:gd name="T23" fmla="*/ 124 h 136"/>
                <a:gd name="T24" fmla="*/ 12 w 25"/>
                <a:gd name="T25" fmla="*/ 136 h 136"/>
                <a:gd name="T26" fmla="*/ 0 w 25"/>
                <a:gd name="T27" fmla="*/ 125 h 136"/>
                <a:gd name="T28" fmla="*/ 5 w 25"/>
                <a:gd name="T29" fmla="*/ 118 h 1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136">
                  <a:moveTo>
                    <a:pt x="5" y="118"/>
                  </a:moveTo>
                  <a:cubicBezTo>
                    <a:pt x="5" y="118"/>
                    <a:pt x="3" y="117"/>
                    <a:pt x="2" y="114"/>
                  </a:cubicBezTo>
                  <a:cubicBezTo>
                    <a:pt x="2" y="112"/>
                    <a:pt x="7" y="107"/>
                    <a:pt x="7" y="107"/>
                  </a:cubicBezTo>
                  <a:cubicBezTo>
                    <a:pt x="7" y="107"/>
                    <a:pt x="7" y="107"/>
                    <a:pt x="8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14"/>
                    <a:pt x="25" y="120"/>
                    <a:pt x="24" y="124"/>
                  </a:cubicBezTo>
                  <a:cubicBezTo>
                    <a:pt x="21" y="128"/>
                    <a:pt x="16" y="136"/>
                    <a:pt x="12" y="136"/>
                  </a:cubicBezTo>
                  <a:cubicBezTo>
                    <a:pt x="8" y="134"/>
                    <a:pt x="2" y="131"/>
                    <a:pt x="0" y="125"/>
                  </a:cubicBezTo>
                  <a:cubicBezTo>
                    <a:pt x="1" y="122"/>
                    <a:pt x="5" y="118"/>
                    <a:pt x="5" y="118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任意多边形: 形状 38" descr="6774f0ab-aee2-4f4b-9e29-a354bbc64b86"/>
            <p:cNvSpPr/>
            <p:nvPr/>
          </p:nvSpPr>
          <p:spPr bwMode="auto">
            <a:xfrm>
              <a:off x="5772943" y="2867026"/>
              <a:ext cx="61913" cy="76200"/>
            </a:xfrm>
            <a:custGeom>
              <a:gdLst>
                <a:gd name="T0" fmla="*/ 0 w 39"/>
                <a:gd name="T1" fmla="*/ 7 h 48"/>
                <a:gd name="T2" fmla="*/ 7 w 39"/>
                <a:gd name="T3" fmla="*/ 48 h 48"/>
                <a:gd name="T4" fmla="*/ 39 w 39"/>
                <a:gd name="T5" fmla="*/ 41 h 48"/>
                <a:gd name="T6" fmla="*/ 33 w 39"/>
                <a:gd name="T7" fmla="*/ 0 h 48"/>
                <a:gd name="T8" fmla="*/ 0 w 39"/>
                <a:gd name="T9" fmla="*/ 7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8">
                  <a:moveTo>
                    <a:pt x="0" y="7"/>
                  </a:moveTo>
                  <a:lnTo>
                    <a:pt x="7" y="48"/>
                  </a:lnTo>
                  <a:lnTo>
                    <a:pt x="39" y="41"/>
                  </a:lnTo>
                  <a:lnTo>
                    <a:pt x="33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任意多边形: 形状 39" descr="caa6b529-fa54-4748-9095-7ed7efe95ce2"/>
            <p:cNvSpPr/>
            <p:nvPr/>
          </p:nvSpPr>
          <p:spPr bwMode="auto">
            <a:xfrm>
              <a:off x="5437981" y="2687638"/>
              <a:ext cx="396875" cy="442913"/>
            </a:xfrm>
            <a:custGeom>
              <a:gdLst>
                <a:gd name="T0" fmla="*/ 142 w 146"/>
                <a:gd name="T1" fmla="*/ 53 h 163"/>
                <a:gd name="T2" fmla="*/ 132 w 146"/>
                <a:gd name="T3" fmla="*/ 16 h 163"/>
                <a:gd name="T4" fmla="*/ 85 w 146"/>
                <a:gd name="T5" fmla="*/ 1 h 163"/>
                <a:gd name="T6" fmla="*/ 73 w 146"/>
                <a:gd name="T7" fmla="*/ 16 h 163"/>
                <a:gd name="T8" fmla="*/ 62 w 146"/>
                <a:gd name="T9" fmla="*/ 1 h 163"/>
                <a:gd name="T10" fmla="*/ 14 w 146"/>
                <a:gd name="T11" fmla="*/ 16 h 163"/>
                <a:gd name="T12" fmla="*/ 5 w 146"/>
                <a:gd name="T13" fmla="*/ 53 h 163"/>
                <a:gd name="T14" fmla="*/ 5 w 146"/>
                <a:gd name="T15" fmla="*/ 53 h 163"/>
                <a:gd name="T16" fmla="*/ 5 w 146"/>
                <a:gd name="T17" fmla="*/ 53 h 163"/>
                <a:gd name="T18" fmla="*/ 5 w 146"/>
                <a:gd name="T19" fmla="*/ 53 h 163"/>
                <a:gd name="T20" fmla="*/ 0 w 146"/>
                <a:gd name="T21" fmla="*/ 83 h 163"/>
                <a:gd name="T22" fmla="*/ 25 w 146"/>
                <a:gd name="T23" fmla="*/ 89 h 163"/>
                <a:gd name="T24" fmla="*/ 28 w 146"/>
                <a:gd name="T25" fmla="*/ 53 h 163"/>
                <a:gd name="T26" fmla="*/ 28 w 146"/>
                <a:gd name="T27" fmla="*/ 53 h 163"/>
                <a:gd name="T28" fmla="*/ 28 w 146"/>
                <a:gd name="T29" fmla="*/ 159 h 163"/>
                <a:gd name="T30" fmla="*/ 119 w 146"/>
                <a:gd name="T31" fmla="*/ 163 h 163"/>
                <a:gd name="T32" fmla="*/ 118 w 146"/>
                <a:gd name="T33" fmla="*/ 53 h 163"/>
                <a:gd name="T34" fmla="*/ 118 w 146"/>
                <a:gd name="T35" fmla="*/ 53 h 163"/>
                <a:gd name="T36" fmla="*/ 124 w 146"/>
                <a:gd name="T37" fmla="*/ 92 h 163"/>
                <a:gd name="T38" fmla="*/ 146 w 146"/>
                <a:gd name="T39" fmla="*/ 88 h 163"/>
                <a:gd name="T40" fmla="*/ 142 w 146"/>
                <a:gd name="T41" fmla="*/ 53 h 16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6" h="163">
                  <a:moveTo>
                    <a:pt x="142" y="53"/>
                  </a:moveTo>
                  <a:cubicBezTo>
                    <a:pt x="141" y="28"/>
                    <a:pt x="132" y="16"/>
                    <a:pt x="132" y="16"/>
                  </a:cubicBezTo>
                  <a:cubicBezTo>
                    <a:pt x="131" y="8"/>
                    <a:pt x="85" y="0"/>
                    <a:pt x="85" y="1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0"/>
                    <a:pt x="15" y="8"/>
                    <a:pt x="14" y="16"/>
                  </a:cubicBezTo>
                  <a:cubicBezTo>
                    <a:pt x="14" y="16"/>
                    <a:pt x="9" y="27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25" y="89"/>
                    <a:pt x="25" y="89"/>
                    <a:pt x="25" y="8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119" y="163"/>
                    <a:pt x="119" y="163"/>
                    <a:pt x="119" y="16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4" y="92"/>
                    <a:pt x="124" y="92"/>
                    <a:pt x="124" y="92"/>
                  </a:cubicBezTo>
                  <a:cubicBezTo>
                    <a:pt x="146" y="88"/>
                    <a:pt x="146" y="88"/>
                    <a:pt x="146" y="88"/>
                  </a:cubicBezTo>
                  <a:lnTo>
                    <a:pt x="142" y="53"/>
                  </a:lnTo>
                  <a:close/>
                </a:path>
              </a:pathLst>
            </a:custGeom>
            <a:solidFill>
              <a:srgbClr val="8DD9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任意多边形: 形状 40" descr="9e6943d8-abe8-4c97-9717-b40953b3e254"/>
            <p:cNvSpPr/>
            <p:nvPr/>
          </p:nvSpPr>
          <p:spPr bwMode="auto">
            <a:xfrm>
              <a:off x="5476081" y="2687638"/>
              <a:ext cx="320675" cy="446088"/>
            </a:xfrm>
            <a:custGeom>
              <a:gdLst>
                <a:gd name="T0" fmla="*/ 118 w 118"/>
                <a:gd name="T1" fmla="*/ 16 h 164"/>
                <a:gd name="T2" fmla="*/ 71 w 118"/>
                <a:gd name="T3" fmla="*/ 1 h 164"/>
                <a:gd name="T4" fmla="*/ 59 w 118"/>
                <a:gd name="T5" fmla="*/ 19 h 164"/>
                <a:gd name="T6" fmla="*/ 48 w 118"/>
                <a:gd name="T7" fmla="*/ 1 h 164"/>
                <a:gd name="T8" fmla="*/ 0 w 118"/>
                <a:gd name="T9" fmla="*/ 16 h 164"/>
                <a:gd name="T10" fmla="*/ 14 w 118"/>
                <a:gd name="T11" fmla="*/ 53 h 164"/>
                <a:gd name="T12" fmla="*/ 14 w 118"/>
                <a:gd name="T13" fmla="*/ 53 h 164"/>
                <a:gd name="T14" fmla="*/ 12 w 118"/>
                <a:gd name="T15" fmla="*/ 162 h 164"/>
                <a:gd name="T16" fmla="*/ 106 w 118"/>
                <a:gd name="T17" fmla="*/ 164 h 164"/>
                <a:gd name="T18" fmla="*/ 104 w 118"/>
                <a:gd name="T19" fmla="*/ 53 h 164"/>
                <a:gd name="T20" fmla="*/ 104 w 118"/>
                <a:gd name="T21" fmla="*/ 53 h 164"/>
                <a:gd name="T22" fmla="*/ 118 w 118"/>
                <a:gd name="T23" fmla="*/ 16 h 16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8" h="164">
                  <a:moveTo>
                    <a:pt x="118" y="16"/>
                  </a:moveTo>
                  <a:cubicBezTo>
                    <a:pt x="117" y="6"/>
                    <a:pt x="71" y="0"/>
                    <a:pt x="71" y="1"/>
                  </a:cubicBezTo>
                  <a:cubicBezTo>
                    <a:pt x="71" y="1"/>
                    <a:pt x="79" y="19"/>
                    <a:pt x="59" y="19"/>
                  </a:cubicBezTo>
                  <a:cubicBezTo>
                    <a:pt x="40" y="19"/>
                    <a:pt x="48" y="1"/>
                    <a:pt x="48" y="1"/>
                  </a:cubicBezTo>
                  <a:cubicBezTo>
                    <a:pt x="47" y="0"/>
                    <a:pt x="1" y="6"/>
                    <a:pt x="0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06" y="164"/>
                    <a:pt x="106" y="164"/>
                    <a:pt x="106" y="164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104" y="53"/>
                    <a:pt x="104" y="53"/>
                    <a:pt x="104" y="53"/>
                  </a:cubicBezTo>
                  <a:lnTo>
                    <a:pt x="118" y="16"/>
                  </a:lnTo>
                  <a:close/>
                </a:path>
              </a:pathLst>
            </a:custGeom>
            <a:solidFill>
              <a:srgbClr val="583C3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任意多边形: 形状 41" descr="22e72d9e-b6f1-4940-aee0-4252c773ac2b"/>
            <p:cNvSpPr/>
            <p:nvPr/>
          </p:nvSpPr>
          <p:spPr bwMode="auto">
            <a:xfrm>
              <a:off x="5547518" y="2520951"/>
              <a:ext cx="184150" cy="131763"/>
            </a:xfrm>
            <a:custGeom>
              <a:gdLst>
                <a:gd name="T0" fmla="*/ 5 w 68"/>
                <a:gd name="T1" fmla="*/ 11 h 48"/>
                <a:gd name="T2" fmla="*/ 17 w 68"/>
                <a:gd name="T3" fmla="*/ 48 h 48"/>
                <a:gd name="T4" fmla="*/ 49 w 68"/>
                <a:gd name="T5" fmla="*/ 48 h 48"/>
                <a:gd name="T6" fmla="*/ 62 w 68"/>
                <a:gd name="T7" fmla="*/ 11 h 48"/>
                <a:gd name="T8" fmla="*/ 36 w 68"/>
                <a:gd name="T9" fmla="*/ 0 h 48"/>
                <a:gd name="T10" fmla="*/ 5 w 68"/>
                <a:gd name="T11" fmla="*/ 11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48">
                  <a:moveTo>
                    <a:pt x="5" y="11"/>
                  </a:moveTo>
                  <a:cubicBezTo>
                    <a:pt x="0" y="19"/>
                    <a:pt x="10" y="48"/>
                    <a:pt x="17" y="48"/>
                  </a:cubicBezTo>
                  <a:cubicBezTo>
                    <a:pt x="24" y="48"/>
                    <a:pt x="43" y="48"/>
                    <a:pt x="49" y="48"/>
                  </a:cubicBezTo>
                  <a:cubicBezTo>
                    <a:pt x="56" y="48"/>
                    <a:pt x="68" y="17"/>
                    <a:pt x="62" y="11"/>
                  </a:cubicBezTo>
                  <a:cubicBezTo>
                    <a:pt x="54" y="6"/>
                    <a:pt x="36" y="0"/>
                    <a:pt x="36" y="0"/>
                  </a:cubicBezTo>
                  <a:cubicBezTo>
                    <a:pt x="36" y="0"/>
                    <a:pt x="10" y="6"/>
                    <a:pt x="5" y="1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任意多边形: 形状 42" descr="9f2e350b-137c-4b1c-97db-038d2aae6a56"/>
            <p:cNvSpPr/>
            <p:nvPr/>
          </p:nvSpPr>
          <p:spPr bwMode="auto">
            <a:xfrm>
              <a:off x="5544343" y="2551113"/>
              <a:ext cx="34925" cy="49213"/>
            </a:xfrm>
            <a:custGeom>
              <a:gdLst>
                <a:gd name="T0" fmla="*/ 9 w 13"/>
                <a:gd name="T1" fmla="*/ 17 h 18"/>
                <a:gd name="T2" fmla="*/ 1 w 13"/>
                <a:gd name="T3" fmla="*/ 10 h 18"/>
                <a:gd name="T4" fmla="*/ 6 w 13"/>
                <a:gd name="T5" fmla="*/ 1 h 18"/>
                <a:gd name="T6" fmla="*/ 9 w 13"/>
                <a:gd name="T7" fmla="*/ 17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8">
                  <a:moveTo>
                    <a:pt x="9" y="17"/>
                  </a:moveTo>
                  <a:cubicBezTo>
                    <a:pt x="5" y="18"/>
                    <a:pt x="2" y="15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3" y="16"/>
                    <a:pt x="9" y="17"/>
                  </a:cubicBezTo>
                  <a:close/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任意多边形: 形状 43" descr="fc4350f0-71e8-43fd-bba8-e4e23cc86bcc"/>
            <p:cNvSpPr/>
            <p:nvPr/>
          </p:nvSpPr>
          <p:spPr bwMode="auto">
            <a:xfrm>
              <a:off x="5693568" y="2551113"/>
              <a:ext cx="36513" cy="49213"/>
            </a:xfrm>
            <a:custGeom>
              <a:gdLst>
                <a:gd name="T0" fmla="*/ 4 w 13"/>
                <a:gd name="T1" fmla="*/ 17 h 18"/>
                <a:gd name="T2" fmla="*/ 12 w 13"/>
                <a:gd name="T3" fmla="*/ 10 h 18"/>
                <a:gd name="T4" fmla="*/ 7 w 13"/>
                <a:gd name="T5" fmla="*/ 1 h 18"/>
                <a:gd name="T6" fmla="*/ 4 w 13"/>
                <a:gd name="T7" fmla="*/ 17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8">
                  <a:moveTo>
                    <a:pt x="4" y="17"/>
                  </a:moveTo>
                  <a:cubicBezTo>
                    <a:pt x="7" y="18"/>
                    <a:pt x="11" y="15"/>
                    <a:pt x="12" y="10"/>
                  </a:cubicBezTo>
                  <a:cubicBezTo>
                    <a:pt x="13" y="6"/>
                    <a:pt x="11" y="2"/>
                    <a:pt x="7" y="1"/>
                  </a:cubicBezTo>
                  <a:cubicBezTo>
                    <a:pt x="3" y="0"/>
                    <a:pt x="0" y="16"/>
                    <a:pt x="4" y="17"/>
                  </a:cubicBezTo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任意多边形: 形状 44" descr="cb4907ea-32ad-4d8b-aae0-acba0787a6fa"/>
            <p:cNvSpPr/>
            <p:nvPr/>
          </p:nvSpPr>
          <p:spPr bwMode="auto">
            <a:xfrm>
              <a:off x="5558631" y="2478088"/>
              <a:ext cx="160338" cy="195263"/>
            </a:xfrm>
            <a:custGeom>
              <a:gdLst>
                <a:gd name="T0" fmla="*/ 29 w 59"/>
                <a:gd name="T1" fmla="*/ 72 h 72"/>
                <a:gd name="T2" fmla="*/ 56 w 59"/>
                <a:gd name="T3" fmla="*/ 18 h 72"/>
                <a:gd name="T4" fmla="*/ 30 w 59"/>
                <a:gd name="T5" fmla="*/ 0 h 72"/>
                <a:gd name="T6" fmla="*/ 3 w 59"/>
                <a:gd name="T7" fmla="*/ 18 h 72"/>
                <a:gd name="T8" fmla="*/ 29 w 59"/>
                <a:gd name="T9" fmla="*/ 72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72">
                  <a:moveTo>
                    <a:pt x="29" y="72"/>
                  </a:moveTo>
                  <a:cubicBezTo>
                    <a:pt x="59" y="72"/>
                    <a:pt x="56" y="18"/>
                    <a:pt x="56" y="18"/>
                  </a:cubicBezTo>
                  <a:cubicBezTo>
                    <a:pt x="56" y="18"/>
                    <a:pt x="54" y="0"/>
                    <a:pt x="30" y="0"/>
                  </a:cubicBezTo>
                  <a:cubicBezTo>
                    <a:pt x="8" y="0"/>
                    <a:pt x="3" y="18"/>
                    <a:pt x="3" y="18"/>
                  </a:cubicBezTo>
                  <a:cubicBezTo>
                    <a:pt x="3" y="18"/>
                    <a:pt x="0" y="72"/>
                    <a:pt x="29" y="72"/>
                  </a:cubicBezTo>
                </a:path>
              </a:pathLst>
            </a:custGeom>
            <a:solidFill>
              <a:srgbClr val="D99C8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任意多边形: 形状 45" descr="35d3c769-6280-4f6b-aa90-43c917bfa3f0"/>
            <p:cNvSpPr/>
            <p:nvPr/>
          </p:nvSpPr>
          <p:spPr bwMode="auto">
            <a:xfrm>
              <a:off x="5533231" y="2452688"/>
              <a:ext cx="207963" cy="120650"/>
            </a:xfrm>
            <a:custGeom>
              <a:gdLst>
                <a:gd name="T0" fmla="*/ 9 w 76"/>
                <a:gd name="T1" fmla="*/ 38 h 44"/>
                <a:gd name="T2" fmla="*/ 14 w 76"/>
                <a:gd name="T3" fmla="*/ 42 h 44"/>
                <a:gd name="T4" fmla="*/ 15 w 76"/>
                <a:gd name="T5" fmla="*/ 23 h 44"/>
                <a:gd name="T6" fmla="*/ 51 w 76"/>
                <a:gd name="T7" fmla="*/ 17 h 44"/>
                <a:gd name="T8" fmla="*/ 61 w 76"/>
                <a:gd name="T9" fmla="*/ 23 h 44"/>
                <a:gd name="T10" fmla="*/ 63 w 76"/>
                <a:gd name="T11" fmla="*/ 43 h 44"/>
                <a:gd name="T12" fmla="*/ 68 w 76"/>
                <a:gd name="T13" fmla="*/ 38 h 44"/>
                <a:gd name="T14" fmla="*/ 38 w 76"/>
                <a:gd name="T15" fmla="*/ 0 h 44"/>
                <a:gd name="T16" fmla="*/ 9 w 76"/>
                <a:gd name="T17" fmla="*/ 38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44">
                  <a:moveTo>
                    <a:pt x="9" y="38"/>
                  </a:moveTo>
                  <a:cubicBezTo>
                    <a:pt x="11" y="37"/>
                    <a:pt x="14" y="42"/>
                    <a:pt x="14" y="42"/>
                  </a:cubicBezTo>
                  <a:cubicBezTo>
                    <a:pt x="14" y="42"/>
                    <a:pt x="14" y="25"/>
                    <a:pt x="15" y="23"/>
                  </a:cubicBezTo>
                  <a:cubicBezTo>
                    <a:pt x="23" y="7"/>
                    <a:pt x="33" y="35"/>
                    <a:pt x="51" y="17"/>
                  </a:cubicBezTo>
                  <a:cubicBezTo>
                    <a:pt x="59" y="14"/>
                    <a:pt x="61" y="23"/>
                    <a:pt x="61" y="23"/>
                  </a:cubicBezTo>
                  <a:cubicBezTo>
                    <a:pt x="61" y="23"/>
                    <a:pt x="63" y="44"/>
                    <a:pt x="63" y="43"/>
                  </a:cubicBezTo>
                  <a:cubicBezTo>
                    <a:pt x="64" y="38"/>
                    <a:pt x="68" y="38"/>
                    <a:pt x="68" y="38"/>
                  </a:cubicBezTo>
                  <a:cubicBezTo>
                    <a:pt x="68" y="38"/>
                    <a:pt x="76" y="0"/>
                    <a:pt x="38" y="0"/>
                  </a:cubicBezTo>
                  <a:cubicBezTo>
                    <a:pt x="0" y="0"/>
                    <a:pt x="9" y="37"/>
                    <a:pt x="9" y="3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任意多边形: 形状 46" descr="7da90a28-9d59-4da0-944b-a9b19f597166"/>
            <p:cNvSpPr/>
            <p:nvPr/>
          </p:nvSpPr>
          <p:spPr bwMode="auto">
            <a:xfrm>
              <a:off x="5604668" y="2608263"/>
              <a:ext cx="31750" cy="19050"/>
            </a:xfrm>
            <a:custGeom>
              <a:gdLst>
                <a:gd name="T0" fmla="*/ 12 w 12"/>
                <a:gd name="T1" fmla="*/ 5 h 7"/>
                <a:gd name="T2" fmla="*/ 0 w 12"/>
                <a:gd name="T3" fmla="*/ 7 h 7"/>
                <a:gd name="T4" fmla="*/ 0 w 12"/>
                <a:gd name="T5" fmla="*/ 6 h 7"/>
                <a:gd name="T6" fmla="*/ 7 w 12"/>
                <a:gd name="T7" fmla="*/ 1 h 7"/>
                <a:gd name="T8" fmla="*/ 12 w 12"/>
                <a:gd name="T9" fmla="*/ 0 h 7"/>
                <a:gd name="T10" fmla="*/ 12 w 12"/>
                <a:gd name="T11" fmla="*/ 5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7">
                  <a:moveTo>
                    <a:pt x="12" y="5"/>
                  </a:moveTo>
                  <a:cubicBezTo>
                    <a:pt x="11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3"/>
                    <a:pt x="4" y="1"/>
                    <a:pt x="7" y="1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任意多边形: 形状 47" descr="d146df22-3358-4010-83bf-8b9d72e4491a"/>
            <p:cNvSpPr/>
            <p:nvPr/>
          </p:nvSpPr>
          <p:spPr bwMode="auto">
            <a:xfrm>
              <a:off x="5636418" y="2608263"/>
              <a:ext cx="36513" cy="19050"/>
            </a:xfrm>
            <a:custGeom>
              <a:gdLst>
                <a:gd name="T0" fmla="*/ 0 w 13"/>
                <a:gd name="T1" fmla="*/ 5 h 7"/>
                <a:gd name="T2" fmla="*/ 13 w 13"/>
                <a:gd name="T3" fmla="*/ 7 h 7"/>
                <a:gd name="T4" fmla="*/ 13 w 13"/>
                <a:gd name="T5" fmla="*/ 5 h 7"/>
                <a:gd name="T6" fmla="*/ 6 w 13"/>
                <a:gd name="T7" fmla="*/ 0 h 7"/>
                <a:gd name="T8" fmla="*/ 0 w 13"/>
                <a:gd name="T9" fmla="*/ 0 h 7"/>
                <a:gd name="T10" fmla="*/ 0 w 13"/>
                <a:gd name="T11" fmla="*/ 5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7">
                  <a:moveTo>
                    <a:pt x="0" y="5"/>
                  </a:moveTo>
                  <a:cubicBezTo>
                    <a:pt x="2" y="7"/>
                    <a:pt x="13" y="7"/>
                    <a:pt x="13" y="7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任意多边形: 形状 48" descr="2e3c8a85-8312-4316-8f27-83ef7ab86bf5"/>
            <p:cNvSpPr/>
            <p:nvPr/>
          </p:nvSpPr>
          <p:spPr bwMode="auto">
            <a:xfrm>
              <a:off x="5571331" y="2543176"/>
              <a:ext cx="65088" cy="30163"/>
            </a:xfrm>
            <a:custGeom>
              <a:gdLst>
                <a:gd name="T0" fmla="*/ 22 w 24"/>
                <a:gd name="T1" fmla="*/ 2 h 11"/>
                <a:gd name="T2" fmla="*/ 1 w 24"/>
                <a:gd name="T3" fmla="*/ 4 h 11"/>
                <a:gd name="T4" fmla="*/ 1 w 24"/>
                <a:gd name="T5" fmla="*/ 11 h 11"/>
                <a:gd name="T6" fmla="*/ 1 w 24"/>
                <a:gd name="T7" fmla="*/ 11 h 11"/>
                <a:gd name="T8" fmla="*/ 2 w 24"/>
                <a:gd name="T9" fmla="*/ 6 h 11"/>
                <a:gd name="T10" fmla="*/ 21 w 24"/>
                <a:gd name="T11" fmla="*/ 4 h 11"/>
                <a:gd name="T12" fmla="*/ 22 w 24"/>
                <a:gd name="T13" fmla="*/ 10 h 11"/>
                <a:gd name="T14" fmla="*/ 22 w 24"/>
                <a:gd name="T15" fmla="*/ 10 h 11"/>
                <a:gd name="T16" fmla="*/ 22 w 24"/>
                <a:gd name="T17" fmla="*/ 2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11">
                  <a:moveTo>
                    <a:pt x="22" y="2"/>
                  </a:moveTo>
                  <a:cubicBezTo>
                    <a:pt x="21" y="0"/>
                    <a:pt x="2" y="2"/>
                    <a:pt x="1" y="4"/>
                  </a:cubicBezTo>
                  <a:cubicBezTo>
                    <a:pt x="0" y="6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3" y="3"/>
                    <a:pt x="19" y="2"/>
                    <a:pt x="21" y="4"/>
                  </a:cubicBezTo>
                  <a:cubicBezTo>
                    <a:pt x="22" y="5"/>
                    <a:pt x="22" y="7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4" y="6"/>
                    <a:pt x="22" y="2"/>
                  </a:cubicBezTo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任意多边形: 形状 49" descr="b9dd0f4b-ba39-43c0-99ba-69055b0e909a"/>
            <p:cNvSpPr/>
            <p:nvPr/>
          </p:nvSpPr>
          <p:spPr bwMode="auto">
            <a:xfrm>
              <a:off x="5574506" y="2551113"/>
              <a:ext cx="57150" cy="49213"/>
            </a:xfrm>
            <a:custGeom>
              <a:gdLst>
                <a:gd name="T0" fmla="*/ 15 w 21"/>
                <a:gd name="T1" fmla="*/ 0 h 18"/>
                <a:gd name="T2" fmla="*/ 15 w 21"/>
                <a:gd name="T3" fmla="*/ 0 h 18"/>
                <a:gd name="T4" fmla="*/ 1 w 21"/>
                <a:gd name="T5" fmla="*/ 3 h 18"/>
                <a:gd name="T6" fmla="*/ 1 w 21"/>
                <a:gd name="T7" fmla="*/ 3 h 18"/>
                <a:gd name="T8" fmla="*/ 1 w 21"/>
                <a:gd name="T9" fmla="*/ 3 h 18"/>
                <a:gd name="T10" fmla="*/ 0 w 21"/>
                <a:gd name="T11" fmla="*/ 6 h 18"/>
                <a:gd name="T12" fmla="*/ 0 w 21"/>
                <a:gd name="T13" fmla="*/ 8 h 18"/>
                <a:gd name="T14" fmla="*/ 6 w 21"/>
                <a:gd name="T15" fmla="*/ 17 h 18"/>
                <a:gd name="T16" fmla="*/ 9 w 21"/>
                <a:gd name="T17" fmla="*/ 18 h 18"/>
                <a:gd name="T18" fmla="*/ 21 w 21"/>
                <a:gd name="T19" fmla="*/ 7 h 18"/>
                <a:gd name="T20" fmla="*/ 21 w 21"/>
                <a:gd name="T21" fmla="*/ 4 h 18"/>
                <a:gd name="T22" fmla="*/ 20 w 21"/>
                <a:gd name="T23" fmla="*/ 1 h 18"/>
                <a:gd name="T24" fmla="*/ 20 w 21"/>
                <a:gd name="T25" fmla="*/ 1 h 18"/>
                <a:gd name="T26" fmla="*/ 15 w 21"/>
                <a:gd name="T27" fmla="*/ 0 h 18"/>
                <a:gd name="T28" fmla="*/ 15 w 21"/>
                <a:gd name="T29" fmla="*/ 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8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9" y="0"/>
                    <a:pt x="2" y="1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1" y="11"/>
                    <a:pt x="2" y="16"/>
                    <a:pt x="6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16" y="18"/>
                    <a:pt x="20" y="12"/>
                    <a:pt x="21" y="7"/>
                  </a:cubicBezTo>
                  <a:cubicBezTo>
                    <a:pt x="21" y="6"/>
                    <a:pt x="21" y="5"/>
                    <a:pt x="21" y="4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18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ECCEC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任意多边形: 形状 50" descr="3a325345-45fb-45af-83e7-56614a3a22af"/>
            <p:cNvSpPr>
              <a:spLocks noEditPoints="1"/>
            </p:cNvSpPr>
            <p:nvPr/>
          </p:nvSpPr>
          <p:spPr bwMode="auto">
            <a:xfrm>
              <a:off x="5574506" y="2551113"/>
              <a:ext cx="57150" cy="15875"/>
            </a:xfrm>
            <a:custGeom>
              <a:gdLst>
                <a:gd name="T0" fmla="*/ 1 w 21"/>
                <a:gd name="T1" fmla="*/ 3 h 6"/>
                <a:gd name="T2" fmla="*/ 1 w 21"/>
                <a:gd name="T3" fmla="*/ 3 h 6"/>
                <a:gd name="T4" fmla="*/ 0 w 21"/>
                <a:gd name="T5" fmla="*/ 6 h 6"/>
                <a:gd name="T6" fmla="*/ 1 w 21"/>
                <a:gd name="T7" fmla="*/ 3 h 6"/>
                <a:gd name="T8" fmla="*/ 1 w 21"/>
                <a:gd name="T9" fmla="*/ 3 h 6"/>
                <a:gd name="T10" fmla="*/ 20 w 21"/>
                <a:gd name="T11" fmla="*/ 1 h 6"/>
                <a:gd name="T12" fmla="*/ 20 w 21"/>
                <a:gd name="T13" fmla="*/ 1 h 6"/>
                <a:gd name="T14" fmla="*/ 21 w 21"/>
                <a:gd name="T15" fmla="*/ 4 h 6"/>
                <a:gd name="T16" fmla="*/ 20 w 21"/>
                <a:gd name="T17" fmla="*/ 1 h 6"/>
                <a:gd name="T18" fmla="*/ 20 w 21"/>
                <a:gd name="T19" fmla="*/ 1 h 6"/>
                <a:gd name="T20" fmla="*/ 15 w 21"/>
                <a:gd name="T21" fmla="*/ 0 h 6"/>
                <a:gd name="T22" fmla="*/ 1 w 21"/>
                <a:gd name="T23" fmla="*/ 3 h 6"/>
                <a:gd name="T24" fmla="*/ 15 w 21"/>
                <a:gd name="T25" fmla="*/ 0 h 6"/>
                <a:gd name="T26" fmla="*/ 15 w 21"/>
                <a:gd name="T27" fmla="*/ 0 h 6"/>
                <a:gd name="T28" fmla="*/ 15 w 21"/>
                <a:gd name="T29" fmla="*/ 0 h 6"/>
                <a:gd name="T30" fmla="*/ 15 w 21"/>
                <a:gd name="T31" fmla="*/ 0 h 6"/>
                <a:gd name="T32" fmla="*/ 15 w 21"/>
                <a:gd name="T33" fmla="*/ 0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6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20" y="1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1" y="2"/>
                    <a:pt x="21" y="4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moveTo>
                    <a:pt x="15" y="0"/>
                  </a:moveTo>
                  <a:cubicBezTo>
                    <a:pt x="9" y="0"/>
                    <a:pt x="2" y="1"/>
                    <a:pt x="1" y="3"/>
                  </a:cubicBezTo>
                  <a:cubicBezTo>
                    <a:pt x="2" y="1"/>
                    <a:pt x="9" y="0"/>
                    <a:pt x="15" y="0"/>
                  </a:cubicBezTo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任意多边形: 形状 51" descr="35bd45e6-c7f7-4cb6-90dc-d622692bedcb"/>
            <p:cNvSpPr/>
            <p:nvPr/>
          </p:nvSpPr>
          <p:spPr bwMode="auto">
            <a:xfrm>
              <a:off x="5628481" y="2570163"/>
              <a:ext cx="6350" cy="7938"/>
            </a:xfrm>
            <a:custGeom>
              <a:gdLst>
                <a:gd name="T0" fmla="*/ 2 w 2"/>
                <a:gd name="T1" fmla="*/ 2 h 3"/>
                <a:gd name="T2" fmla="*/ 1 w 2"/>
                <a:gd name="T3" fmla="*/ 3 h 3"/>
                <a:gd name="T4" fmla="*/ 0 w 2"/>
                <a:gd name="T5" fmla="*/ 1 h 3"/>
                <a:gd name="T6" fmla="*/ 1 w 2"/>
                <a:gd name="T7" fmla="*/ 0 h 3"/>
                <a:gd name="T8" fmla="*/ 2 w 2"/>
                <a:gd name="T9" fmla="*/ 2 h 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任意多边形: 形状 52" descr="7ac8e0b8-4479-438e-aee7-ad98b5d487ea"/>
            <p:cNvSpPr/>
            <p:nvPr/>
          </p:nvSpPr>
          <p:spPr bwMode="auto">
            <a:xfrm>
              <a:off x="5569743" y="2557463"/>
              <a:ext cx="4763" cy="7938"/>
            </a:xfrm>
            <a:custGeom>
              <a:gdLst>
                <a:gd name="T0" fmla="*/ 3 w 3"/>
                <a:gd name="T1" fmla="*/ 5 h 5"/>
                <a:gd name="T2" fmla="*/ 0 w 3"/>
                <a:gd name="T3" fmla="*/ 5 h 5"/>
                <a:gd name="T4" fmla="*/ 0 w 3"/>
                <a:gd name="T5" fmla="*/ 1 h 5"/>
                <a:gd name="T6" fmla="*/ 3 w 3"/>
                <a:gd name="T7" fmla="*/ 0 h 5"/>
                <a:gd name="T8" fmla="*/ 3 w 3"/>
                <a:gd name="T9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lnTo>
                    <a:pt x="0" y="5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5"/>
                  </a:lnTo>
                  <a:close/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任意多边形: 形状 53" descr="25fa07cb-1cb6-470f-9651-b06b7a9e9130"/>
            <p:cNvSpPr/>
            <p:nvPr/>
          </p:nvSpPr>
          <p:spPr bwMode="auto">
            <a:xfrm>
              <a:off x="5636418" y="2543176"/>
              <a:ext cx="68263" cy="30163"/>
            </a:xfrm>
            <a:custGeom>
              <a:gdLst>
                <a:gd name="T0" fmla="*/ 24 w 25"/>
                <a:gd name="T1" fmla="*/ 4 h 11"/>
                <a:gd name="T2" fmla="*/ 3 w 25"/>
                <a:gd name="T3" fmla="*/ 2 h 11"/>
                <a:gd name="T4" fmla="*/ 3 w 25"/>
                <a:gd name="T5" fmla="*/ 10 h 11"/>
                <a:gd name="T6" fmla="*/ 3 w 25"/>
                <a:gd name="T7" fmla="*/ 10 h 11"/>
                <a:gd name="T8" fmla="*/ 3 w 25"/>
                <a:gd name="T9" fmla="*/ 4 h 11"/>
                <a:gd name="T10" fmla="*/ 23 w 25"/>
                <a:gd name="T11" fmla="*/ 6 h 11"/>
                <a:gd name="T12" fmla="*/ 23 w 25"/>
                <a:gd name="T13" fmla="*/ 11 h 11"/>
                <a:gd name="T14" fmla="*/ 23 w 25"/>
                <a:gd name="T15" fmla="*/ 11 h 11"/>
                <a:gd name="T16" fmla="*/ 24 w 25"/>
                <a:gd name="T17" fmla="*/ 4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1">
                  <a:moveTo>
                    <a:pt x="24" y="4"/>
                  </a:moveTo>
                  <a:cubicBezTo>
                    <a:pt x="23" y="2"/>
                    <a:pt x="4" y="0"/>
                    <a:pt x="3" y="2"/>
                  </a:cubicBezTo>
                  <a:cubicBezTo>
                    <a:pt x="0" y="6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7"/>
                    <a:pt x="3" y="5"/>
                    <a:pt x="3" y="4"/>
                  </a:cubicBezTo>
                  <a:cubicBezTo>
                    <a:pt x="6" y="2"/>
                    <a:pt x="22" y="4"/>
                    <a:pt x="23" y="6"/>
                  </a:cubicBezTo>
                  <a:cubicBezTo>
                    <a:pt x="23" y="7"/>
                    <a:pt x="23" y="9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5" y="6"/>
                    <a:pt x="24" y="4"/>
                  </a:cubicBezTo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任意多边形: 形状 54" descr="e1040a78-3485-4636-a5ed-54beba3b7ecd"/>
            <p:cNvSpPr/>
            <p:nvPr/>
          </p:nvSpPr>
          <p:spPr bwMode="auto">
            <a:xfrm>
              <a:off x="5645943" y="2551113"/>
              <a:ext cx="53975" cy="49213"/>
            </a:xfrm>
            <a:custGeom>
              <a:gdLst>
                <a:gd name="T0" fmla="*/ 6 w 20"/>
                <a:gd name="T1" fmla="*/ 0 h 18"/>
                <a:gd name="T2" fmla="*/ 6 w 20"/>
                <a:gd name="T3" fmla="*/ 0 h 18"/>
                <a:gd name="T4" fmla="*/ 1 w 20"/>
                <a:gd name="T5" fmla="*/ 1 h 18"/>
                <a:gd name="T6" fmla="*/ 0 w 20"/>
                <a:gd name="T7" fmla="*/ 1 h 18"/>
                <a:gd name="T8" fmla="*/ 0 w 20"/>
                <a:gd name="T9" fmla="*/ 1 h 18"/>
                <a:gd name="T10" fmla="*/ 0 w 20"/>
                <a:gd name="T11" fmla="*/ 4 h 18"/>
                <a:gd name="T12" fmla="*/ 0 w 20"/>
                <a:gd name="T13" fmla="*/ 7 h 18"/>
                <a:gd name="T14" fmla="*/ 12 w 20"/>
                <a:gd name="T15" fmla="*/ 18 h 18"/>
                <a:gd name="T16" fmla="*/ 14 w 20"/>
                <a:gd name="T17" fmla="*/ 18 h 18"/>
                <a:gd name="T18" fmla="*/ 20 w 20"/>
                <a:gd name="T19" fmla="*/ 8 h 18"/>
                <a:gd name="T20" fmla="*/ 20 w 20"/>
                <a:gd name="T21" fmla="*/ 6 h 18"/>
                <a:gd name="T22" fmla="*/ 20 w 20"/>
                <a:gd name="T23" fmla="*/ 3 h 18"/>
                <a:gd name="T24" fmla="*/ 20 w 20"/>
                <a:gd name="T25" fmla="*/ 3 h 18"/>
                <a:gd name="T26" fmla="*/ 20 w 20"/>
                <a:gd name="T27" fmla="*/ 3 h 18"/>
                <a:gd name="T28" fmla="*/ 20 w 20"/>
                <a:gd name="T29" fmla="*/ 3 h 18"/>
                <a:gd name="T30" fmla="*/ 20 w 20"/>
                <a:gd name="T31" fmla="*/ 3 h 18"/>
                <a:gd name="T32" fmla="*/ 20 w 20"/>
                <a:gd name="T33" fmla="*/ 3 h 18"/>
                <a:gd name="T34" fmla="*/ 6 w 20"/>
                <a:gd name="T35" fmla="*/ 0 h 18"/>
                <a:gd name="T36" fmla="*/ 6 w 20"/>
                <a:gd name="T37" fmla="*/ 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18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1" y="12"/>
                    <a:pt x="5" y="18"/>
                    <a:pt x="12" y="18"/>
                  </a:cubicBezTo>
                  <a:cubicBezTo>
                    <a:pt x="13" y="18"/>
                    <a:pt x="14" y="18"/>
                    <a:pt x="14" y="18"/>
                  </a:cubicBezTo>
                  <a:cubicBezTo>
                    <a:pt x="19" y="16"/>
                    <a:pt x="20" y="11"/>
                    <a:pt x="20" y="8"/>
                  </a:cubicBezTo>
                  <a:cubicBezTo>
                    <a:pt x="20" y="7"/>
                    <a:pt x="20" y="7"/>
                    <a:pt x="20" y="6"/>
                  </a:cubicBezTo>
                  <a:cubicBezTo>
                    <a:pt x="20" y="5"/>
                    <a:pt x="20" y="4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1"/>
                    <a:pt x="11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ECCEC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任意多边形: 形状 55" descr="68d17963-020f-4965-85f0-4b27b15f2192"/>
            <p:cNvSpPr>
              <a:spLocks noEditPoints="1"/>
            </p:cNvSpPr>
            <p:nvPr/>
          </p:nvSpPr>
          <p:spPr bwMode="auto">
            <a:xfrm>
              <a:off x="5645943" y="2551113"/>
              <a:ext cx="53975" cy="15875"/>
            </a:xfrm>
            <a:custGeom>
              <a:gdLst>
                <a:gd name="T0" fmla="*/ 20 w 20"/>
                <a:gd name="T1" fmla="*/ 3 h 6"/>
                <a:gd name="T2" fmla="*/ 20 w 20"/>
                <a:gd name="T3" fmla="*/ 3 h 6"/>
                <a:gd name="T4" fmla="*/ 20 w 20"/>
                <a:gd name="T5" fmla="*/ 6 h 6"/>
                <a:gd name="T6" fmla="*/ 20 w 20"/>
                <a:gd name="T7" fmla="*/ 3 h 6"/>
                <a:gd name="T8" fmla="*/ 20 w 20"/>
                <a:gd name="T9" fmla="*/ 3 h 6"/>
                <a:gd name="T10" fmla="*/ 20 w 20"/>
                <a:gd name="T11" fmla="*/ 3 h 6"/>
                <a:gd name="T12" fmla="*/ 20 w 20"/>
                <a:gd name="T13" fmla="*/ 3 h 6"/>
                <a:gd name="T14" fmla="*/ 20 w 20"/>
                <a:gd name="T15" fmla="*/ 3 h 6"/>
                <a:gd name="T16" fmla="*/ 20 w 20"/>
                <a:gd name="T17" fmla="*/ 3 h 6"/>
                <a:gd name="T18" fmla="*/ 20 w 20"/>
                <a:gd name="T19" fmla="*/ 3 h 6"/>
                <a:gd name="T20" fmla="*/ 20 w 20"/>
                <a:gd name="T21" fmla="*/ 3 h 6"/>
                <a:gd name="T22" fmla="*/ 0 w 20"/>
                <a:gd name="T23" fmla="*/ 1 h 6"/>
                <a:gd name="T24" fmla="*/ 0 w 20"/>
                <a:gd name="T25" fmla="*/ 1 h 6"/>
                <a:gd name="T26" fmla="*/ 0 w 20"/>
                <a:gd name="T27" fmla="*/ 4 h 6"/>
                <a:gd name="T28" fmla="*/ 0 w 20"/>
                <a:gd name="T29" fmla="*/ 1 h 6"/>
                <a:gd name="T30" fmla="*/ 0 w 20"/>
                <a:gd name="T31" fmla="*/ 1 h 6"/>
                <a:gd name="T32" fmla="*/ 6 w 20"/>
                <a:gd name="T33" fmla="*/ 0 h 6"/>
                <a:gd name="T34" fmla="*/ 1 w 20"/>
                <a:gd name="T35" fmla="*/ 1 h 6"/>
                <a:gd name="T36" fmla="*/ 6 w 20"/>
                <a:gd name="T37" fmla="*/ 0 h 6"/>
                <a:gd name="T38" fmla="*/ 6 w 20"/>
                <a:gd name="T39" fmla="*/ 0 h 6"/>
                <a:gd name="T40" fmla="*/ 6 w 20"/>
                <a:gd name="T41" fmla="*/ 0 h 6"/>
                <a:gd name="T42" fmla="*/ 6 w 20"/>
                <a:gd name="T43" fmla="*/ 0 h 6"/>
                <a:gd name="T44" fmla="*/ 6 w 20"/>
                <a:gd name="T45" fmla="*/ 0 h 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6"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4"/>
                    <a:pt x="20" y="5"/>
                    <a:pt x="20" y="6"/>
                  </a:cubicBezTo>
                  <a:cubicBezTo>
                    <a:pt x="20" y="5"/>
                    <a:pt x="20" y="4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20" y="3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4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6" y="0"/>
                  </a:moveTo>
                  <a:cubicBezTo>
                    <a:pt x="3" y="0"/>
                    <a:pt x="1" y="0"/>
                    <a:pt x="1" y="1"/>
                  </a:cubicBezTo>
                  <a:cubicBezTo>
                    <a:pt x="1" y="0"/>
                    <a:pt x="3" y="0"/>
                    <a:pt x="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任意多边形: 形状 56" descr="ba23ad3a-673b-42ba-9550-19a89cf0c298"/>
            <p:cNvSpPr/>
            <p:nvPr/>
          </p:nvSpPr>
          <p:spPr bwMode="auto">
            <a:xfrm>
              <a:off x="5639593" y="2566988"/>
              <a:ext cx="7938" cy="11113"/>
            </a:xfrm>
            <a:custGeom>
              <a:gdLst>
                <a:gd name="T0" fmla="*/ 1 w 3"/>
                <a:gd name="T1" fmla="*/ 3 h 4"/>
                <a:gd name="T2" fmla="*/ 2 w 3"/>
                <a:gd name="T3" fmla="*/ 4 h 4"/>
                <a:gd name="T4" fmla="*/ 3 w 3"/>
                <a:gd name="T5" fmla="*/ 2 h 4"/>
                <a:gd name="T6" fmla="*/ 1 w 3"/>
                <a:gd name="T7" fmla="*/ 1 h 4"/>
                <a:gd name="T8" fmla="*/ 1 w 3"/>
                <a:gd name="T9" fmla="*/ 3 h 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1" y="3"/>
                  </a:moveTo>
                  <a:cubicBezTo>
                    <a:pt x="1" y="4"/>
                    <a:pt x="2" y="4"/>
                    <a:pt x="2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2" y="1"/>
                    <a:pt x="2" y="0"/>
                    <a:pt x="1" y="1"/>
                  </a:cubicBezTo>
                  <a:cubicBezTo>
                    <a:pt x="1" y="1"/>
                    <a:pt x="0" y="2"/>
                    <a:pt x="1" y="3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任意多边形: 形状 57" descr="ff7dd668-36a3-4256-8d75-e842d4a65f71"/>
            <p:cNvSpPr/>
            <p:nvPr/>
          </p:nvSpPr>
          <p:spPr bwMode="auto">
            <a:xfrm>
              <a:off x="5703093" y="2557463"/>
              <a:ext cx="4763" cy="7938"/>
            </a:xfrm>
            <a:custGeom>
              <a:gdLst>
                <a:gd name="T0" fmla="*/ 0 w 3"/>
                <a:gd name="T1" fmla="*/ 5 h 5"/>
                <a:gd name="T2" fmla="*/ 3 w 3"/>
                <a:gd name="T3" fmla="*/ 5 h 5"/>
                <a:gd name="T4" fmla="*/ 3 w 3"/>
                <a:gd name="T5" fmla="*/ 1 h 5"/>
                <a:gd name="T6" fmla="*/ 0 w 3"/>
                <a:gd name="T7" fmla="*/ 0 h 5"/>
                <a:gd name="T8" fmla="*/ 0 w 3"/>
                <a:gd name="T9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5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矩形 58" descr="d80ac815-f4e8-4b12-a997-ecb25c86bc1f"/>
            <p:cNvSpPr>
              <a:spLocks noChangeArrowheads="1"/>
            </p:cNvSpPr>
            <p:nvPr/>
          </p:nvSpPr>
          <p:spPr bwMode="auto">
            <a:xfrm>
              <a:off x="5631656" y="2562226"/>
              <a:ext cx="14288" cy="4763"/>
            </a:xfrm>
            <a:prstGeom prst="rect">
              <a:avLst/>
            </a:pr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矩形 59" descr="693da4d8-4db8-4e04-a7d1-6215f42b57ea"/>
            <p:cNvSpPr>
              <a:spLocks noChangeArrowheads="1"/>
            </p:cNvSpPr>
            <p:nvPr/>
          </p:nvSpPr>
          <p:spPr bwMode="auto">
            <a:xfrm>
              <a:off x="5631656" y="2554288"/>
              <a:ext cx="14288" cy="7938"/>
            </a:xfrm>
            <a:prstGeom prst="rect">
              <a:avLst/>
            </a:prstGeom>
            <a:solidFill>
              <a:srgbClr val="4535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任意多边形: 形状 60" descr="b34a75ad-d8e8-412c-9b98-3ae53c393568"/>
            <p:cNvSpPr/>
            <p:nvPr/>
          </p:nvSpPr>
          <p:spPr bwMode="auto">
            <a:xfrm>
              <a:off x="5914231" y="3702051"/>
              <a:ext cx="187325" cy="61913"/>
            </a:xfrm>
            <a:custGeom>
              <a:gdLst>
                <a:gd name="T0" fmla="*/ 35 w 69"/>
                <a:gd name="T1" fmla="*/ 0 h 23"/>
                <a:gd name="T2" fmla="*/ 68 w 69"/>
                <a:gd name="T3" fmla="*/ 16 h 23"/>
                <a:gd name="T4" fmla="*/ 68 w 69"/>
                <a:gd name="T5" fmla="*/ 23 h 23"/>
                <a:gd name="T6" fmla="*/ 0 w 69"/>
                <a:gd name="T7" fmla="*/ 23 h 23"/>
                <a:gd name="T8" fmla="*/ 0 w 69"/>
                <a:gd name="T9" fmla="*/ 0 h 23"/>
                <a:gd name="T10" fmla="*/ 35 w 69"/>
                <a:gd name="T11" fmla="*/ 0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23">
                  <a:moveTo>
                    <a:pt x="35" y="0"/>
                  </a:moveTo>
                  <a:cubicBezTo>
                    <a:pt x="35" y="0"/>
                    <a:pt x="66" y="14"/>
                    <a:pt x="68" y="16"/>
                  </a:cubicBezTo>
                  <a:cubicBezTo>
                    <a:pt x="69" y="18"/>
                    <a:pt x="68" y="23"/>
                    <a:pt x="68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任意多边形: 形状 61" descr="eb153b61-38ee-4d1d-9613-b7f5b2a15213"/>
            <p:cNvSpPr/>
            <p:nvPr/>
          </p:nvSpPr>
          <p:spPr bwMode="auto">
            <a:xfrm>
              <a:off x="5726906" y="3702051"/>
              <a:ext cx="187325" cy="61913"/>
            </a:xfrm>
            <a:custGeom>
              <a:gdLst>
                <a:gd name="T0" fmla="*/ 34 w 69"/>
                <a:gd name="T1" fmla="*/ 0 h 23"/>
                <a:gd name="T2" fmla="*/ 1 w 69"/>
                <a:gd name="T3" fmla="*/ 16 h 23"/>
                <a:gd name="T4" fmla="*/ 1 w 69"/>
                <a:gd name="T5" fmla="*/ 23 h 23"/>
                <a:gd name="T6" fmla="*/ 69 w 69"/>
                <a:gd name="T7" fmla="*/ 23 h 23"/>
                <a:gd name="T8" fmla="*/ 69 w 69"/>
                <a:gd name="T9" fmla="*/ 0 h 23"/>
                <a:gd name="T10" fmla="*/ 34 w 69"/>
                <a:gd name="T11" fmla="*/ 0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23">
                  <a:moveTo>
                    <a:pt x="34" y="0"/>
                  </a:moveTo>
                  <a:cubicBezTo>
                    <a:pt x="34" y="0"/>
                    <a:pt x="3" y="14"/>
                    <a:pt x="1" y="16"/>
                  </a:cubicBezTo>
                  <a:cubicBezTo>
                    <a:pt x="0" y="18"/>
                    <a:pt x="1" y="23"/>
                    <a:pt x="1" y="23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0"/>
                    <a:pt x="69" y="0"/>
                    <a:pt x="69" y="0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任意多边形: 形状 62" descr="1b57e6a3-0fc3-4148-8a64-435c8c56aa46"/>
            <p:cNvSpPr/>
            <p:nvPr/>
          </p:nvSpPr>
          <p:spPr bwMode="auto">
            <a:xfrm>
              <a:off x="5772943" y="2954338"/>
              <a:ext cx="282575" cy="747713"/>
            </a:xfrm>
            <a:custGeom>
              <a:gdLst>
                <a:gd name="T0" fmla="*/ 0 w 178"/>
                <a:gd name="T1" fmla="*/ 85 h 471"/>
                <a:gd name="T2" fmla="*/ 27 w 178"/>
                <a:gd name="T3" fmla="*/ 471 h 471"/>
                <a:gd name="T4" fmla="*/ 89 w 178"/>
                <a:gd name="T5" fmla="*/ 471 h 471"/>
                <a:gd name="T6" fmla="*/ 149 w 178"/>
                <a:gd name="T7" fmla="*/ 471 h 471"/>
                <a:gd name="T8" fmla="*/ 178 w 178"/>
                <a:gd name="T9" fmla="*/ 85 h 471"/>
                <a:gd name="T10" fmla="*/ 161 w 178"/>
                <a:gd name="T11" fmla="*/ 0 h 471"/>
                <a:gd name="T12" fmla="*/ 17 w 178"/>
                <a:gd name="T13" fmla="*/ 0 h 471"/>
                <a:gd name="T14" fmla="*/ 0 w 178"/>
                <a:gd name="T15" fmla="*/ 85 h 4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8" h="471">
                  <a:moveTo>
                    <a:pt x="0" y="85"/>
                  </a:moveTo>
                  <a:lnTo>
                    <a:pt x="27" y="471"/>
                  </a:lnTo>
                  <a:lnTo>
                    <a:pt x="89" y="471"/>
                  </a:lnTo>
                  <a:lnTo>
                    <a:pt x="149" y="471"/>
                  </a:lnTo>
                  <a:lnTo>
                    <a:pt x="178" y="85"/>
                  </a:lnTo>
                  <a:lnTo>
                    <a:pt x="161" y="0"/>
                  </a:lnTo>
                  <a:lnTo>
                    <a:pt x="17" y="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333C4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矩形 63" descr="df123b5e-18d6-496e-a2b3-47b7a637802f"/>
            <p:cNvSpPr>
              <a:spLocks noChangeArrowheads="1"/>
            </p:cNvSpPr>
            <p:nvPr/>
          </p:nvSpPr>
          <p:spPr bwMode="auto">
            <a:xfrm>
              <a:off x="5884068" y="2524126"/>
              <a:ext cx="60325" cy="122238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任意多边形: 形状 64" descr="b5fd9dfe-8ef7-47e9-9de4-302d45550652"/>
            <p:cNvSpPr/>
            <p:nvPr/>
          </p:nvSpPr>
          <p:spPr bwMode="auto">
            <a:xfrm>
              <a:off x="5696743" y="2774951"/>
              <a:ext cx="76200" cy="401638"/>
            </a:xfrm>
            <a:custGeom>
              <a:gdLst>
                <a:gd name="T0" fmla="*/ 23 w 28"/>
                <a:gd name="T1" fmla="*/ 129 h 148"/>
                <a:gd name="T2" fmla="*/ 26 w 28"/>
                <a:gd name="T3" fmla="*/ 125 h 148"/>
                <a:gd name="T4" fmla="*/ 20 w 28"/>
                <a:gd name="T5" fmla="*/ 117 h 148"/>
                <a:gd name="T6" fmla="*/ 20 w 28"/>
                <a:gd name="T7" fmla="*/ 117 h 148"/>
                <a:gd name="T8" fmla="*/ 20 w 28"/>
                <a:gd name="T9" fmla="*/ 117 h 148"/>
                <a:gd name="T10" fmla="*/ 22 w 28"/>
                <a:gd name="T11" fmla="*/ 50 h 148"/>
                <a:gd name="T12" fmla="*/ 22 w 28"/>
                <a:gd name="T13" fmla="*/ 37 h 148"/>
                <a:gd name="T14" fmla="*/ 27 w 28"/>
                <a:gd name="T15" fmla="*/ 5 h 148"/>
                <a:gd name="T16" fmla="*/ 6 w 28"/>
                <a:gd name="T17" fmla="*/ 0 h 148"/>
                <a:gd name="T18" fmla="*/ 0 w 28"/>
                <a:gd name="T19" fmla="*/ 39 h 148"/>
                <a:gd name="T20" fmla="*/ 6 w 28"/>
                <a:gd name="T21" fmla="*/ 116 h 148"/>
                <a:gd name="T22" fmla="*/ 1 w 28"/>
                <a:gd name="T23" fmla="*/ 135 h 148"/>
                <a:gd name="T24" fmla="*/ 15 w 28"/>
                <a:gd name="T25" fmla="*/ 148 h 148"/>
                <a:gd name="T26" fmla="*/ 28 w 28"/>
                <a:gd name="T27" fmla="*/ 136 h 148"/>
                <a:gd name="T28" fmla="*/ 23 w 28"/>
                <a:gd name="T29" fmla="*/ 129 h 1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48">
                  <a:moveTo>
                    <a:pt x="23" y="129"/>
                  </a:moveTo>
                  <a:cubicBezTo>
                    <a:pt x="23" y="129"/>
                    <a:pt x="25" y="128"/>
                    <a:pt x="26" y="125"/>
                  </a:cubicBezTo>
                  <a:cubicBezTo>
                    <a:pt x="26" y="122"/>
                    <a:pt x="20" y="117"/>
                    <a:pt x="20" y="117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24"/>
                    <a:pt x="0" y="131"/>
                    <a:pt x="1" y="135"/>
                  </a:cubicBezTo>
                  <a:cubicBezTo>
                    <a:pt x="5" y="140"/>
                    <a:pt x="10" y="148"/>
                    <a:pt x="15" y="148"/>
                  </a:cubicBezTo>
                  <a:cubicBezTo>
                    <a:pt x="19" y="146"/>
                    <a:pt x="25" y="143"/>
                    <a:pt x="28" y="136"/>
                  </a:cubicBezTo>
                  <a:cubicBezTo>
                    <a:pt x="27" y="132"/>
                    <a:pt x="23" y="129"/>
                    <a:pt x="23" y="129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任意多边形: 形状 65" descr="c3100842-f5a1-4047-862b-c43f6c210b6a"/>
            <p:cNvSpPr/>
            <p:nvPr/>
          </p:nvSpPr>
          <p:spPr bwMode="auto">
            <a:xfrm>
              <a:off x="5703093" y="2774951"/>
              <a:ext cx="66675" cy="84138"/>
            </a:xfrm>
            <a:custGeom>
              <a:gdLst>
                <a:gd name="T0" fmla="*/ 42 w 42"/>
                <a:gd name="T1" fmla="*/ 8 h 53"/>
                <a:gd name="T2" fmla="*/ 36 w 42"/>
                <a:gd name="T3" fmla="*/ 53 h 53"/>
                <a:gd name="T4" fmla="*/ 0 w 42"/>
                <a:gd name="T5" fmla="*/ 44 h 53"/>
                <a:gd name="T6" fmla="*/ 6 w 42"/>
                <a:gd name="T7" fmla="*/ 0 h 53"/>
                <a:gd name="T8" fmla="*/ 42 w 42"/>
                <a:gd name="T9" fmla="*/ 8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2">
                  <a:moveTo>
                    <a:pt x="42" y="8"/>
                  </a:moveTo>
                  <a:lnTo>
                    <a:pt x="36" y="53"/>
                  </a:lnTo>
                  <a:lnTo>
                    <a:pt x="0" y="44"/>
                  </a:lnTo>
                  <a:lnTo>
                    <a:pt x="6" y="0"/>
                  </a:lnTo>
                  <a:lnTo>
                    <a:pt x="42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descr="62503a97-077c-4375-b8be-65a3a1a59316"/>
            <p:cNvSpPr/>
            <p:nvPr/>
          </p:nvSpPr>
          <p:spPr bwMode="auto">
            <a:xfrm>
              <a:off x="6058693" y="2782888"/>
              <a:ext cx="76200" cy="401638"/>
            </a:xfrm>
            <a:custGeom>
              <a:gdLst>
                <a:gd name="T0" fmla="*/ 5 w 28"/>
                <a:gd name="T1" fmla="*/ 128 h 148"/>
                <a:gd name="T2" fmla="*/ 3 w 28"/>
                <a:gd name="T3" fmla="*/ 124 h 148"/>
                <a:gd name="T4" fmla="*/ 8 w 28"/>
                <a:gd name="T5" fmla="*/ 116 h 148"/>
                <a:gd name="T6" fmla="*/ 9 w 28"/>
                <a:gd name="T7" fmla="*/ 116 h 148"/>
                <a:gd name="T8" fmla="*/ 8 w 28"/>
                <a:gd name="T9" fmla="*/ 116 h 148"/>
                <a:gd name="T10" fmla="*/ 6 w 28"/>
                <a:gd name="T11" fmla="*/ 50 h 148"/>
                <a:gd name="T12" fmla="*/ 6 w 28"/>
                <a:gd name="T13" fmla="*/ 36 h 148"/>
                <a:gd name="T14" fmla="*/ 2 w 28"/>
                <a:gd name="T15" fmla="*/ 5 h 148"/>
                <a:gd name="T16" fmla="*/ 23 w 28"/>
                <a:gd name="T17" fmla="*/ 0 h 148"/>
                <a:gd name="T18" fmla="*/ 28 w 28"/>
                <a:gd name="T19" fmla="*/ 39 h 148"/>
                <a:gd name="T20" fmla="*/ 22 w 28"/>
                <a:gd name="T21" fmla="*/ 116 h 148"/>
                <a:gd name="T22" fmla="*/ 27 w 28"/>
                <a:gd name="T23" fmla="*/ 135 h 148"/>
                <a:gd name="T24" fmla="*/ 14 w 28"/>
                <a:gd name="T25" fmla="*/ 148 h 148"/>
                <a:gd name="T26" fmla="*/ 0 w 28"/>
                <a:gd name="T27" fmla="*/ 136 h 148"/>
                <a:gd name="T28" fmla="*/ 5 w 28"/>
                <a:gd name="T29" fmla="*/ 128 h 1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48">
                  <a:moveTo>
                    <a:pt x="5" y="128"/>
                  </a:moveTo>
                  <a:cubicBezTo>
                    <a:pt x="5" y="128"/>
                    <a:pt x="3" y="127"/>
                    <a:pt x="3" y="124"/>
                  </a:cubicBezTo>
                  <a:cubicBezTo>
                    <a:pt x="2" y="121"/>
                    <a:pt x="8" y="116"/>
                    <a:pt x="8" y="116"/>
                  </a:cubicBezTo>
                  <a:cubicBezTo>
                    <a:pt x="8" y="116"/>
                    <a:pt x="8" y="116"/>
                    <a:pt x="9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2" y="123"/>
                    <a:pt x="28" y="131"/>
                    <a:pt x="27" y="135"/>
                  </a:cubicBezTo>
                  <a:cubicBezTo>
                    <a:pt x="24" y="139"/>
                    <a:pt x="18" y="148"/>
                    <a:pt x="14" y="148"/>
                  </a:cubicBezTo>
                  <a:cubicBezTo>
                    <a:pt x="9" y="146"/>
                    <a:pt x="3" y="142"/>
                    <a:pt x="0" y="136"/>
                  </a:cubicBezTo>
                  <a:cubicBezTo>
                    <a:pt x="1" y="132"/>
                    <a:pt x="5" y="128"/>
                    <a:pt x="5" y="12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descr="b67e5b8c-e036-4169-8395-3c7853e50d8e"/>
            <p:cNvSpPr/>
            <p:nvPr/>
          </p:nvSpPr>
          <p:spPr bwMode="auto">
            <a:xfrm>
              <a:off x="6063456" y="2782888"/>
              <a:ext cx="65088" cy="84138"/>
            </a:xfrm>
            <a:custGeom>
              <a:gdLst>
                <a:gd name="T0" fmla="*/ 0 w 41"/>
                <a:gd name="T1" fmla="*/ 8 h 53"/>
                <a:gd name="T2" fmla="*/ 7 w 41"/>
                <a:gd name="T3" fmla="*/ 53 h 53"/>
                <a:gd name="T4" fmla="*/ 41 w 41"/>
                <a:gd name="T5" fmla="*/ 44 h 53"/>
                <a:gd name="T6" fmla="*/ 36 w 41"/>
                <a:gd name="T7" fmla="*/ 0 h 53"/>
                <a:gd name="T8" fmla="*/ 0 w 41"/>
                <a:gd name="T9" fmla="*/ 8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2">
                  <a:moveTo>
                    <a:pt x="0" y="8"/>
                  </a:moveTo>
                  <a:lnTo>
                    <a:pt x="7" y="53"/>
                  </a:lnTo>
                  <a:lnTo>
                    <a:pt x="41" y="44"/>
                  </a:lnTo>
                  <a:lnTo>
                    <a:pt x="36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descr="6c0e9913-d546-46ca-8e59-edd710956d6b"/>
            <p:cNvSpPr/>
            <p:nvPr/>
          </p:nvSpPr>
          <p:spPr bwMode="auto">
            <a:xfrm>
              <a:off x="5696743" y="2586038"/>
              <a:ext cx="431800" cy="482600"/>
            </a:xfrm>
            <a:custGeom>
              <a:gdLst>
                <a:gd name="T0" fmla="*/ 155 w 159"/>
                <a:gd name="T1" fmla="*/ 57 h 177"/>
                <a:gd name="T2" fmla="*/ 145 w 159"/>
                <a:gd name="T3" fmla="*/ 18 h 177"/>
                <a:gd name="T4" fmla="*/ 93 w 159"/>
                <a:gd name="T5" fmla="*/ 1 h 177"/>
                <a:gd name="T6" fmla="*/ 81 w 159"/>
                <a:gd name="T7" fmla="*/ 17 h 177"/>
                <a:gd name="T8" fmla="*/ 68 w 159"/>
                <a:gd name="T9" fmla="*/ 1 h 177"/>
                <a:gd name="T10" fmla="*/ 16 w 159"/>
                <a:gd name="T11" fmla="*/ 18 h 177"/>
                <a:gd name="T12" fmla="*/ 7 w 159"/>
                <a:gd name="T13" fmla="*/ 58 h 177"/>
                <a:gd name="T14" fmla="*/ 7 w 159"/>
                <a:gd name="T15" fmla="*/ 58 h 177"/>
                <a:gd name="T16" fmla="*/ 7 w 159"/>
                <a:gd name="T17" fmla="*/ 58 h 177"/>
                <a:gd name="T18" fmla="*/ 7 w 159"/>
                <a:gd name="T19" fmla="*/ 58 h 177"/>
                <a:gd name="T20" fmla="*/ 0 w 159"/>
                <a:gd name="T21" fmla="*/ 90 h 177"/>
                <a:gd name="T22" fmla="*/ 28 w 159"/>
                <a:gd name="T23" fmla="*/ 97 h 177"/>
                <a:gd name="T24" fmla="*/ 32 w 159"/>
                <a:gd name="T25" fmla="*/ 58 h 177"/>
                <a:gd name="T26" fmla="*/ 32 w 159"/>
                <a:gd name="T27" fmla="*/ 58 h 177"/>
                <a:gd name="T28" fmla="*/ 30 w 159"/>
                <a:gd name="T29" fmla="*/ 173 h 177"/>
                <a:gd name="T30" fmla="*/ 132 w 159"/>
                <a:gd name="T31" fmla="*/ 177 h 177"/>
                <a:gd name="T32" fmla="*/ 129 w 159"/>
                <a:gd name="T33" fmla="*/ 58 h 177"/>
                <a:gd name="T34" fmla="*/ 129 w 159"/>
                <a:gd name="T35" fmla="*/ 58 h 177"/>
                <a:gd name="T36" fmla="*/ 135 w 159"/>
                <a:gd name="T37" fmla="*/ 100 h 177"/>
                <a:gd name="T38" fmla="*/ 159 w 159"/>
                <a:gd name="T39" fmla="*/ 96 h 177"/>
                <a:gd name="T40" fmla="*/ 155 w 159"/>
                <a:gd name="T41" fmla="*/ 57 h 17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9" h="177">
                  <a:moveTo>
                    <a:pt x="155" y="57"/>
                  </a:moveTo>
                  <a:cubicBezTo>
                    <a:pt x="154" y="30"/>
                    <a:pt x="145" y="18"/>
                    <a:pt x="145" y="18"/>
                  </a:cubicBezTo>
                  <a:cubicBezTo>
                    <a:pt x="144" y="9"/>
                    <a:pt x="94" y="0"/>
                    <a:pt x="93" y="1"/>
                  </a:cubicBezTo>
                  <a:cubicBezTo>
                    <a:pt x="81" y="17"/>
                    <a:pt x="81" y="17"/>
                    <a:pt x="81" y="17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0"/>
                    <a:pt x="17" y="9"/>
                    <a:pt x="16" y="18"/>
                  </a:cubicBezTo>
                  <a:cubicBezTo>
                    <a:pt x="16" y="18"/>
                    <a:pt x="11" y="29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8" y="97"/>
                    <a:pt x="28" y="97"/>
                    <a:pt x="28" y="97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132" y="177"/>
                    <a:pt x="132" y="177"/>
                    <a:pt x="132" y="177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5" y="100"/>
                    <a:pt x="135" y="100"/>
                    <a:pt x="135" y="100"/>
                  </a:cubicBezTo>
                  <a:cubicBezTo>
                    <a:pt x="159" y="96"/>
                    <a:pt x="159" y="96"/>
                    <a:pt x="159" y="96"/>
                  </a:cubicBezTo>
                  <a:lnTo>
                    <a:pt x="155" y="5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descr="0f31f0e8-e216-4453-aa41-09ee1a67c944"/>
            <p:cNvSpPr/>
            <p:nvPr/>
          </p:nvSpPr>
          <p:spPr bwMode="auto">
            <a:xfrm>
              <a:off x="5818981" y="2397126"/>
              <a:ext cx="198438" cy="141288"/>
            </a:xfrm>
            <a:custGeom>
              <a:gdLst>
                <a:gd name="T0" fmla="*/ 4 w 73"/>
                <a:gd name="T1" fmla="*/ 12 h 52"/>
                <a:gd name="T2" fmla="*/ 18 w 73"/>
                <a:gd name="T3" fmla="*/ 52 h 52"/>
                <a:gd name="T4" fmla="*/ 53 w 73"/>
                <a:gd name="T5" fmla="*/ 52 h 52"/>
                <a:gd name="T6" fmla="*/ 66 w 73"/>
                <a:gd name="T7" fmla="*/ 12 h 52"/>
                <a:gd name="T8" fmla="*/ 38 w 73"/>
                <a:gd name="T9" fmla="*/ 0 h 52"/>
                <a:gd name="T10" fmla="*/ 4 w 73"/>
                <a:gd name="T11" fmla="*/ 12 h 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52">
                  <a:moveTo>
                    <a:pt x="4" y="12"/>
                  </a:moveTo>
                  <a:cubicBezTo>
                    <a:pt x="0" y="21"/>
                    <a:pt x="10" y="52"/>
                    <a:pt x="18" y="52"/>
                  </a:cubicBezTo>
                  <a:cubicBezTo>
                    <a:pt x="25" y="52"/>
                    <a:pt x="45" y="52"/>
                    <a:pt x="53" y="52"/>
                  </a:cubicBezTo>
                  <a:cubicBezTo>
                    <a:pt x="60" y="52"/>
                    <a:pt x="73" y="19"/>
                    <a:pt x="66" y="12"/>
                  </a:cubicBezTo>
                  <a:cubicBezTo>
                    <a:pt x="58" y="7"/>
                    <a:pt x="38" y="0"/>
                    <a:pt x="38" y="0"/>
                  </a:cubicBezTo>
                  <a:cubicBezTo>
                    <a:pt x="38" y="0"/>
                    <a:pt x="11" y="7"/>
                    <a:pt x="4" y="12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descr="6e0dcb8a-c8d3-4bcb-a95b-86c1810ef5c0"/>
            <p:cNvSpPr/>
            <p:nvPr/>
          </p:nvSpPr>
          <p:spPr bwMode="auto">
            <a:xfrm>
              <a:off x="5814218" y="2428876"/>
              <a:ext cx="38100" cy="52388"/>
            </a:xfrm>
            <a:custGeom>
              <a:gdLst>
                <a:gd name="T0" fmla="*/ 10 w 14"/>
                <a:gd name="T1" fmla="*/ 18 h 19"/>
                <a:gd name="T2" fmla="*/ 1 w 14"/>
                <a:gd name="T3" fmla="*/ 11 h 19"/>
                <a:gd name="T4" fmla="*/ 7 w 14"/>
                <a:gd name="T5" fmla="*/ 1 h 19"/>
                <a:gd name="T6" fmla="*/ 10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10" y="18"/>
                  </a:move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7" y="1"/>
                  </a:cubicBezTo>
                  <a:cubicBezTo>
                    <a:pt x="11" y="0"/>
                    <a:pt x="14" y="17"/>
                    <a:pt x="10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descr="de54c9ee-01d5-4a1a-bfeb-d7ef4ddbe025"/>
            <p:cNvSpPr/>
            <p:nvPr/>
          </p:nvSpPr>
          <p:spPr bwMode="auto">
            <a:xfrm>
              <a:off x="5977731" y="2428876"/>
              <a:ext cx="38100" cy="52388"/>
            </a:xfrm>
            <a:custGeom>
              <a:gdLst>
                <a:gd name="T0" fmla="*/ 4 w 14"/>
                <a:gd name="T1" fmla="*/ 18 h 19"/>
                <a:gd name="T2" fmla="*/ 13 w 14"/>
                <a:gd name="T3" fmla="*/ 11 h 19"/>
                <a:gd name="T4" fmla="*/ 7 w 14"/>
                <a:gd name="T5" fmla="*/ 1 h 19"/>
                <a:gd name="T6" fmla="*/ 4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4" y="18"/>
                  </a:moveTo>
                  <a:cubicBezTo>
                    <a:pt x="8" y="19"/>
                    <a:pt x="12" y="16"/>
                    <a:pt x="13" y="11"/>
                  </a:cubicBezTo>
                  <a:cubicBezTo>
                    <a:pt x="14" y="7"/>
                    <a:pt x="11" y="2"/>
                    <a:pt x="7" y="1"/>
                  </a:cubicBezTo>
                  <a:cubicBezTo>
                    <a:pt x="3" y="0"/>
                    <a:pt x="0" y="17"/>
                    <a:pt x="4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descr="27a403fb-cb01-4a88-aa7a-08c7cf629159"/>
            <p:cNvSpPr/>
            <p:nvPr/>
          </p:nvSpPr>
          <p:spPr bwMode="auto">
            <a:xfrm>
              <a:off x="5826918" y="2347913"/>
              <a:ext cx="177800" cy="214313"/>
            </a:xfrm>
            <a:custGeom>
              <a:gdLst>
                <a:gd name="T0" fmla="*/ 32 w 65"/>
                <a:gd name="T1" fmla="*/ 79 h 79"/>
                <a:gd name="T2" fmla="*/ 61 w 65"/>
                <a:gd name="T3" fmla="*/ 20 h 79"/>
                <a:gd name="T4" fmla="*/ 33 w 65"/>
                <a:gd name="T5" fmla="*/ 0 h 79"/>
                <a:gd name="T6" fmla="*/ 4 w 65"/>
                <a:gd name="T7" fmla="*/ 20 h 79"/>
                <a:gd name="T8" fmla="*/ 32 w 65"/>
                <a:gd name="T9" fmla="*/ 79 h 7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9">
                  <a:moveTo>
                    <a:pt x="32" y="79"/>
                  </a:moveTo>
                  <a:cubicBezTo>
                    <a:pt x="65" y="79"/>
                    <a:pt x="61" y="20"/>
                    <a:pt x="61" y="20"/>
                  </a:cubicBezTo>
                  <a:cubicBezTo>
                    <a:pt x="61" y="20"/>
                    <a:pt x="60" y="0"/>
                    <a:pt x="33" y="0"/>
                  </a:cubicBezTo>
                  <a:cubicBezTo>
                    <a:pt x="10" y="0"/>
                    <a:pt x="4" y="20"/>
                    <a:pt x="4" y="20"/>
                  </a:cubicBezTo>
                  <a:cubicBezTo>
                    <a:pt x="4" y="20"/>
                    <a:pt x="0" y="79"/>
                    <a:pt x="32" y="79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 descr="11075822-9413-4f46-b912-4a02dfdf6393"/>
            <p:cNvSpPr/>
            <p:nvPr/>
          </p:nvSpPr>
          <p:spPr bwMode="auto">
            <a:xfrm>
              <a:off x="5803106" y="2322513"/>
              <a:ext cx="225425" cy="128588"/>
            </a:xfrm>
            <a:custGeom>
              <a:gdLst>
                <a:gd name="T0" fmla="*/ 9 w 83"/>
                <a:gd name="T1" fmla="*/ 41 h 47"/>
                <a:gd name="T2" fmla="*/ 15 w 83"/>
                <a:gd name="T3" fmla="*/ 46 h 47"/>
                <a:gd name="T4" fmla="*/ 16 w 83"/>
                <a:gd name="T5" fmla="*/ 25 h 47"/>
                <a:gd name="T6" fmla="*/ 55 w 83"/>
                <a:gd name="T7" fmla="*/ 18 h 47"/>
                <a:gd name="T8" fmla="*/ 66 w 83"/>
                <a:gd name="T9" fmla="*/ 25 h 47"/>
                <a:gd name="T10" fmla="*/ 68 w 83"/>
                <a:gd name="T11" fmla="*/ 47 h 47"/>
                <a:gd name="T12" fmla="*/ 74 w 83"/>
                <a:gd name="T13" fmla="*/ 41 h 47"/>
                <a:gd name="T14" fmla="*/ 42 w 83"/>
                <a:gd name="T15" fmla="*/ 0 h 47"/>
                <a:gd name="T16" fmla="*/ 9 w 83"/>
                <a:gd name="T17" fmla="*/ 41 h 4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47">
                  <a:moveTo>
                    <a:pt x="9" y="41"/>
                  </a:moveTo>
                  <a:cubicBezTo>
                    <a:pt x="12" y="40"/>
                    <a:pt x="15" y="46"/>
                    <a:pt x="15" y="4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49" y="31"/>
                    <a:pt x="55" y="18"/>
                  </a:cubicBezTo>
                  <a:cubicBezTo>
                    <a:pt x="64" y="15"/>
                    <a:pt x="66" y="25"/>
                    <a:pt x="66" y="25"/>
                  </a:cubicBezTo>
                  <a:cubicBezTo>
                    <a:pt x="66" y="25"/>
                    <a:pt x="68" y="47"/>
                    <a:pt x="68" y="47"/>
                  </a:cubicBezTo>
                  <a:cubicBezTo>
                    <a:pt x="70" y="41"/>
                    <a:pt x="74" y="41"/>
                    <a:pt x="74" y="41"/>
                  </a:cubicBezTo>
                  <a:cubicBezTo>
                    <a:pt x="74" y="41"/>
                    <a:pt x="83" y="0"/>
                    <a:pt x="42" y="0"/>
                  </a:cubicBezTo>
                  <a:cubicBezTo>
                    <a:pt x="0" y="0"/>
                    <a:pt x="9" y="40"/>
                    <a:pt x="9" y="41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任意多边形: 形状 74" descr="c90793d6-b877-421e-b1b3-8fecf850ea05"/>
            <p:cNvSpPr/>
            <p:nvPr/>
          </p:nvSpPr>
          <p:spPr bwMode="auto">
            <a:xfrm>
              <a:off x="6390481" y="3717926"/>
              <a:ext cx="138113" cy="46038"/>
            </a:xfrm>
            <a:custGeom>
              <a:gdLst>
                <a:gd name="T0" fmla="*/ 26 w 51"/>
                <a:gd name="T1" fmla="*/ 0 h 17"/>
                <a:gd name="T2" fmla="*/ 50 w 51"/>
                <a:gd name="T3" fmla="*/ 12 h 17"/>
                <a:gd name="T4" fmla="*/ 50 w 51"/>
                <a:gd name="T5" fmla="*/ 17 h 17"/>
                <a:gd name="T6" fmla="*/ 0 w 51"/>
                <a:gd name="T7" fmla="*/ 17 h 17"/>
                <a:gd name="T8" fmla="*/ 0 w 51"/>
                <a:gd name="T9" fmla="*/ 0 h 17"/>
                <a:gd name="T10" fmla="*/ 26 w 51"/>
                <a:gd name="T11" fmla="*/ 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26" y="0"/>
                  </a:moveTo>
                  <a:cubicBezTo>
                    <a:pt x="26" y="0"/>
                    <a:pt x="49" y="10"/>
                    <a:pt x="50" y="12"/>
                  </a:cubicBezTo>
                  <a:cubicBezTo>
                    <a:pt x="51" y="13"/>
                    <a:pt x="50" y="17"/>
                    <a:pt x="5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任意多边形: 形状 75" descr="33ecff83-60bb-4a26-a4f8-1e97a130240a"/>
            <p:cNvSpPr/>
            <p:nvPr/>
          </p:nvSpPr>
          <p:spPr bwMode="auto">
            <a:xfrm>
              <a:off x="6252368" y="3717926"/>
              <a:ext cx="138113" cy="46038"/>
            </a:xfrm>
            <a:custGeom>
              <a:gdLst>
                <a:gd name="T0" fmla="*/ 25 w 51"/>
                <a:gd name="T1" fmla="*/ 0 h 17"/>
                <a:gd name="T2" fmla="*/ 1 w 51"/>
                <a:gd name="T3" fmla="*/ 12 h 17"/>
                <a:gd name="T4" fmla="*/ 1 w 51"/>
                <a:gd name="T5" fmla="*/ 17 h 17"/>
                <a:gd name="T6" fmla="*/ 51 w 51"/>
                <a:gd name="T7" fmla="*/ 17 h 17"/>
                <a:gd name="T8" fmla="*/ 51 w 51"/>
                <a:gd name="T9" fmla="*/ 0 h 17"/>
                <a:gd name="T10" fmla="*/ 25 w 51"/>
                <a:gd name="T11" fmla="*/ 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25" y="0"/>
                  </a:moveTo>
                  <a:cubicBezTo>
                    <a:pt x="25" y="0"/>
                    <a:pt x="2" y="10"/>
                    <a:pt x="1" y="12"/>
                  </a:cubicBezTo>
                  <a:cubicBezTo>
                    <a:pt x="0" y="13"/>
                    <a:pt x="1" y="17"/>
                    <a:pt x="1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任意多边形: 形状 76" descr="e4d3c991-c262-4508-aab0-a69024f03d53"/>
            <p:cNvSpPr/>
            <p:nvPr/>
          </p:nvSpPr>
          <p:spPr bwMode="auto">
            <a:xfrm>
              <a:off x="6246018" y="3027363"/>
              <a:ext cx="296863" cy="690563"/>
            </a:xfrm>
            <a:custGeom>
              <a:gdLst>
                <a:gd name="T0" fmla="*/ 0 w 187"/>
                <a:gd name="T1" fmla="*/ 79 h 435"/>
                <a:gd name="T2" fmla="*/ 46 w 187"/>
                <a:gd name="T3" fmla="*/ 435 h 435"/>
                <a:gd name="T4" fmla="*/ 91 w 187"/>
                <a:gd name="T5" fmla="*/ 435 h 435"/>
                <a:gd name="T6" fmla="*/ 135 w 187"/>
                <a:gd name="T7" fmla="*/ 435 h 435"/>
                <a:gd name="T8" fmla="*/ 187 w 187"/>
                <a:gd name="T9" fmla="*/ 75 h 435"/>
                <a:gd name="T10" fmla="*/ 159 w 187"/>
                <a:gd name="T11" fmla="*/ 0 h 435"/>
                <a:gd name="T12" fmla="*/ 26 w 187"/>
                <a:gd name="T13" fmla="*/ 0 h 435"/>
                <a:gd name="T14" fmla="*/ 0 w 187"/>
                <a:gd name="T15" fmla="*/ 79 h 43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7" h="435">
                  <a:moveTo>
                    <a:pt x="0" y="79"/>
                  </a:moveTo>
                  <a:lnTo>
                    <a:pt x="46" y="435"/>
                  </a:lnTo>
                  <a:lnTo>
                    <a:pt x="91" y="435"/>
                  </a:lnTo>
                  <a:lnTo>
                    <a:pt x="135" y="435"/>
                  </a:lnTo>
                  <a:lnTo>
                    <a:pt x="187" y="75"/>
                  </a:lnTo>
                  <a:lnTo>
                    <a:pt x="159" y="0"/>
                  </a:lnTo>
                  <a:lnTo>
                    <a:pt x="26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任意多边形: 形状 77" descr="30704b66-051d-42ea-a189-aa39cd175217"/>
            <p:cNvSpPr/>
            <p:nvPr/>
          </p:nvSpPr>
          <p:spPr bwMode="auto">
            <a:xfrm>
              <a:off x="6292056" y="2474913"/>
              <a:ext cx="204788" cy="204788"/>
            </a:xfrm>
            <a:custGeom>
              <a:gdLst>
                <a:gd name="T0" fmla="*/ 5 w 75"/>
                <a:gd name="T1" fmla="*/ 12 h 75"/>
                <a:gd name="T2" fmla="*/ 5 w 75"/>
                <a:gd name="T3" fmla="*/ 62 h 75"/>
                <a:gd name="T4" fmla="*/ 71 w 75"/>
                <a:gd name="T5" fmla="*/ 61 h 75"/>
                <a:gd name="T6" fmla="*/ 68 w 75"/>
                <a:gd name="T7" fmla="*/ 13 h 75"/>
                <a:gd name="T8" fmla="*/ 39 w 75"/>
                <a:gd name="T9" fmla="*/ 0 h 75"/>
                <a:gd name="T10" fmla="*/ 5 w 75"/>
                <a:gd name="T11" fmla="*/ 12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75">
                  <a:moveTo>
                    <a:pt x="5" y="12"/>
                  </a:moveTo>
                  <a:cubicBezTo>
                    <a:pt x="0" y="21"/>
                    <a:pt x="16" y="50"/>
                    <a:pt x="5" y="62"/>
                  </a:cubicBezTo>
                  <a:cubicBezTo>
                    <a:pt x="12" y="62"/>
                    <a:pt x="35" y="75"/>
                    <a:pt x="71" y="61"/>
                  </a:cubicBezTo>
                  <a:cubicBezTo>
                    <a:pt x="58" y="52"/>
                    <a:pt x="75" y="19"/>
                    <a:pt x="68" y="13"/>
                  </a:cubicBezTo>
                  <a:cubicBezTo>
                    <a:pt x="60" y="7"/>
                    <a:pt x="39" y="0"/>
                    <a:pt x="39" y="0"/>
                  </a:cubicBezTo>
                  <a:cubicBezTo>
                    <a:pt x="39" y="0"/>
                    <a:pt x="11" y="7"/>
                    <a:pt x="5" y="12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矩形 78" descr="a231a2fd-edc0-4fe3-b87e-268af335d79a"/>
            <p:cNvSpPr>
              <a:spLocks noChangeArrowheads="1"/>
            </p:cNvSpPr>
            <p:nvPr/>
          </p:nvSpPr>
          <p:spPr bwMode="auto">
            <a:xfrm>
              <a:off x="6360318" y="2605088"/>
              <a:ext cx="61913" cy="87313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任意多边形: 形状 79" descr="6eb31246-237f-4fa8-944d-3b2a937c8f36"/>
            <p:cNvSpPr/>
            <p:nvPr/>
          </p:nvSpPr>
          <p:spPr bwMode="auto">
            <a:xfrm>
              <a:off x="6185693" y="3114676"/>
              <a:ext cx="66675" cy="73025"/>
            </a:xfrm>
            <a:custGeom>
              <a:gdLst>
                <a:gd name="T0" fmla="*/ 19 w 24"/>
                <a:gd name="T1" fmla="*/ 10 h 27"/>
                <a:gd name="T2" fmla="*/ 22 w 24"/>
                <a:gd name="T3" fmla="*/ 7 h 27"/>
                <a:gd name="T4" fmla="*/ 17 w 24"/>
                <a:gd name="T5" fmla="*/ 0 h 27"/>
                <a:gd name="T6" fmla="*/ 17 w 24"/>
                <a:gd name="T7" fmla="*/ 0 h 27"/>
                <a:gd name="T8" fmla="*/ 17 w 24"/>
                <a:gd name="T9" fmla="*/ 0 h 27"/>
                <a:gd name="T10" fmla="*/ 5 w 24"/>
                <a:gd name="T11" fmla="*/ 0 h 27"/>
                <a:gd name="T12" fmla="*/ 1 w 24"/>
                <a:gd name="T13" fmla="*/ 16 h 27"/>
                <a:gd name="T14" fmla="*/ 12 w 24"/>
                <a:gd name="T15" fmla="*/ 27 h 27"/>
                <a:gd name="T16" fmla="*/ 24 w 24"/>
                <a:gd name="T17" fmla="*/ 16 h 27"/>
                <a:gd name="T18" fmla="*/ 19 w 24"/>
                <a:gd name="T19" fmla="*/ 1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7">
                  <a:moveTo>
                    <a:pt x="19" y="10"/>
                  </a:moveTo>
                  <a:cubicBezTo>
                    <a:pt x="19" y="10"/>
                    <a:pt x="21" y="9"/>
                    <a:pt x="22" y="7"/>
                  </a:cubicBezTo>
                  <a:cubicBezTo>
                    <a:pt x="22" y="4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6"/>
                    <a:pt x="0" y="12"/>
                    <a:pt x="1" y="16"/>
                  </a:cubicBezTo>
                  <a:cubicBezTo>
                    <a:pt x="4" y="19"/>
                    <a:pt x="9" y="27"/>
                    <a:pt x="12" y="27"/>
                  </a:cubicBezTo>
                  <a:cubicBezTo>
                    <a:pt x="16" y="25"/>
                    <a:pt x="22" y="22"/>
                    <a:pt x="24" y="16"/>
                  </a:cubicBezTo>
                  <a:cubicBezTo>
                    <a:pt x="23" y="13"/>
                    <a:pt x="19" y="10"/>
                    <a:pt x="19" y="10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任意多边形: 形状 80" descr="ff37f606-c953-4293-ae29-9e6488c7bbae"/>
            <p:cNvSpPr/>
            <p:nvPr/>
          </p:nvSpPr>
          <p:spPr bwMode="auto">
            <a:xfrm>
              <a:off x="6188868" y="2676526"/>
              <a:ext cx="117475" cy="454025"/>
            </a:xfrm>
            <a:custGeom>
              <a:gdLst>
                <a:gd name="T0" fmla="*/ 32 w 43"/>
                <a:gd name="T1" fmla="*/ 1 h 167"/>
                <a:gd name="T2" fmla="*/ 3 w 43"/>
                <a:gd name="T3" fmla="*/ 101 h 167"/>
                <a:gd name="T4" fmla="*/ 0 w 43"/>
                <a:gd name="T5" fmla="*/ 166 h 167"/>
                <a:gd name="T6" fmla="*/ 21 w 43"/>
                <a:gd name="T7" fmla="*/ 167 h 167"/>
                <a:gd name="T8" fmla="*/ 21 w 43"/>
                <a:gd name="T9" fmla="*/ 105 h 167"/>
                <a:gd name="T10" fmla="*/ 43 w 43"/>
                <a:gd name="T11" fmla="*/ 37 h 167"/>
                <a:gd name="T12" fmla="*/ 32 w 43"/>
                <a:gd name="T13" fmla="*/ 1 h 16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167">
                  <a:moveTo>
                    <a:pt x="32" y="1"/>
                  </a:moveTo>
                  <a:cubicBezTo>
                    <a:pt x="22" y="1"/>
                    <a:pt x="3" y="101"/>
                    <a:pt x="3" y="101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7"/>
                    <a:pt x="39" y="0"/>
                    <a:pt x="32" y="1"/>
                  </a:cubicBezTo>
                  <a:close/>
                </a:path>
              </a:pathLst>
            </a:custGeom>
            <a:solidFill>
              <a:srgbClr val="CF6C6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任意多边形: 形状 81" descr="2f7e7864-4968-4216-a02a-5134d7e27a33"/>
            <p:cNvSpPr/>
            <p:nvPr/>
          </p:nvSpPr>
          <p:spPr bwMode="auto">
            <a:xfrm>
              <a:off x="6531768" y="3114676"/>
              <a:ext cx="61913" cy="73025"/>
            </a:xfrm>
            <a:custGeom>
              <a:gdLst>
                <a:gd name="T0" fmla="*/ 4 w 23"/>
                <a:gd name="T1" fmla="*/ 10 h 27"/>
                <a:gd name="T2" fmla="*/ 2 w 23"/>
                <a:gd name="T3" fmla="*/ 7 h 27"/>
                <a:gd name="T4" fmla="*/ 6 w 23"/>
                <a:gd name="T5" fmla="*/ 0 h 27"/>
                <a:gd name="T6" fmla="*/ 7 w 23"/>
                <a:gd name="T7" fmla="*/ 0 h 27"/>
                <a:gd name="T8" fmla="*/ 6 w 23"/>
                <a:gd name="T9" fmla="*/ 0 h 27"/>
                <a:gd name="T10" fmla="*/ 18 w 23"/>
                <a:gd name="T11" fmla="*/ 0 h 27"/>
                <a:gd name="T12" fmla="*/ 22 w 23"/>
                <a:gd name="T13" fmla="*/ 16 h 27"/>
                <a:gd name="T14" fmla="*/ 11 w 23"/>
                <a:gd name="T15" fmla="*/ 27 h 27"/>
                <a:gd name="T16" fmla="*/ 0 w 23"/>
                <a:gd name="T17" fmla="*/ 16 h 27"/>
                <a:gd name="T18" fmla="*/ 4 w 23"/>
                <a:gd name="T19" fmla="*/ 1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7">
                  <a:moveTo>
                    <a:pt x="4" y="10"/>
                  </a:moveTo>
                  <a:cubicBezTo>
                    <a:pt x="4" y="10"/>
                    <a:pt x="2" y="9"/>
                    <a:pt x="2" y="7"/>
                  </a:cubicBezTo>
                  <a:cubicBezTo>
                    <a:pt x="1" y="4"/>
                    <a:pt x="6" y="0"/>
                    <a:pt x="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6"/>
                    <a:pt x="23" y="12"/>
                    <a:pt x="22" y="16"/>
                  </a:cubicBezTo>
                  <a:cubicBezTo>
                    <a:pt x="19" y="19"/>
                    <a:pt x="15" y="27"/>
                    <a:pt x="11" y="27"/>
                  </a:cubicBezTo>
                  <a:cubicBezTo>
                    <a:pt x="7" y="25"/>
                    <a:pt x="2" y="22"/>
                    <a:pt x="0" y="16"/>
                  </a:cubicBezTo>
                  <a:cubicBezTo>
                    <a:pt x="1" y="13"/>
                    <a:pt x="4" y="10"/>
                    <a:pt x="4" y="10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任意多边形: 形状 82" descr="878c0ea7-6144-425c-b5ef-ae8c20493b6d"/>
            <p:cNvSpPr/>
            <p:nvPr/>
          </p:nvSpPr>
          <p:spPr bwMode="auto">
            <a:xfrm>
              <a:off x="6477793" y="2676526"/>
              <a:ext cx="114300" cy="454025"/>
            </a:xfrm>
            <a:custGeom>
              <a:gdLst>
                <a:gd name="T0" fmla="*/ 10 w 42"/>
                <a:gd name="T1" fmla="*/ 1 h 167"/>
                <a:gd name="T2" fmla="*/ 39 w 42"/>
                <a:gd name="T3" fmla="*/ 101 h 167"/>
                <a:gd name="T4" fmla="*/ 42 w 42"/>
                <a:gd name="T5" fmla="*/ 166 h 167"/>
                <a:gd name="T6" fmla="*/ 21 w 42"/>
                <a:gd name="T7" fmla="*/ 167 h 167"/>
                <a:gd name="T8" fmla="*/ 21 w 42"/>
                <a:gd name="T9" fmla="*/ 105 h 167"/>
                <a:gd name="T10" fmla="*/ 0 w 42"/>
                <a:gd name="T11" fmla="*/ 37 h 167"/>
                <a:gd name="T12" fmla="*/ 10 w 42"/>
                <a:gd name="T13" fmla="*/ 1 h 16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67">
                  <a:moveTo>
                    <a:pt x="10" y="1"/>
                  </a:moveTo>
                  <a:cubicBezTo>
                    <a:pt x="21" y="1"/>
                    <a:pt x="39" y="101"/>
                    <a:pt x="39" y="101"/>
                  </a:cubicBezTo>
                  <a:cubicBezTo>
                    <a:pt x="42" y="166"/>
                    <a:pt x="42" y="166"/>
                    <a:pt x="42" y="166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3" y="0"/>
                    <a:pt x="10" y="1"/>
                  </a:cubicBezTo>
                  <a:close/>
                </a:path>
              </a:pathLst>
            </a:custGeom>
            <a:solidFill>
              <a:srgbClr val="CF6C6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任意多边形: 形状 83" descr="e8789a08-3c38-4ab1-aefa-99a7ad45f5a0"/>
            <p:cNvSpPr/>
            <p:nvPr/>
          </p:nvSpPr>
          <p:spPr bwMode="auto">
            <a:xfrm>
              <a:off x="6287293" y="2509838"/>
              <a:ext cx="41275" cy="52388"/>
            </a:xfrm>
            <a:custGeom>
              <a:gdLst>
                <a:gd name="T0" fmla="*/ 11 w 15"/>
                <a:gd name="T1" fmla="*/ 18 h 19"/>
                <a:gd name="T2" fmla="*/ 1 w 15"/>
                <a:gd name="T3" fmla="*/ 11 h 19"/>
                <a:gd name="T4" fmla="*/ 7 w 15"/>
                <a:gd name="T5" fmla="*/ 0 h 19"/>
                <a:gd name="T6" fmla="*/ 11 w 15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9">
                  <a:moveTo>
                    <a:pt x="11" y="18"/>
                  </a:moveTo>
                  <a:cubicBezTo>
                    <a:pt x="6" y="19"/>
                    <a:pt x="2" y="16"/>
                    <a:pt x="1" y="11"/>
                  </a:cubicBezTo>
                  <a:cubicBezTo>
                    <a:pt x="0" y="6"/>
                    <a:pt x="3" y="1"/>
                    <a:pt x="7" y="0"/>
                  </a:cubicBezTo>
                  <a:cubicBezTo>
                    <a:pt x="11" y="0"/>
                    <a:pt x="15" y="17"/>
                    <a:pt x="11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任意多边形: 形状 84" descr="c9398365-ea46-479f-b192-4a78ccb487b9"/>
            <p:cNvSpPr/>
            <p:nvPr/>
          </p:nvSpPr>
          <p:spPr bwMode="auto">
            <a:xfrm>
              <a:off x="6455568" y="2509838"/>
              <a:ext cx="38100" cy="52388"/>
            </a:xfrm>
            <a:custGeom>
              <a:gdLst>
                <a:gd name="T0" fmla="*/ 4 w 14"/>
                <a:gd name="T1" fmla="*/ 18 h 19"/>
                <a:gd name="T2" fmla="*/ 13 w 14"/>
                <a:gd name="T3" fmla="*/ 11 h 19"/>
                <a:gd name="T4" fmla="*/ 7 w 14"/>
                <a:gd name="T5" fmla="*/ 0 h 19"/>
                <a:gd name="T6" fmla="*/ 4 w 14"/>
                <a:gd name="T7" fmla="*/ 18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9">
                  <a:moveTo>
                    <a:pt x="4" y="18"/>
                  </a:moveTo>
                  <a:cubicBezTo>
                    <a:pt x="8" y="19"/>
                    <a:pt x="12" y="16"/>
                    <a:pt x="13" y="11"/>
                  </a:cubicBezTo>
                  <a:cubicBezTo>
                    <a:pt x="14" y="6"/>
                    <a:pt x="12" y="1"/>
                    <a:pt x="7" y="0"/>
                  </a:cubicBezTo>
                  <a:cubicBezTo>
                    <a:pt x="3" y="0"/>
                    <a:pt x="0" y="17"/>
                    <a:pt x="4" y="1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任意多边形: 形状 85" descr="1a91bb4a-cb75-4a67-82e3-48dea0f0a316"/>
            <p:cNvSpPr/>
            <p:nvPr/>
          </p:nvSpPr>
          <p:spPr bwMode="auto">
            <a:xfrm>
              <a:off x="6280943" y="2425701"/>
              <a:ext cx="227013" cy="220663"/>
            </a:xfrm>
            <a:custGeom>
              <a:gdLst>
                <a:gd name="T0" fmla="*/ 40 w 83"/>
                <a:gd name="T1" fmla="*/ 81 h 81"/>
                <a:gd name="T2" fmla="*/ 70 w 83"/>
                <a:gd name="T3" fmla="*/ 20 h 81"/>
                <a:gd name="T4" fmla="*/ 41 w 83"/>
                <a:gd name="T5" fmla="*/ 0 h 81"/>
                <a:gd name="T6" fmla="*/ 11 w 83"/>
                <a:gd name="T7" fmla="*/ 20 h 81"/>
                <a:gd name="T8" fmla="*/ 40 w 83"/>
                <a:gd name="T9" fmla="*/ 81 h 8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1">
                  <a:moveTo>
                    <a:pt x="40" y="81"/>
                  </a:moveTo>
                  <a:cubicBezTo>
                    <a:pt x="83" y="63"/>
                    <a:pt x="70" y="20"/>
                    <a:pt x="70" y="20"/>
                  </a:cubicBezTo>
                  <a:cubicBezTo>
                    <a:pt x="70" y="20"/>
                    <a:pt x="69" y="0"/>
                    <a:pt x="41" y="0"/>
                  </a:cubicBezTo>
                  <a:cubicBezTo>
                    <a:pt x="17" y="0"/>
                    <a:pt x="11" y="20"/>
                    <a:pt x="11" y="20"/>
                  </a:cubicBezTo>
                  <a:cubicBezTo>
                    <a:pt x="11" y="20"/>
                    <a:pt x="0" y="65"/>
                    <a:pt x="40" y="8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任意多边形: 形状 86" descr="d3622ec7-54bb-43eb-9c63-36f1f0b1c15a"/>
            <p:cNvSpPr/>
            <p:nvPr/>
          </p:nvSpPr>
          <p:spPr bwMode="auto">
            <a:xfrm>
              <a:off x="6276181" y="2398713"/>
              <a:ext cx="231775" cy="133350"/>
            </a:xfrm>
            <a:custGeom>
              <a:gdLst>
                <a:gd name="T0" fmla="*/ 9 w 85"/>
                <a:gd name="T1" fmla="*/ 42 h 49"/>
                <a:gd name="T2" fmla="*/ 15 w 85"/>
                <a:gd name="T3" fmla="*/ 47 h 49"/>
                <a:gd name="T4" fmla="*/ 17 w 85"/>
                <a:gd name="T5" fmla="*/ 26 h 49"/>
                <a:gd name="T6" fmla="*/ 64 w 85"/>
                <a:gd name="T7" fmla="*/ 41 h 49"/>
                <a:gd name="T8" fmla="*/ 68 w 85"/>
                <a:gd name="T9" fmla="*/ 26 h 49"/>
                <a:gd name="T10" fmla="*/ 70 w 85"/>
                <a:gd name="T11" fmla="*/ 48 h 49"/>
                <a:gd name="T12" fmla="*/ 76 w 85"/>
                <a:gd name="T13" fmla="*/ 43 h 49"/>
                <a:gd name="T14" fmla="*/ 43 w 85"/>
                <a:gd name="T15" fmla="*/ 0 h 49"/>
                <a:gd name="T16" fmla="*/ 9 w 85"/>
                <a:gd name="T17" fmla="*/ 42 h 4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9">
                  <a:moveTo>
                    <a:pt x="9" y="42"/>
                  </a:moveTo>
                  <a:cubicBezTo>
                    <a:pt x="12" y="41"/>
                    <a:pt x="15" y="47"/>
                    <a:pt x="15" y="4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6"/>
                    <a:pt x="32" y="46"/>
                    <a:pt x="64" y="41"/>
                  </a:cubicBezTo>
                  <a:cubicBezTo>
                    <a:pt x="58" y="28"/>
                    <a:pt x="68" y="26"/>
                    <a:pt x="68" y="26"/>
                  </a:cubicBezTo>
                  <a:cubicBezTo>
                    <a:pt x="68" y="26"/>
                    <a:pt x="70" y="49"/>
                    <a:pt x="70" y="48"/>
                  </a:cubicBezTo>
                  <a:cubicBezTo>
                    <a:pt x="72" y="42"/>
                    <a:pt x="76" y="43"/>
                    <a:pt x="76" y="43"/>
                  </a:cubicBezTo>
                  <a:cubicBezTo>
                    <a:pt x="76" y="43"/>
                    <a:pt x="85" y="0"/>
                    <a:pt x="43" y="0"/>
                  </a:cubicBezTo>
                  <a:cubicBezTo>
                    <a:pt x="0" y="0"/>
                    <a:pt x="9" y="41"/>
                    <a:pt x="9" y="42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任意多边形: 形状 87" descr="58e778c6-f879-430f-a48c-cc7c97350057"/>
            <p:cNvSpPr/>
            <p:nvPr/>
          </p:nvSpPr>
          <p:spPr bwMode="auto">
            <a:xfrm>
              <a:off x="6368256" y="2592388"/>
              <a:ext cx="46038" cy="19050"/>
            </a:xfrm>
            <a:custGeom>
              <a:gdLst>
                <a:gd name="T0" fmla="*/ 8 w 17"/>
                <a:gd name="T1" fmla="*/ 7 h 7"/>
                <a:gd name="T2" fmla="*/ 17 w 17"/>
                <a:gd name="T3" fmla="*/ 3 h 7"/>
                <a:gd name="T4" fmla="*/ 11 w 17"/>
                <a:gd name="T5" fmla="*/ 0 h 7"/>
                <a:gd name="T6" fmla="*/ 8 w 17"/>
                <a:gd name="T7" fmla="*/ 2 h 7"/>
                <a:gd name="T8" fmla="*/ 6 w 17"/>
                <a:gd name="T9" fmla="*/ 0 h 7"/>
                <a:gd name="T10" fmla="*/ 0 w 17"/>
                <a:gd name="T11" fmla="*/ 3 h 7"/>
                <a:gd name="T12" fmla="*/ 8 w 17"/>
                <a:gd name="T13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7">
                  <a:moveTo>
                    <a:pt x="8" y="7"/>
                  </a:moveTo>
                  <a:cubicBezTo>
                    <a:pt x="13" y="7"/>
                    <a:pt x="17" y="4"/>
                    <a:pt x="17" y="3"/>
                  </a:cubicBezTo>
                  <a:cubicBezTo>
                    <a:pt x="17" y="3"/>
                    <a:pt x="12" y="0"/>
                    <a:pt x="11" y="0"/>
                  </a:cubicBezTo>
                  <a:cubicBezTo>
                    <a:pt x="10" y="0"/>
                    <a:pt x="9" y="2"/>
                    <a:pt x="8" y="2"/>
                  </a:cubicBezTo>
                  <a:cubicBezTo>
                    <a:pt x="8" y="2"/>
                    <a:pt x="7" y="0"/>
                    <a:pt x="6" y="0"/>
                  </a:cubicBezTo>
                  <a:cubicBezTo>
                    <a:pt x="5" y="0"/>
                    <a:pt x="0" y="3"/>
                    <a:pt x="0" y="3"/>
                  </a:cubicBezTo>
                  <a:cubicBezTo>
                    <a:pt x="0" y="4"/>
                    <a:pt x="3" y="7"/>
                    <a:pt x="8" y="7"/>
                  </a:cubicBezTo>
                  <a:close/>
                </a:path>
              </a:pathLst>
            </a:custGeom>
            <a:solidFill>
              <a:srgbClr val="B5517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任意多边形: 形状 88" descr="d8823cec-dc6a-421c-ab24-a927728709b6"/>
            <p:cNvSpPr/>
            <p:nvPr/>
          </p:nvSpPr>
          <p:spPr bwMode="auto">
            <a:xfrm>
              <a:off x="6261893" y="2654301"/>
              <a:ext cx="261938" cy="414338"/>
            </a:xfrm>
            <a:custGeom>
              <a:gdLst>
                <a:gd name="T0" fmla="*/ 8 w 96"/>
                <a:gd name="T1" fmla="*/ 127 h 152"/>
                <a:gd name="T2" fmla="*/ 0 w 96"/>
                <a:gd name="T3" fmla="*/ 152 h 152"/>
                <a:gd name="T4" fmla="*/ 96 w 96"/>
                <a:gd name="T5" fmla="*/ 152 h 152"/>
                <a:gd name="T6" fmla="*/ 86 w 96"/>
                <a:gd name="T7" fmla="*/ 124 h 152"/>
                <a:gd name="T8" fmla="*/ 82 w 96"/>
                <a:gd name="T9" fmla="*/ 58 h 152"/>
                <a:gd name="T10" fmla="*/ 87 w 96"/>
                <a:gd name="T11" fmla="*/ 44 h 152"/>
                <a:gd name="T12" fmla="*/ 84 w 96"/>
                <a:gd name="T13" fmla="*/ 32 h 152"/>
                <a:gd name="T14" fmla="*/ 90 w 96"/>
                <a:gd name="T15" fmla="*/ 9 h 152"/>
                <a:gd name="T16" fmla="*/ 62 w 96"/>
                <a:gd name="T17" fmla="*/ 0 h 152"/>
                <a:gd name="T18" fmla="*/ 62 w 96"/>
                <a:gd name="T19" fmla="*/ 0 h 152"/>
                <a:gd name="T20" fmla="*/ 60 w 96"/>
                <a:gd name="T21" fmla="*/ 0 h 152"/>
                <a:gd name="T22" fmla="*/ 49 w 96"/>
                <a:gd name="T23" fmla="*/ 13 h 152"/>
                <a:gd name="T24" fmla="*/ 47 w 96"/>
                <a:gd name="T25" fmla="*/ 14 h 152"/>
                <a:gd name="T26" fmla="*/ 46 w 96"/>
                <a:gd name="T27" fmla="*/ 13 h 152"/>
                <a:gd name="T28" fmla="*/ 35 w 96"/>
                <a:gd name="T29" fmla="*/ 0 h 152"/>
                <a:gd name="T30" fmla="*/ 33 w 96"/>
                <a:gd name="T31" fmla="*/ 0 h 152"/>
                <a:gd name="T32" fmla="*/ 33 w 96"/>
                <a:gd name="T33" fmla="*/ 0 h 152"/>
                <a:gd name="T34" fmla="*/ 5 w 96"/>
                <a:gd name="T35" fmla="*/ 9 h 152"/>
                <a:gd name="T36" fmla="*/ 10 w 96"/>
                <a:gd name="T37" fmla="*/ 32 h 152"/>
                <a:gd name="T38" fmla="*/ 7 w 96"/>
                <a:gd name="T39" fmla="*/ 44 h 152"/>
                <a:gd name="T40" fmla="*/ 13 w 96"/>
                <a:gd name="T41" fmla="*/ 58 h 152"/>
                <a:gd name="T42" fmla="*/ 8 w 96"/>
                <a:gd name="T43" fmla="*/ 127 h 1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152">
                  <a:moveTo>
                    <a:pt x="8" y="127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1" y="92"/>
                    <a:pt x="82" y="58"/>
                  </a:cubicBezTo>
                  <a:cubicBezTo>
                    <a:pt x="85" y="54"/>
                    <a:pt x="87" y="49"/>
                    <a:pt x="87" y="44"/>
                  </a:cubicBezTo>
                  <a:cubicBezTo>
                    <a:pt x="87" y="40"/>
                    <a:pt x="86" y="36"/>
                    <a:pt x="84" y="32"/>
                  </a:cubicBezTo>
                  <a:cubicBezTo>
                    <a:pt x="85" y="23"/>
                    <a:pt x="87" y="15"/>
                    <a:pt x="90" y="9"/>
                  </a:cubicBezTo>
                  <a:cubicBezTo>
                    <a:pt x="88" y="7"/>
                    <a:pt x="63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1" y="0"/>
                    <a:pt x="60" y="0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4"/>
                    <a:pt x="48" y="14"/>
                    <a:pt x="47" y="14"/>
                  </a:cubicBezTo>
                  <a:cubicBezTo>
                    <a:pt x="47" y="14"/>
                    <a:pt x="46" y="14"/>
                    <a:pt x="46" y="1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4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2" y="1"/>
                    <a:pt x="7" y="7"/>
                    <a:pt x="5" y="9"/>
                  </a:cubicBezTo>
                  <a:cubicBezTo>
                    <a:pt x="7" y="16"/>
                    <a:pt x="9" y="24"/>
                    <a:pt x="10" y="32"/>
                  </a:cubicBezTo>
                  <a:cubicBezTo>
                    <a:pt x="8" y="36"/>
                    <a:pt x="7" y="40"/>
                    <a:pt x="7" y="44"/>
                  </a:cubicBezTo>
                  <a:cubicBezTo>
                    <a:pt x="7" y="49"/>
                    <a:pt x="9" y="54"/>
                    <a:pt x="13" y="58"/>
                  </a:cubicBezTo>
                  <a:cubicBezTo>
                    <a:pt x="14" y="95"/>
                    <a:pt x="8" y="127"/>
                    <a:pt x="8" y="127"/>
                  </a:cubicBezTo>
                  <a:close/>
                </a:path>
              </a:pathLst>
            </a:custGeom>
            <a:solidFill>
              <a:srgbClr val="9950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任意多边形: 形状 89" descr="4360fb2d-2748-4398-bf7e-24bd36f2476f"/>
            <p:cNvSpPr/>
            <p:nvPr/>
          </p:nvSpPr>
          <p:spPr bwMode="auto">
            <a:xfrm>
              <a:off x="6180931" y="3749676"/>
              <a:ext cx="141288" cy="44450"/>
            </a:xfrm>
            <a:custGeom>
              <a:gdLst>
                <a:gd name="T0" fmla="*/ 26 w 52"/>
                <a:gd name="T1" fmla="*/ 0 h 16"/>
                <a:gd name="T2" fmla="*/ 51 w 52"/>
                <a:gd name="T3" fmla="*/ 11 h 16"/>
                <a:gd name="T4" fmla="*/ 51 w 52"/>
                <a:gd name="T5" fmla="*/ 16 h 16"/>
                <a:gd name="T6" fmla="*/ 0 w 52"/>
                <a:gd name="T7" fmla="*/ 16 h 16"/>
                <a:gd name="T8" fmla="*/ 0 w 52"/>
                <a:gd name="T9" fmla="*/ 0 h 16"/>
                <a:gd name="T10" fmla="*/ 26 w 52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16">
                  <a:moveTo>
                    <a:pt x="26" y="0"/>
                  </a:moveTo>
                  <a:cubicBezTo>
                    <a:pt x="26" y="0"/>
                    <a:pt x="50" y="9"/>
                    <a:pt x="51" y="11"/>
                  </a:cubicBezTo>
                  <a:cubicBezTo>
                    <a:pt x="52" y="12"/>
                    <a:pt x="51" y="16"/>
                    <a:pt x="51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任意多边形: 形状 90" descr="229c66d4-5ce0-4918-9a22-8a74da198ae1"/>
            <p:cNvSpPr/>
            <p:nvPr/>
          </p:nvSpPr>
          <p:spPr bwMode="auto">
            <a:xfrm>
              <a:off x="6036468" y="3749676"/>
              <a:ext cx="144463" cy="44450"/>
            </a:xfrm>
            <a:custGeom>
              <a:gdLst>
                <a:gd name="T0" fmla="*/ 26 w 53"/>
                <a:gd name="T1" fmla="*/ 0 h 16"/>
                <a:gd name="T2" fmla="*/ 1 w 53"/>
                <a:gd name="T3" fmla="*/ 11 h 16"/>
                <a:gd name="T4" fmla="*/ 1 w 53"/>
                <a:gd name="T5" fmla="*/ 16 h 16"/>
                <a:gd name="T6" fmla="*/ 53 w 53"/>
                <a:gd name="T7" fmla="*/ 16 h 16"/>
                <a:gd name="T8" fmla="*/ 53 w 53"/>
                <a:gd name="T9" fmla="*/ 0 h 16"/>
                <a:gd name="T10" fmla="*/ 26 w 53"/>
                <a:gd name="T11" fmla="*/ 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16">
                  <a:moveTo>
                    <a:pt x="26" y="0"/>
                  </a:moveTo>
                  <a:cubicBezTo>
                    <a:pt x="26" y="0"/>
                    <a:pt x="2" y="9"/>
                    <a:pt x="1" y="11"/>
                  </a:cubicBezTo>
                  <a:cubicBezTo>
                    <a:pt x="0" y="12"/>
                    <a:pt x="1" y="16"/>
                    <a:pt x="1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任意多边形: 形状 91" descr="699aa84a-5b00-45b9-b0a0-c7268f4756b9"/>
            <p:cNvSpPr/>
            <p:nvPr/>
          </p:nvSpPr>
          <p:spPr bwMode="auto">
            <a:xfrm>
              <a:off x="6072981" y="3248026"/>
              <a:ext cx="219075" cy="287338"/>
            </a:xfrm>
            <a:custGeom>
              <a:gdLst>
                <a:gd name="T0" fmla="*/ 0 w 138"/>
                <a:gd name="T1" fmla="*/ 58 h 181"/>
                <a:gd name="T2" fmla="*/ 1 w 138"/>
                <a:gd name="T3" fmla="*/ 179 h 181"/>
                <a:gd name="T4" fmla="*/ 70 w 138"/>
                <a:gd name="T5" fmla="*/ 179 h 181"/>
                <a:gd name="T6" fmla="*/ 138 w 138"/>
                <a:gd name="T7" fmla="*/ 181 h 181"/>
                <a:gd name="T8" fmla="*/ 135 w 138"/>
                <a:gd name="T9" fmla="*/ 58 h 181"/>
                <a:gd name="T10" fmla="*/ 123 w 138"/>
                <a:gd name="T11" fmla="*/ 0 h 181"/>
                <a:gd name="T12" fmla="*/ 13 w 138"/>
                <a:gd name="T13" fmla="*/ 0 h 181"/>
                <a:gd name="T14" fmla="*/ 0 w 138"/>
                <a:gd name="T15" fmla="*/ 58 h 18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" h="181">
                  <a:moveTo>
                    <a:pt x="0" y="58"/>
                  </a:moveTo>
                  <a:lnTo>
                    <a:pt x="1" y="179"/>
                  </a:lnTo>
                  <a:lnTo>
                    <a:pt x="70" y="179"/>
                  </a:lnTo>
                  <a:lnTo>
                    <a:pt x="138" y="181"/>
                  </a:lnTo>
                  <a:lnTo>
                    <a:pt x="135" y="58"/>
                  </a:lnTo>
                  <a:lnTo>
                    <a:pt x="123" y="0"/>
                  </a:lnTo>
                  <a:lnTo>
                    <a:pt x="13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3A4C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矩形 92" descr="bf86faee-7a11-410d-a661-58eaf6b24c3a"/>
            <p:cNvSpPr>
              <a:spLocks noChangeArrowheads="1"/>
            </p:cNvSpPr>
            <p:nvPr/>
          </p:nvSpPr>
          <p:spPr bwMode="auto">
            <a:xfrm>
              <a:off x="6158706" y="2959101"/>
              <a:ext cx="44450" cy="73025"/>
            </a:xfrm>
            <a:prstGeom prst="rect">
              <a:avLst/>
            </a:pr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任意多边形: 形状 93" descr="26098d9b-2eb6-4165-9a82-cf9acc6b7d76"/>
            <p:cNvSpPr/>
            <p:nvPr/>
          </p:nvSpPr>
          <p:spPr bwMode="auto">
            <a:xfrm>
              <a:off x="6015831" y="3127376"/>
              <a:ext cx="57150" cy="273050"/>
            </a:xfrm>
            <a:custGeom>
              <a:gdLst>
                <a:gd name="T0" fmla="*/ 17 w 21"/>
                <a:gd name="T1" fmla="*/ 86 h 100"/>
                <a:gd name="T2" fmla="*/ 20 w 21"/>
                <a:gd name="T3" fmla="*/ 84 h 100"/>
                <a:gd name="T4" fmla="*/ 16 w 21"/>
                <a:gd name="T5" fmla="*/ 78 h 100"/>
                <a:gd name="T6" fmla="*/ 15 w 21"/>
                <a:gd name="T7" fmla="*/ 78 h 100"/>
                <a:gd name="T8" fmla="*/ 16 w 21"/>
                <a:gd name="T9" fmla="*/ 78 h 100"/>
                <a:gd name="T10" fmla="*/ 17 w 21"/>
                <a:gd name="T11" fmla="*/ 34 h 100"/>
                <a:gd name="T12" fmla="*/ 17 w 21"/>
                <a:gd name="T13" fmla="*/ 24 h 100"/>
                <a:gd name="T14" fmla="*/ 20 w 21"/>
                <a:gd name="T15" fmla="*/ 3 h 100"/>
                <a:gd name="T16" fmla="*/ 4 w 21"/>
                <a:gd name="T17" fmla="*/ 0 h 100"/>
                <a:gd name="T18" fmla="*/ 1 w 21"/>
                <a:gd name="T19" fmla="*/ 26 h 100"/>
                <a:gd name="T20" fmla="*/ 5 w 21"/>
                <a:gd name="T21" fmla="*/ 78 h 100"/>
                <a:gd name="T22" fmla="*/ 1 w 21"/>
                <a:gd name="T23" fmla="*/ 91 h 100"/>
                <a:gd name="T24" fmla="*/ 11 w 21"/>
                <a:gd name="T25" fmla="*/ 100 h 100"/>
                <a:gd name="T26" fmla="*/ 21 w 21"/>
                <a:gd name="T27" fmla="*/ 91 h 100"/>
                <a:gd name="T28" fmla="*/ 17 w 21"/>
                <a:gd name="T29" fmla="*/ 86 h 10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00">
                  <a:moveTo>
                    <a:pt x="17" y="86"/>
                  </a:moveTo>
                  <a:cubicBezTo>
                    <a:pt x="17" y="86"/>
                    <a:pt x="19" y="86"/>
                    <a:pt x="20" y="84"/>
                  </a:cubicBezTo>
                  <a:cubicBezTo>
                    <a:pt x="20" y="82"/>
                    <a:pt x="16" y="78"/>
                    <a:pt x="16" y="78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5" y="83"/>
                    <a:pt x="0" y="88"/>
                    <a:pt x="1" y="91"/>
                  </a:cubicBezTo>
                  <a:cubicBezTo>
                    <a:pt x="4" y="94"/>
                    <a:pt x="8" y="100"/>
                    <a:pt x="11" y="100"/>
                  </a:cubicBezTo>
                  <a:cubicBezTo>
                    <a:pt x="15" y="98"/>
                    <a:pt x="19" y="96"/>
                    <a:pt x="21" y="91"/>
                  </a:cubicBezTo>
                  <a:cubicBezTo>
                    <a:pt x="20" y="89"/>
                    <a:pt x="17" y="86"/>
                    <a:pt x="17" y="8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任意多边形: 形状 94" descr="b875197e-1e82-410e-84da-818754b83d68"/>
            <p:cNvSpPr/>
            <p:nvPr/>
          </p:nvSpPr>
          <p:spPr bwMode="auto">
            <a:xfrm>
              <a:off x="6020593" y="3127376"/>
              <a:ext cx="49213" cy="57150"/>
            </a:xfrm>
            <a:custGeom>
              <a:gdLst>
                <a:gd name="T0" fmla="*/ 31 w 31"/>
                <a:gd name="T1" fmla="*/ 5 h 36"/>
                <a:gd name="T2" fmla="*/ 26 w 31"/>
                <a:gd name="T3" fmla="*/ 36 h 36"/>
                <a:gd name="T4" fmla="*/ 0 w 31"/>
                <a:gd name="T5" fmla="*/ 31 h 36"/>
                <a:gd name="T6" fmla="*/ 3 w 31"/>
                <a:gd name="T7" fmla="*/ 0 h 36"/>
                <a:gd name="T8" fmla="*/ 31 w 31"/>
                <a:gd name="T9" fmla="*/ 5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31" y="5"/>
                  </a:moveTo>
                  <a:lnTo>
                    <a:pt x="26" y="36"/>
                  </a:lnTo>
                  <a:lnTo>
                    <a:pt x="0" y="31"/>
                  </a:lnTo>
                  <a:lnTo>
                    <a:pt x="3" y="0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任意多边形: 形状 95" descr="0e458316-6c16-4d0f-8b1c-4ca2b921f565"/>
            <p:cNvSpPr/>
            <p:nvPr/>
          </p:nvSpPr>
          <p:spPr bwMode="auto">
            <a:xfrm>
              <a:off x="6290468" y="3133726"/>
              <a:ext cx="57150" cy="268288"/>
            </a:xfrm>
            <a:custGeom>
              <a:gdLst>
                <a:gd name="T0" fmla="*/ 4 w 21"/>
                <a:gd name="T1" fmla="*/ 86 h 99"/>
                <a:gd name="T2" fmla="*/ 2 w 21"/>
                <a:gd name="T3" fmla="*/ 83 h 99"/>
                <a:gd name="T4" fmla="*/ 6 w 21"/>
                <a:gd name="T5" fmla="*/ 78 h 99"/>
                <a:gd name="T6" fmla="*/ 6 w 21"/>
                <a:gd name="T7" fmla="*/ 78 h 99"/>
                <a:gd name="T8" fmla="*/ 6 w 21"/>
                <a:gd name="T9" fmla="*/ 78 h 99"/>
                <a:gd name="T10" fmla="*/ 4 w 21"/>
                <a:gd name="T11" fmla="*/ 33 h 99"/>
                <a:gd name="T12" fmla="*/ 4 w 21"/>
                <a:gd name="T13" fmla="*/ 24 h 99"/>
                <a:gd name="T14" fmla="*/ 1 w 21"/>
                <a:gd name="T15" fmla="*/ 3 h 99"/>
                <a:gd name="T16" fmla="*/ 17 w 21"/>
                <a:gd name="T17" fmla="*/ 0 h 99"/>
                <a:gd name="T18" fmla="*/ 21 w 21"/>
                <a:gd name="T19" fmla="*/ 26 h 99"/>
                <a:gd name="T20" fmla="*/ 16 w 21"/>
                <a:gd name="T21" fmla="*/ 78 h 99"/>
                <a:gd name="T22" fmla="*/ 20 w 21"/>
                <a:gd name="T23" fmla="*/ 91 h 99"/>
                <a:gd name="T24" fmla="*/ 10 w 21"/>
                <a:gd name="T25" fmla="*/ 99 h 99"/>
                <a:gd name="T26" fmla="*/ 0 w 21"/>
                <a:gd name="T27" fmla="*/ 91 h 99"/>
                <a:gd name="T28" fmla="*/ 4 w 21"/>
                <a:gd name="T29" fmla="*/ 86 h 9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99">
                  <a:moveTo>
                    <a:pt x="4" y="86"/>
                  </a:moveTo>
                  <a:cubicBezTo>
                    <a:pt x="4" y="86"/>
                    <a:pt x="2" y="85"/>
                    <a:pt x="2" y="83"/>
                  </a:cubicBezTo>
                  <a:cubicBezTo>
                    <a:pt x="1" y="81"/>
                    <a:pt x="6" y="78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7" y="83"/>
                    <a:pt x="21" y="88"/>
                    <a:pt x="20" y="91"/>
                  </a:cubicBezTo>
                  <a:cubicBezTo>
                    <a:pt x="18" y="93"/>
                    <a:pt x="13" y="99"/>
                    <a:pt x="10" y="99"/>
                  </a:cubicBezTo>
                  <a:cubicBezTo>
                    <a:pt x="7" y="98"/>
                    <a:pt x="2" y="95"/>
                    <a:pt x="0" y="91"/>
                  </a:cubicBezTo>
                  <a:cubicBezTo>
                    <a:pt x="1" y="89"/>
                    <a:pt x="4" y="86"/>
                    <a:pt x="4" y="8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任意多边形: 形状 96" descr="83fbaa05-9e45-49a3-a4d7-2040e4d5fe86"/>
            <p:cNvSpPr/>
            <p:nvPr/>
          </p:nvSpPr>
          <p:spPr bwMode="auto">
            <a:xfrm>
              <a:off x="6292056" y="3133726"/>
              <a:ext cx="49213" cy="53975"/>
            </a:xfrm>
            <a:custGeom>
              <a:gdLst>
                <a:gd name="T0" fmla="*/ 0 w 31"/>
                <a:gd name="T1" fmla="*/ 5 h 34"/>
                <a:gd name="T2" fmla="*/ 5 w 31"/>
                <a:gd name="T3" fmla="*/ 34 h 34"/>
                <a:gd name="T4" fmla="*/ 31 w 31"/>
                <a:gd name="T5" fmla="*/ 29 h 34"/>
                <a:gd name="T6" fmla="*/ 28 w 31"/>
                <a:gd name="T7" fmla="*/ 0 h 34"/>
                <a:gd name="T8" fmla="*/ 0 w 31"/>
                <a:gd name="T9" fmla="*/ 5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4">
                  <a:moveTo>
                    <a:pt x="0" y="5"/>
                  </a:moveTo>
                  <a:lnTo>
                    <a:pt x="5" y="34"/>
                  </a:lnTo>
                  <a:lnTo>
                    <a:pt x="31" y="29"/>
                  </a:lnTo>
                  <a:lnTo>
                    <a:pt x="28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C991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任意多边形: 形状 97" descr="51a929e2-ddc0-4f76-988e-d8cf322a7468"/>
            <p:cNvSpPr/>
            <p:nvPr/>
          </p:nvSpPr>
          <p:spPr bwMode="auto">
            <a:xfrm>
              <a:off x="6017418" y="3001963"/>
              <a:ext cx="327025" cy="323850"/>
            </a:xfrm>
            <a:custGeom>
              <a:gdLst>
                <a:gd name="T0" fmla="*/ 116 w 120"/>
                <a:gd name="T1" fmla="*/ 38 h 119"/>
                <a:gd name="T2" fmla="*/ 104 w 120"/>
                <a:gd name="T3" fmla="*/ 11 h 119"/>
                <a:gd name="T4" fmla="*/ 69 w 120"/>
                <a:gd name="T5" fmla="*/ 0 h 119"/>
                <a:gd name="T6" fmla="*/ 60 w 120"/>
                <a:gd name="T7" fmla="*/ 11 h 119"/>
                <a:gd name="T8" fmla="*/ 51 w 120"/>
                <a:gd name="T9" fmla="*/ 0 h 119"/>
                <a:gd name="T10" fmla="*/ 15 w 120"/>
                <a:gd name="T11" fmla="*/ 11 h 119"/>
                <a:gd name="T12" fmla="*/ 4 w 120"/>
                <a:gd name="T13" fmla="*/ 38 h 119"/>
                <a:gd name="T14" fmla="*/ 4 w 120"/>
                <a:gd name="T15" fmla="*/ 38 h 119"/>
                <a:gd name="T16" fmla="*/ 4 w 120"/>
                <a:gd name="T17" fmla="*/ 38 h 119"/>
                <a:gd name="T18" fmla="*/ 4 w 120"/>
                <a:gd name="T19" fmla="*/ 38 h 119"/>
                <a:gd name="T20" fmla="*/ 0 w 120"/>
                <a:gd name="T21" fmla="*/ 60 h 119"/>
                <a:gd name="T22" fmla="*/ 22 w 120"/>
                <a:gd name="T23" fmla="*/ 65 h 119"/>
                <a:gd name="T24" fmla="*/ 25 w 120"/>
                <a:gd name="T25" fmla="*/ 38 h 119"/>
                <a:gd name="T26" fmla="*/ 22 w 120"/>
                <a:gd name="T27" fmla="*/ 116 h 119"/>
                <a:gd name="T28" fmla="*/ 99 w 120"/>
                <a:gd name="T29" fmla="*/ 119 h 119"/>
                <a:gd name="T30" fmla="*/ 95 w 120"/>
                <a:gd name="T31" fmla="*/ 38 h 119"/>
                <a:gd name="T32" fmla="*/ 100 w 120"/>
                <a:gd name="T33" fmla="*/ 67 h 119"/>
                <a:gd name="T34" fmla="*/ 120 w 120"/>
                <a:gd name="T35" fmla="*/ 64 h 119"/>
                <a:gd name="T36" fmla="*/ 116 w 120"/>
                <a:gd name="T37" fmla="*/ 38 h 1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" h="119">
                  <a:moveTo>
                    <a:pt x="116" y="38"/>
                  </a:moveTo>
                  <a:cubicBezTo>
                    <a:pt x="116" y="20"/>
                    <a:pt x="104" y="11"/>
                    <a:pt x="104" y="11"/>
                  </a:cubicBezTo>
                  <a:cubicBezTo>
                    <a:pt x="104" y="5"/>
                    <a:pt x="70" y="0"/>
                    <a:pt x="69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16" y="5"/>
                    <a:pt x="15" y="11"/>
                  </a:cubicBezTo>
                  <a:cubicBezTo>
                    <a:pt x="15" y="11"/>
                    <a:pt x="7" y="19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99" y="119"/>
                    <a:pt x="99" y="119"/>
                    <a:pt x="99" y="119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20" y="64"/>
                    <a:pt x="120" y="64"/>
                    <a:pt x="120" y="64"/>
                  </a:cubicBezTo>
                  <a:lnTo>
                    <a:pt x="116" y="38"/>
                  </a:lnTo>
                  <a:close/>
                </a:path>
              </a:pathLst>
            </a:custGeom>
            <a:solidFill>
              <a:srgbClr val="BC668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任意多边形: 形状 98" descr="de43789d-fb22-4ac9-8115-91a3683d6a8f"/>
            <p:cNvSpPr/>
            <p:nvPr/>
          </p:nvSpPr>
          <p:spPr bwMode="auto">
            <a:xfrm>
              <a:off x="6088856" y="2841626"/>
              <a:ext cx="187325" cy="122238"/>
            </a:xfrm>
            <a:custGeom>
              <a:gdLst>
                <a:gd name="T0" fmla="*/ 5 w 69"/>
                <a:gd name="T1" fmla="*/ 11 h 45"/>
                <a:gd name="T2" fmla="*/ 17 w 69"/>
                <a:gd name="T3" fmla="*/ 45 h 45"/>
                <a:gd name="T4" fmla="*/ 50 w 69"/>
                <a:gd name="T5" fmla="*/ 45 h 45"/>
                <a:gd name="T6" fmla="*/ 63 w 69"/>
                <a:gd name="T7" fmla="*/ 11 h 45"/>
                <a:gd name="T8" fmla="*/ 36 w 69"/>
                <a:gd name="T9" fmla="*/ 0 h 45"/>
                <a:gd name="T10" fmla="*/ 5 w 69"/>
                <a:gd name="T11" fmla="*/ 11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45">
                  <a:moveTo>
                    <a:pt x="5" y="11"/>
                  </a:moveTo>
                  <a:cubicBezTo>
                    <a:pt x="0" y="18"/>
                    <a:pt x="10" y="45"/>
                    <a:pt x="17" y="45"/>
                  </a:cubicBezTo>
                  <a:cubicBezTo>
                    <a:pt x="24" y="45"/>
                    <a:pt x="44" y="45"/>
                    <a:pt x="50" y="45"/>
                  </a:cubicBezTo>
                  <a:cubicBezTo>
                    <a:pt x="57" y="45"/>
                    <a:pt x="69" y="16"/>
                    <a:pt x="63" y="11"/>
                  </a:cubicBezTo>
                  <a:cubicBezTo>
                    <a:pt x="56" y="6"/>
                    <a:pt x="36" y="0"/>
                    <a:pt x="36" y="0"/>
                  </a:cubicBezTo>
                  <a:cubicBezTo>
                    <a:pt x="36" y="0"/>
                    <a:pt x="10" y="6"/>
                    <a:pt x="5" y="11"/>
                  </a:cubicBezTo>
                  <a:close/>
                </a:path>
              </a:pathLst>
            </a:custGeom>
            <a:solidFill>
              <a:srgbClr val="663F3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任意多边形: 形状 99" descr="ab62a8af-6e9e-456c-9c16-f011b5521925"/>
            <p:cNvSpPr/>
            <p:nvPr/>
          </p:nvSpPr>
          <p:spPr bwMode="auto">
            <a:xfrm>
              <a:off x="6082506" y="2871788"/>
              <a:ext cx="38100" cy="44450"/>
            </a:xfrm>
            <a:custGeom>
              <a:gdLst>
                <a:gd name="T0" fmla="*/ 10 w 14"/>
                <a:gd name="T1" fmla="*/ 15 h 16"/>
                <a:gd name="T2" fmla="*/ 1 w 14"/>
                <a:gd name="T3" fmla="*/ 9 h 16"/>
                <a:gd name="T4" fmla="*/ 7 w 14"/>
                <a:gd name="T5" fmla="*/ 1 h 16"/>
                <a:gd name="T6" fmla="*/ 10 w 14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6">
                  <a:moveTo>
                    <a:pt x="10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1" y="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任意多边形: 形状 100" descr="81502a9e-1f01-4054-89bf-63a057ee1974"/>
            <p:cNvSpPr/>
            <p:nvPr/>
          </p:nvSpPr>
          <p:spPr bwMode="auto">
            <a:xfrm>
              <a:off x="6238081" y="2871788"/>
              <a:ext cx="38100" cy="44450"/>
            </a:xfrm>
            <a:custGeom>
              <a:gdLst>
                <a:gd name="T0" fmla="*/ 4 w 14"/>
                <a:gd name="T1" fmla="*/ 15 h 16"/>
                <a:gd name="T2" fmla="*/ 13 w 14"/>
                <a:gd name="T3" fmla="*/ 9 h 16"/>
                <a:gd name="T4" fmla="*/ 7 w 14"/>
                <a:gd name="T5" fmla="*/ 1 h 16"/>
                <a:gd name="T6" fmla="*/ 4 w 14"/>
                <a:gd name="T7" fmla="*/ 15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6">
                  <a:moveTo>
                    <a:pt x="4" y="15"/>
                  </a:moveTo>
                  <a:cubicBezTo>
                    <a:pt x="8" y="16"/>
                    <a:pt x="12" y="13"/>
                    <a:pt x="13" y="9"/>
                  </a:cubicBezTo>
                  <a:cubicBezTo>
                    <a:pt x="14" y="5"/>
                    <a:pt x="11" y="1"/>
                    <a:pt x="7" y="1"/>
                  </a:cubicBezTo>
                  <a:cubicBezTo>
                    <a:pt x="3" y="0"/>
                    <a:pt x="0" y="14"/>
                    <a:pt x="4" y="15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任意多边形: 形状 101" descr="aa187633-e3b7-4c4f-adaa-9f414be04e1a"/>
            <p:cNvSpPr/>
            <p:nvPr/>
          </p:nvSpPr>
          <p:spPr bwMode="auto">
            <a:xfrm>
              <a:off x="6099968" y="2801938"/>
              <a:ext cx="165100" cy="184150"/>
            </a:xfrm>
            <a:custGeom>
              <a:gdLst>
                <a:gd name="T0" fmla="*/ 30 w 61"/>
                <a:gd name="T1" fmla="*/ 68 h 68"/>
                <a:gd name="T2" fmla="*/ 57 w 61"/>
                <a:gd name="T3" fmla="*/ 17 h 68"/>
                <a:gd name="T4" fmla="*/ 31 w 61"/>
                <a:gd name="T5" fmla="*/ 0 h 68"/>
                <a:gd name="T6" fmla="*/ 3 w 61"/>
                <a:gd name="T7" fmla="*/ 17 h 68"/>
                <a:gd name="T8" fmla="*/ 30 w 61"/>
                <a:gd name="T9" fmla="*/ 68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8">
                  <a:moveTo>
                    <a:pt x="30" y="68"/>
                  </a:moveTo>
                  <a:cubicBezTo>
                    <a:pt x="61" y="68"/>
                    <a:pt x="57" y="17"/>
                    <a:pt x="57" y="17"/>
                  </a:cubicBezTo>
                  <a:cubicBezTo>
                    <a:pt x="57" y="17"/>
                    <a:pt x="56" y="0"/>
                    <a:pt x="31" y="0"/>
                  </a:cubicBezTo>
                  <a:cubicBezTo>
                    <a:pt x="8" y="0"/>
                    <a:pt x="3" y="17"/>
                    <a:pt x="3" y="17"/>
                  </a:cubicBezTo>
                  <a:cubicBezTo>
                    <a:pt x="3" y="17"/>
                    <a:pt x="0" y="68"/>
                    <a:pt x="30" y="68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任意多边形: 形状 102" descr="4ccd844d-37d2-4dd3-b133-3f67d934a6b3"/>
            <p:cNvSpPr/>
            <p:nvPr/>
          </p:nvSpPr>
          <p:spPr bwMode="auto">
            <a:xfrm>
              <a:off x="6085681" y="2771776"/>
              <a:ext cx="201613" cy="119063"/>
            </a:xfrm>
            <a:custGeom>
              <a:gdLst>
                <a:gd name="T0" fmla="*/ 4 w 74"/>
                <a:gd name="T1" fmla="*/ 38 h 44"/>
                <a:gd name="T2" fmla="*/ 10 w 74"/>
                <a:gd name="T3" fmla="*/ 42 h 44"/>
                <a:gd name="T4" fmla="*/ 11 w 74"/>
                <a:gd name="T5" fmla="*/ 24 h 44"/>
                <a:gd name="T6" fmla="*/ 24 w 74"/>
                <a:gd name="T7" fmla="*/ 29 h 44"/>
                <a:gd name="T8" fmla="*/ 23 w 74"/>
                <a:gd name="T9" fmla="*/ 21 h 44"/>
                <a:gd name="T10" fmla="*/ 38 w 74"/>
                <a:gd name="T11" fmla="*/ 28 h 44"/>
                <a:gd name="T12" fmla="*/ 49 w 74"/>
                <a:gd name="T13" fmla="*/ 28 h 44"/>
                <a:gd name="T14" fmla="*/ 48 w 74"/>
                <a:gd name="T15" fmla="*/ 21 h 44"/>
                <a:gd name="T16" fmla="*/ 53 w 74"/>
                <a:gd name="T17" fmla="*/ 23 h 44"/>
                <a:gd name="T18" fmla="*/ 58 w 74"/>
                <a:gd name="T19" fmla="*/ 24 h 44"/>
                <a:gd name="T20" fmla="*/ 61 w 74"/>
                <a:gd name="T21" fmla="*/ 43 h 44"/>
                <a:gd name="T22" fmla="*/ 66 w 74"/>
                <a:gd name="T23" fmla="*/ 39 h 44"/>
                <a:gd name="T24" fmla="*/ 35 w 74"/>
                <a:gd name="T25" fmla="*/ 3 h 44"/>
                <a:gd name="T26" fmla="*/ 24 w 74"/>
                <a:gd name="T27" fmla="*/ 4 h 44"/>
                <a:gd name="T28" fmla="*/ 22 w 74"/>
                <a:gd name="T29" fmla="*/ 0 h 44"/>
                <a:gd name="T30" fmla="*/ 20 w 74"/>
                <a:gd name="T31" fmla="*/ 5 h 44"/>
                <a:gd name="T32" fmla="*/ 12 w 74"/>
                <a:gd name="T33" fmla="*/ 0 h 44"/>
                <a:gd name="T34" fmla="*/ 13 w 74"/>
                <a:gd name="T35" fmla="*/ 8 h 44"/>
                <a:gd name="T36" fmla="*/ 4 w 74"/>
                <a:gd name="T37" fmla="*/ 38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44">
                  <a:moveTo>
                    <a:pt x="4" y="38"/>
                  </a:moveTo>
                  <a:cubicBezTo>
                    <a:pt x="7" y="37"/>
                    <a:pt x="10" y="42"/>
                    <a:pt x="10" y="42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7" y="29"/>
                    <a:pt x="24" y="29"/>
                  </a:cubicBezTo>
                  <a:cubicBezTo>
                    <a:pt x="23" y="25"/>
                    <a:pt x="23" y="21"/>
                    <a:pt x="23" y="21"/>
                  </a:cubicBezTo>
                  <a:cubicBezTo>
                    <a:pt x="25" y="24"/>
                    <a:pt x="33" y="27"/>
                    <a:pt x="38" y="28"/>
                  </a:cubicBezTo>
                  <a:cubicBezTo>
                    <a:pt x="36" y="22"/>
                    <a:pt x="44" y="23"/>
                    <a:pt x="49" y="28"/>
                  </a:cubicBezTo>
                  <a:cubicBezTo>
                    <a:pt x="47" y="23"/>
                    <a:pt x="46" y="23"/>
                    <a:pt x="48" y="21"/>
                  </a:cubicBezTo>
                  <a:cubicBezTo>
                    <a:pt x="53" y="20"/>
                    <a:pt x="53" y="23"/>
                    <a:pt x="53" y="23"/>
                  </a:cubicBezTo>
                  <a:cubicBezTo>
                    <a:pt x="56" y="20"/>
                    <a:pt x="58" y="24"/>
                    <a:pt x="58" y="24"/>
                  </a:cubicBezTo>
                  <a:cubicBezTo>
                    <a:pt x="58" y="24"/>
                    <a:pt x="61" y="44"/>
                    <a:pt x="61" y="43"/>
                  </a:cubicBezTo>
                  <a:cubicBezTo>
                    <a:pt x="62" y="38"/>
                    <a:pt x="66" y="39"/>
                    <a:pt x="66" y="39"/>
                  </a:cubicBezTo>
                  <a:cubicBezTo>
                    <a:pt x="66" y="39"/>
                    <a:pt x="74" y="3"/>
                    <a:pt x="35" y="3"/>
                  </a:cubicBezTo>
                  <a:cubicBezTo>
                    <a:pt x="31" y="3"/>
                    <a:pt x="27" y="3"/>
                    <a:pt x="24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18"/>
                    <a:pt x="4" y="37"/>
                    <a:pt x="4" y="38"/>
                  </a:cubicBezTo>
                  <a:close/>
                </a:path>
              </a:pathLst>
            </a:custGeom>
            <a:solidFill>
              <a:srgbClr val="663F3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矩形 103" descr="a450a7dd-56b9-4e2a-8a16-5528dcc5320e"/>
            <p:cNvSpPr>
              <a:spLocks noChangeArrowheads="1"/>
            </p:cNvSpPr>
            <p:nvPr/>
          </p:nvSpPr>
          <p:spPr bwMode="auto">
            <a:xfrm>
              <a:off x="6196806" y="3097213"/>
              <a:ext cx="60325" cy="1746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任意多边形: 形状 104" descr="88ae32ad-f400-41dc-85bf-ac0e68681849"/>
            <p:cNvSpPr/>
            <p:nvPr/>
          </p:nvSpPr>
          <p:spPr bwMode="auto">
            <a:xfrm>
              <a:off x="6196806" y="3114676"/>
              <a:ext cx="60325" cy="58738"/>
            </a:xfrm>
            <a:custGeom>
              <a:gdLst>
                <a:gd name="T0" fmla="*/ 38 w 38"/>
                <a:gd name="T1" fmla="*/ 29 h 37"/>
                <a:gd name="T2" fmla="*/ 19 w 38"/>
                <a:gd name="T3" fmla="*/ 37 h 37"/>
                <a:gd name="T4" fmla="*/ 0 w 38"/>
                <a:gd name="T5" fmla="*/ 29 h 37"/>
                <a:gd name="T6" fmla="*/ 0 w 38"/>
                <a:gd name="T7" fmla="*/ 0 h 37"/>
                <a:gd name="T8" fmla="*/ 38 w 38"/>
                <a:gd name="T9" fmla="*/ 0 h 37"/>
                <a:gd name="T10" fmla="*/ 38 w 38"/>
                <a:gd name="T11" fmla="*/ 29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7">
                  <a:moveTo>
                    <a:pt x="38" y="29"/>
                  </a:moveTo>
                  <a:lnTo>
                    <a:pt x="19" y="3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29"/>
                  </a:lnTo>
                  <a:close/>
                </a:path>
              </a:pathLst>
            </a:custGeom>
            <a:solidFill>
              <a:srgbClr val="8F4D6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任意多边形: 形状 105" descr="a2aa7383-df84-4b56-add5-7acc701fc8cc"/>
            <p:cNvSpPr/>
            <p:nvPr/>
          </p:nvSpPr>
          <p:spPr bwMode="auto">
            <a:xfrm>
              <a:off x="6096793" y="3532188"/>
              <a:ext cx="76200" cy="217488"/>
            </a:xfrm>
            <a:custGeom>
              <a:gdLst>
                <a:gd name="T0" fmla="*/ 48 w 48"/>
                <a:gd name="T1" fmla="*/ 137 h 137"/>
                <a:gd name="T2" fmla="*/ 12 w 48"/>
                <a:gd name="T3" fmla="*/ 137 h 137"/>
                <a:gd name="T4" fmla="*/ 0 w 48"/>
                <a:gd name="T5" fmla="*/ 0 h 137"/>
                <a:gd name="T6" fmla="*/ 48 w 48"/>
                <a:gd name="T7" fmla="*/ 0 h 137"/>
                <a:gd name="T8" fmla="*/ 48 w 48"/>
                <a:gd name="T9" fmla="*/ 137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37">
                  <a:moveTo>
                    <a:pt x="48" y="137"/>
                  </a:moveTo>
                  <a:lnTo>
                    <a:pt x="12" y="137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137"/>
                  </a:ln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任意多边形: 形状 106" descr="ded98aa8-6ae1-4442-a352-1b042d07e04e"/>
            <p:cNvSpPr/>
            <p:nvPr/>
          </p:nvSpPr>
          <p:spPr bwMode="auto">
            <a:xfrm>
              <a:off x="6185693" y="3532188"/>
              <a:ext cx="76200" cy="217488"/>
            </a:xfrm>
            <a:custGeom>
              <a:gdLst>
                <a:gd name="T0" fmla="*/ 0 w 48"/>
                <a:gd name="T1" fmla="*/ 137 h 137"/>
                <a:gd name="T2" fmla="*/ 36 w 48"/>
                <a:gd name="T3" fmla="*/ 137 h 137"/>
                <a:gd name="T4" fmla="*/ 48 w 48"/>
                <a:gd name="T5" fmla="*/ 0 h 137"/>
                <a:gd name="T6" fmla="*/ 0 w 48"/>
                <a:gd name="T7" fmla="*/ 0 h 137"/>
                <a:gd name="T8" fmla="*/ 0 w 48"/>
                <a:gd name="T9" fmla="*/ 137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37">
                  <a:moveTo>
                    <a:pt x="0" y="137"/>
                  </a:moveTo>
                  <a:lnTo>
                    <a:pt x="36" y="137"/>
                  </a:lnTo>
                  <a:lnTo>
                    <a:pt x="48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任意多边形: 形状 107" descr="b87aad25-a976-442f-baf3-2cac53bf142a"/>
            <p:cNvSpPr/>
            <p:nvPr/>
          </p:nvSpPr>
          <p:spPr bwMode="auto">
            <a:xfrm>
              <a:off x="6246018" y="3740151"/>
              <a:ext cx="166688" cy="115888"/>
            </a:xfrm>
            <a:custGeom>
              <a:gdLst>
                <a:gd name="T0" fmla="*/ 57 w 61"/>
                <a:gd name="T1" fmla="*/ 35 h 43"/>
                <a:gd name="T2" fmla="*/ 17 w 61"/>
                <a:gd name="T3" fmla="*/ 21 h 43"/>
                <a:gd name="T4" fmla="*/ 8 w 61"/>
                <a:gd name="T5" fmla="*/ 0 h 43"/>
                <a:gd name="T6" fmla="*/ 0 w 61"/>
                <a:gd name="T7" fmla="*/ 0 h 43"/>
                <a:gd name="T8" fmla="*/ 11 w 61"/>
                <a:gd name="T9" fmla="*/ 26 h 43"/>
                <a:gd name="T10" fmla="*/ 57 w 61"/>
                <a:gd name="T11" fmla="*/ 43 h 43"/>
                <a:gd name="T12" fmla="*/ 61 w 61"/>
                <a:gd name="T13" fmla="*/ 39 h 43"/>
                <a:gd name="T14" fmla="*/ 57 w 61"/>
                <a:gd name="T15" fmla="*/ 35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43">
                  <a:moveTo>
                    <a:pt x="57" y="35"/>
                  </a:moveTo>
                  <a:cubicBezTo>
                    <a:pt x="39" y="35"/>
                    <a:pt x="25" y="30"/>
                    <a:pt x="17" y="21"/>
                  </a:cubicBezTo>
                  <a:cubicBezTo>
                    <a:pt x="12" y="15"/>
                    <a:pt x="9" y="8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0"/>
                    <a:pt x="5" y="19"/>
                    <a:pt x="11" y="26"/>
                  </a:cubicBezTo>
                  <a:cubicBezTo>
                    <a:pt x="21" y="37"/>
                    <a:pt x="36" y="43"/>
                    <a:pt x="57" y="43"/>
                  </a:cubicBezTo>
                  <a:cubicBezTo>
                    <a:pt x="59" y="43"/>
                    <a:pt x="61" y="41"/>
                    <a:pt x="61" y="39"/>
                  </a:cubicBezTo>
                  <a:cubicBezTo>
                    <a:pt x="61" y="37"/>
                    <a:pt x="59" y="35"/>
                    <a:pt x="57" y="35"/>
                  </a:cubicBezTo>
                  <a:close/>
                </a:path>
              </a:pathLst>
            </a:custGeom>
            <a:solidFill>
              <a:srgbClr val="CC884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任意多边形: 形状 108" descr="1c5879e6-38ae-4bc5-8001-b30a42febf02"/>
            <p:cNvSpPr/>
            <p:nvPr/>
          </p:nvSpPr>
          <p:spPr bwMode="auto">
            <a:xfrm>
              <a:off x="6246018" y="3694113"/>
              <a:ext cx="25400" cy="46038"/>
            </a:xfrm>
            <a:custGeom>
              <a:gdLst>
                <a:gd name="T0" fmla="*/ 8 w 9"/>
                <a:gd name="T1" fmla="*/ 16 h 17"/>
                <a:gd name="T2" fmla="*/ 8 w 9"/>
                <a:gd name="T3" fmla="*/ 12 h 17"/>
                <a:gd name="T4" fmla="*/ 8 w 9"/>
                <a:gd name="T5" fmla="*/ 10 h 17"/>
                <a:gd name="T6" fmla="*/ 9 w 9"/>
                <a:gd name="T7" fmla="*/ 5 h 17"/>
                <a:gd name="T8" fmla="*/ 5 w 9"/>
                <a:gd name="T9" fmla="*/ 0 h 17"/>
                <a:gd name="T10" fmla="*/ 1 w 9"/>
                <a:gd name="T11" fmla="*/ 4 h 17"/>
                <a:gd name="T12" fmla="*/ 0 w 9"/>
                <a:gd name="T13" fmla="*/ 10 h 17"/>
                <a:gd name="T14" fmla="*/ 0 w 9"/>
                <a:gd name="T15" fmla="*/ 12 h 17"/>
                <a:gd name="T16" fmla="*/ 0 w 9"/>
                <a:gd name="T17" fmla="*/ 16 h 17"/>
                <a:gd name="T18" fmla="*/ 0 w 9"/>
                <a:gd name="T19" fmla="*/ 17 h 17"/>
                <a:gd name="T20" fmla="*/ 0 w 9"/>
                <a:gd name="T21" fmla="*/ 17 h 17"/>
                <a:gd name="T22" fmla="*/ 8 w 9"/>
                <a:gd name="T23" fmla="*/ 17 h 17"/>
                <a:gd name="T24" fmla="*/ 8 w 9"/>
                <a:gd name="T25" fmla="*/ 16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7">
                  <a:moveTo>
                    <a:pt x="8" y="16"/>
                  </a:moveTo>
                  <a:cubicBezTo>
                    <a:pt x="8" y="15"/>
                    <a:pt x="8" y="13"/>
                    <a:pt x="8" y="12"/>
                  </a:cubicBezTo>
                  <a:cubicBezTo>
                    <a:pt x="8" y="11"/>
                    <a:pt x="8" y="11"/>
                    <a:pt x="8" y="10"/>
                  </a:cubicBezTo>
                  <a:cubicBezTo>
                    <a:pt x="8" y="9"/>
                    <a:pt x="8" y="7"/>
                    <a:pt x="9" y="5"/>
                  </a:cubicBezTo>
                  <a:cubicBezTo>
                    <a:pt x="9" y="3"/>
                    <a:pt x="7" y="1"/>
                    <a:pt x="5" y="0"/>
                  </a:cubicBezTo>
                  <a:cubicBezTo>
                    <a:pt x="3" y="0"/>
                    <a:pt x="1" y="1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1"/>
                    <a:pt x="0" y="11"/>
                    <a:pt x="0" y="12"/>
                  </a:cubicBezTo>
                  <a:cubicBezTo>
                    <a:pt x="0" y="14"/>
                    <a:pt x="0" y="15"/>
                    <a:pt x="0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8" y="17"/>
                    <a:pt x="8" y="17"/>
                    <a:pt x="8" y="17"/>
                  </a:cubicBezTo>
                  <a:lnTo>
                    <a:pt x="8" y="16"/>
                  </a:lnTo>
                  <a:close/>
                </a:path>
              </a:pathLst>
            </a:custGeom>
            <a:solidFill>
              <a:srgbClr val="8A5C3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任意多边形: 形状 109" descr="30b0b6f4-5d78-41f5-9500-b6b4a7666527"/>
            <p:cNvSpPr/>
            <p:nvPr/>
          </p:nvSpPr>
          <p:spPr bwMode="auto">
            <a:xfrm>
              <a:off x="6311106" y="3511551"/>
              <a:ext cx="327025" cy="355600"/>
            </a:xfrm>
            <a:custGeom>
              <a:gdLst>
                <a:gd name="T0" fmla="*/ 77 w 120"/>
                <a:gd name="T1" fmla="*/ 131 h 131"/>
                <a:gd name="T2" fmla="*/ 43 w 120"/>
                <a:gd name="T3" fmla="*/ 131 h 131"/>
                <a:gd name="T4" fmla="*/ 9 w 120"/>
                <a:gd name="T5" fmla="*/ 77 h 131"/>
                <a:gd name="T6" fmla="*/ 26 w 120"/>
                <a:gd name="T7" fmla="*/ 32 h 131"/>
                <a:gd name="T8" fmla="*/ 94 w 120"/>
                <a:gd name="T9" fmla="*/ 32 h 131"/>
                <a:gd name="T10" fmla="*/ 111 w 120"/>
                <a:gd name="T11" fmla="*/ 77 h 131"/>
                <a:gd name="T12" fmla="*/ 77 w 120"/>
                <a:gd name="T13" fmla="*/ 131 h 1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31">
                  <a:moveTo>
                    <a:pt x="77" y="131"/>
                  </a:moveTo>
                  <a:cubicBezTo>
                    <a:pt x="43" y="131"/>
                    <a:pt x="43" y="131"/>
                    <a:pt x="43" y="131"/>
                  </a:cubicBezTo>
                  <a:cubicBezTo>
                    <a:pt x="17" y="131"/>
                    <a:pt x="0" y="103"/>
                    <a:pt x="9" y="77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39" y="0"/>
                    <a:pt x="81" y="0"/>
                    <a:pt x="94" y="32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20" y="103"/>
                    <a:pt x="103" y="131"/>
                    <a:pt x="77" y="131"/>
                  </a:cubicBezTo>
                  <a:close/>
                </a:path>
              </a:pathLst>
            </a:cu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椭圆 110" descr="db9b3e45-c847-478d-8dc1-369ec933e0e9"/>
            <p:cNvSpPr>
              <a:spLocks noChangeArrowheads="1"/>
            </p:cNvSpPr>
            <p:nvPr/>
          </p:nvSpPr>
          <p:spPr bwMode="auto">
            <a:xfrm>
              <a:off x="6460331" y="3656013"/>
              <a:ext cx="30163" cy="19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任意多边形: 形状 111" descr="4c405324-5947-4c21-80a7-506c9789aa0a"/>
            <p:cNvSpPr/>
            <p:nvPr/>
          </p:nvSpPr>
          <p:spPr bwMode="auto">
            <a:xfrm>
              <a:off x="6477793" y="3627438"/>
              <a:ext cx="58738" cy="44450"/>
            </a:xfrm>
            <a:custGeom>
              <a:gdLst>
                <a:gd name="T0" fmla="*/ 0 w 22"/>
                <a:gd name="T1" fmla="*/ 10 h 16"/>
                <a:gd name="T2" fmla="*/ 11 w 22"/>
                <a:gd name="T3" fmla="*/ 14 h 16"/>
                <a:gd name="T4" fmla="*/ 18 w 22"/>
                <a:gd name="T5" fmla="*/ 0 h 16"/>
                <a:gd name="T6" fmla="*/ 0 w 22"/>
                <a:gd name="T7" fmla="*/ 3 h 16"/>
                <a:gd name="T8" fmla="*/ 0 w 22"/>
                <a:gd name="T9" fmla="*/ 10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">
                  <a:moveTo>
                    <a:pt x="0" y="10"/>
                  </a:moveTo>
                  <a:cubicBezTo>
                    <a:pt x="0" y="10"/>
                    <a:pt x="5" y="16"/>
                    <a:pt x="11" y="14"/>
                  </a:cubicBezTo>
                  <a:cubicBezTo>
                    <a:pt x="22" y="12"/>
                    <a:pt x="18" y="0"/>
                    <a:pt x="18" y="0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任意多边形: 形状 112" descr="d9876f1c-d567-4aea-ad85-38e9ec1dc31b"/>
            <p:cNvSpPr/>
            <p:nvPr/>
          </p:nvSpPr>
          <p:spPr bwMode="auto">
            <a:xfrm>
              <a:off x="6414293" y="3630613"/>
              <a:ext cx="63500" cy="41275"/>
            </a:xfrm>
            <a:custGeom>
              <a:gdLst>
                <a:gd name="T0" fmla="*/ 23 w 23"/>
                <a:gd name="T1" fmla="*/ 9 h 15"/>
                <a:gd name="T2" fmla="*/ 11 w 23"/>
                <a:gd name="T3" fmla="*/ 13 h 15"/>
                <a:gd name="T4" fmla="*/ 4 w 23"/>
                <a:gd name="T5" fmla="*/ 0 h 15"/>
                <a:gd name="T6" fmla="*/ 23 w 23"/>
                <a:gd name="T7" fmla="*/ 2 h 15"/>
                <a:gd name="T8" fmla="*/ 23 w 23"/>
                <a:gd name="T9" fmla="*/ 9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5">
                  <a:moveTo>
                    <a:pt x="23" y="9"/>
                  </a:moveTo>
                  <a:cubicBezTo>
                    <a:pt x="23" y="9"/>
                    <a:pt x="17" y="15"/>
                    <a:pt x="11" y="13"/>
                  </a:cubicBezTo>
                  <a:cubicBezTo>
                    <a:pt x="0" y="11"/>
                    <a:pt x="4" y="0"/>
                    <a:pt x="4" y="0"/>
                  </a:cubicBezTo>
                  <a:cubicBezTo>
                    <a:pt x="23" y="2"/>
                    <a:pt x="23" y="2"/>
                    <a:pt x="23" y="2"/>
                  </a:cubicBezTo>
                  <a:lnTo>
                    <a:pt x="23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椭圆 113" descr="9e94f180-7693-4840-a879-50fb659310db"/>
            <p:cNvSpPr>
              <a:spLocks noChangeArrowheads="1"/>
            </p:cNvSpPr>
            <p:nvPr/>
          </p:nvSpPr>
          <p:spPr bwMode="auto">
            <a:xfrm>
              <a:off x="6409531" y="3573463"/>
              <a:ext cx="127000" cy="68263"/>
            </a:xfrm>
            <a:prstGeom prst="ellipse">
              <a:avLst/>
            </a:prstGeom>
            <a:solidFill>
              <a:srgbClr val="94633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任意多边形: 形状 114" descr="6b3cc088-da3b-483c-b6c7-0231c0eda430"/>
            <p:cNvSpPr/>
            <p:nvPr/>
          </p:nvSpPr>
          <p:spPr bwMode="auto">
            <a:xfrm>
              <a:off x="6387306" y="3722688"/>
              <a:ext cx="174625" cy="150813"/>
            </a:xfrm>
            <a:custGeom>
              <a:gdLst>
                <a:gd name="T0" fmla="*/ 64 w 64"/>
                <a:gd name="T1" fmla="*/ 31 h 55"/>
                <a:gd name="T2" fmla="*/ 53 w 64"/>
                <a:gd name="T3" fmla="*/ 53 h 55"/>
                <a:gd name="T4" fmla="*/ 11 w 64"/>
                <a:gd name="T5" fmla="*/ 53 h 55"/>
                <a:gd name="T6" fmla="*/ 0 w 64"/>
                <a:gd name="T7" fmla="*/ 31 h 55"/>
                <a:gd name="T8" fmla="*/ 32 w 64"/>
                <a:gd name="T9" fmla="*/ 0 h 55"/>
                <a:gd name="T10" fmla="*/ 64 w 64"/>
                <a:gd name="T11" fmla="*/ 31 h 5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55">
                  <a:moveTo>
                    <a:pt x="64" y="31"/>
                  </a:moveTo>
                  <a:cubicBezTo>
                    <a:pt x="64" y="40"/>
                    <a:pt x="60" y="48"/>
                    <a:pt x="53" y="53"/>
                  </a:cubicBezTo>
                  <a:cubicBezTo>
                    <a:pt x="49" y="55"/>
                    <a:pt x="13" y="55"/>
                    <a:pt x="11" y="53"/>
                  </a:cubicBezTo>
                  <a:cubicBezTo>
                    <a:pt x="4" y="48"/>
                    <a:pt x="0" y="40"/>
                    <a:pt x="0" y="31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1"/>
                  </a:cubicBezTo>
                  <a:close/>
                </a:path>
              </a:pathLst>
            </a:custGeom>
            <a:solidFill>
              <a:srgbClr val="E6C6A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椭圆 115" descr="b9fa91ca-d60a-4d1e-9756-eeec89996f86"/>
            <p:cNvSpPr>
              <a:spLocks noChangeArrowheads="1"/>
            </p:cNvSpPr>
            <p:nvPr/>
          </p:nvSpPr>
          <p:spPr bwMode="auto">
            <a:xfrm>
              <a:off x="6496843" y="3589338"/>
              <a:ext cx="20638" cy="365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椭圆 116" descr="dba006b2-1f06-4461-85cc-aded96a39d4d"/>
            <p:cNvSpPr>
              <a:spLocks noChangeArrowheads="1"/>
            </p:cNvSpPr>
            <p:nvPr/>
          </p:nvSpPr>
          <p:spPr bwMode="auto">
            <a:xfrm>
              <a:off x="6501606" y="3606801"/>
              <a:ext cx="11113" cy="127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椭圆 117" descr="c7ba4b95-b417-42d3-b146-2853357762ea"/>
            <p:cNvSpPr>
              <a:spLocks noChangeArrowheads="1"/>
            </p:cNvSpPr>
            <p:nvPr/>
          </p:nvSpPr>
          <p:spPr bwMode="auto">
            <a:xfrm>
              <a:off x="6433343" y="3589338"/>
              <a:ext cx="22225" cy="365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椭圆 118" descr="4d4b08ce-e9c1-46f3-8d61-8c54e4e9194f"/>
            <p:cNvSpPr>
              <a:spLocks noChangeArrowheads="1"/>
            </p:cNvSpPr>
            <p:nvPr/>
          </p:nvSpPr>
          <p:spPr bwMode="auto">
            <a:xfrm>
              <a:off x="6441281" y="3606801"/>
              <a:ext cx="9525" cy="127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任意多边形: 形状 119" descr="9495a250-e4d3-4d52-a8f1-8345ba2940a0"/>
            <p:cNvSpPr/>
            <p:nvPr/>
          </p:nvSpPr>
          <p:spPr bwMode="auto">
            <a:xfrm>
              <a:off x="6504781" y="3494088"/>
              <a:ext cx="61913" cy="79375"/>
            </a:xfrm>
            <a:custGeom>
              <a:gdLst>
                <a:gd name="T0" fmla="*/ 17 w 23"/>
                <a:gd name="T1" fmla="*/ 29 h 29"/>
                <a:gd name="T2" fmla="*/ 0 w 23"/>
                <a:gd name="T3" fmla="*/ 17 h 29"/>
                <a:gd name="T4" fmla="*/ 22 w 23"/>
                <a:gd name="T5" fmla="*/ 1 h 29"/>
                <a:gd name="T6" fmla="*/ 17 w 23"/>
                <a:gd name="T7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8">
                  <a:moveTo>
                    <a:pt x="17" y="29"/>
                  </a:moveTo>
                  <a:cubicBezTo>
                    <a:pt x="12" y="23"/>
                    <a:pt x="0" y="17"/>
                    <a:pt x="0" y="17"/>
                  </a:cubicBezTo>
                  <a:cubicBezTo>
                    <a:pt x="0" y="17"/>
                    <a:pt x="20" y="0"/>
                    <a:pt x="22" y="1"/>
                  </a:cubicBezTo>
                  <a:cubicBezTo>
                    <a:pt x="23" y="1"/>
                    <a:pt x="20" y="28"/>
                    <a:pt x="17" y="29"/>
                  </a:cubicBezTo>
                  <a:close/>
                </a:path>
              </a:pathLst>
            </a:custGeom>
            <a:solidFill>
              <a:srgbClr val="A66F3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任意多边形: 形状 120" descr="b19dd11e-04ef-44b9-8ba1-7d9bd77a73e4"/>
            <p:cNvSpPr/>
            <p:nvPr/>
          </p:nvSpPr>
          <p:spPr bwMode="auto">
            <a:xfrm>
              <a:off x="6517481" y="3516313"/>
              <a:ext cx="36513" cy="44450"/>
            </a:xfrm>
            <a:custGeom>
              <a:gdLst>
                <a:gd name="T0" fmla="*/ 10 w 13"/>
                <a:gd name="T1" fmla="*/ 16 h 16"/>
                <a:gd name="T2" fmla="*/ 0 w 13"/>
                <a:gd name="T3" fmla="*/ 10 h 16"/>
                <a:gd name="T4" fmla="*/ 12 w 13"/>
                <a:gd name="T5" fmla="*/ 0 h 16"/>
                <a:gd name="T6" fmla="*/ 10 w 13"/>
                <a:gd name="T7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6">
                  <a:moveTo>
                    <a:pt x="10" y="16"/>
                  </a:moveTo>
                  <a:cubicBezTo>
                    <a:pt x="6" y="13"/>
                    <a:pt x="0" y="10"/>
                    <a:pt x="0" y="10"/>
                  </a:cubicBezTo>
                  <a:cubicBezTo>
                    <a:pt x="0" y="10"/>
                    <a:pt x="11" y="0"/>
                    <a:pt x="12" y="0"/>
                  </a:cubicBezTo>
                  <a:cubicBezTo>
                    <a:pt x="13" y="1"/>
                    <a:pt x="11" y="15"/>
                    <a:pt x="10" y="16"/>
                  </a:cubicBezTo>
                  <a:close/>
                </a:path>
              </a:pathLst>
            </a:custGeom>
            <a:solidFill>
              <a:srgbClr val="FFA6F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任意多边形: 形状 121" descr="29bc81a3-5da6-4a2f-ae8f-4dbc796c6e13"/>
            <p:cNvSpPr/>
            <p:nvPr/>
          </p:nvSpPr>
          <p:spPr bwMode="auto">
            <a:xfrm>
              <a:off x="6382543" y="3494088"/>
              <a:ext cx="61913" cy="79375"/>
            </a:xfrm>
            <a:custGeom>
              <a:gdLst>
                <a:gd name="T0" fmla="*/ 6 w 23"/>
                <a:gd name="T1" fmla="*/ 29 h 29"/>
                <a:gd name="T2" fmla="*/ 23 w 23"/>
                <a:gd name="T3" fmla="*/ 17 h 29"/>
                <a:gd name="T4" fmla="*/ 1 w 23"/>
                <a:gd name="T5" fmla="*/ 1 h 29"/>
                <a:gd name="T6" fmla="*/ 6 w 23"/>
                <a:gd name="T7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8">
                  <a:moveTo>
                    <a:pt x="6" y="29"/>
                  </a:moveTo>
                  <a:cubicBezTo>
                    <a:pt x="11" y="23"/>
                    <a:pt x="23" y="17"/>
                    <a:pt x="23" y="17"/>
                  </a:cubicBezTo>
                  <a:cubicBezTo>
                    <a:pt x="23" y="17"/>
                    <a:pt x="4" y="0"/>
                    <a:pt x="1" y="1"/>
                  </a:cubicBezTo>
                  <a:cubicBezTo>
                    <a:pt x="0" y="1"/>
                    <a:pt x="4" y="28"/>
                    <a:pt x="6" y="29"/>
                  </a:cubicBezTo>
                  <a:close/>
                </a:path>
              </a:pathLst>
            </a:custGeom>
            <a:solidFill>
              <a:srgbClr val="CF8A4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任意多边形: 形状 122" descr="981f501a-843f-46ed-ac6c-a028edae975d"/>
            <p:cNvSpPr/>
            <p:nvPr/>
          </p:nvSpPr>
          <p:spPr bwMode="auto">
            <a:xfrm>
              <a:off x="6395243" y="3516313"/>
              <a:ext cx="36513" cy="44450"/>
            </a:xfrm>
            <a:custGeom>
              <a:gdLst>
                <a:gd name="T0" fmla="*/ 4 w 13"/>
                <a:gd name="T1" fmla="*/ 16 h 16"/>
                <a:gd name="T2" fmla="*/ 13 w 13"/>
                <a:gd name="T3" fmla="*/ 10 h 16"/>
                <a:gd name="T4" fmla="*/ 1 w 13"/>
                <a:gd name="T5" fmla="*/ 0 h 16"/>
                <a:gd name="T6" fmla="*/ 4 w 13"/>
                <a:gd name="T7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6">
                  <a:moveTo>
                    <a:pt x="4" y="16"/>
                  </a:moveTo>
                  <a:cubicBezTo>
                    <a:pt x="7" y="13"/>
                    <a:pt x="13" y="10"/>
                    <a:pt x="13" y="10"/>
                  </a:cubicBezTo>
                  <a:cubicBezTo>
                    <a:pt x="13" y="10"/>
                    <a:pt x="2" y="0"/>
                    <a:pt x="1" y="0"/>
                  </a:cubicBezTo>
                  <a:cubicBezTo>
                    <a:pt x="0" y="1"/>
                    <a:pt x="2" y="15"/>
                    <a:pt x="4" y="16"/>
                  </a:cubicBezTo>
                  <a:close/>
                </a:path>
              </a:pathLst>
            </a:custGeom>
            <a:solidFill>
              <a:srgbClr val="FFA6F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任意多边形: 形状 123" descr="f901c615-5daf-4901-a17d-b63ab6316a6c"/>
            <p:cNvSpPr/>
            <p:nvPr/>
          </p:nvSpPr>
          <p:spPr bwMode="auto">
            <a:xfrm>
              <a:off x="6463506" y="3644901"/>
              <a:ext cx="25400" cy="12700"/>
            </a:xfrm>
            <a:custGeom>
              <a:gdLst>
                <a:gd name="T0" fmla="*/ 4 w 9"/>
                <a:gd name="T1" fmla="*/ 5 h 5"/>
                <a:gd name="T2" fmla="*/ 1 w 9"/>
                <a:gd name="T3" fmla="*/ 2 h 5"/>
                <a:gd name="T4" fmla="*/ 1 w 9"/>
                <a:gd name="T5" fmla="*/ 0 h 5"/>
                <a:gd name="T6" fmla="*/ 8 w 9"/>
                <a:gd name="T7" fmla="*/ 0 h 5"/>
                <a:gd name="T8" fmla="*/ 8 w 9"/>
                <a:gd name="T9" fmla="*/ 2 h 5"/>
                <a:gd name="T10" fmla="*/ 5 w 9"/>
                <a:gd name="T11" fmla="*/ 5 h 5"/>
                <a:gd name="T12" fmla="*/ 4 w 9"/>
                <a:gd name="T13" fmla="*/ 5 h 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">
                  <a:moveTo>
                    <a:pt x="4" y="5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1"/>
                    <a:pt x="8" y="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lose/>
                </a:path>
              </a:pathLst>
            </a:custGeom>
            <a:solidFill>
              <a:srgbClr val="593C2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任意多边形: 形状 124" descr="99099057-6bd0-4222-a44f-0950a7806f2a"/>
            <p:cNvSpPr/>
            <p:nvPr/>
          </p:nvSpPr>
          <p:spPr bwMode="auto">
            <a:xfrm>
              <a:off x="6520656" y="3627438"/>
              <a:ext cx="133350" cy="25400"/>
            </a:xfrm>
            <a:custGeom>
              <a:gdLst>
                <a:gd name="T0" fmla="*/ 49 w 49"/>
                <a:gd name="T1" fmla="*/ 9 h 9"/>
                <a:gd name="T2" fmla="*/ 0 w 49"/>
                <a:gd name="T3" fmla="*/ 5 h 9"/>
                <a:gd name="T4" fmla="*/ 0 w 49"/>
                <a:gd name="T5" fmla="*/ 4 h 9"/>
                <a:gd name="T6" fmla="*/ 49 w 49"/>
                <a:gd name="T7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">
                  <a:moveTo>
                    <a:pt x="49" y="9"/>
                  </a:moveTo>
                  <a:cubicBezTo>
                    <a:pt x="28" y="1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27" y="0"/>
                    <a:pt x="4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任意多边形: 形状 125" descr="27720b12-00dc-4a28-8691-615b7a007f34"/>
            <p:cNvSpPr/>
            <p:nvPr/>
          </p:nvSpPr>
          <p:spPr bwMode="auto">
            <a:xfrm>
              <a:off x="6512718" y="3646488"/>
              <a:ext cx="128588" cy="41275"/>
            </a:xfrm>
            <a:custGeom>
              <a:gdLst>
                <a:gd name="T0" fmla="*/ 47 w 47"/>
                <a:gd name="T1" fmla="*/ 15 h 15"/>
                <a:gd name="T2" fmla="*/ 0 w 47"/>
                <a:gd name="T3" fmla="*/ 1 h 15"/>
                <a:gd name="T4" fmla="*/ 0 w 47"/>
                <a:gd name="T5" fmla="*/ 0 h 15"/>
                <a:gd name="T6" fmla="*/ 47 w 47"/>
                <a:gd name="T7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">
                  <a:moveTo>
                    <a:pt x="47" y="15"/>
                  </a:moveTo>
                  <a:cubicBezTo>
                    <a:pt x="30" y="1"/>
                    <a:pt x="1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1" y="0"/>
                    <a:pt x="4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任意多边形: 形状 126" descr="a9215ec5-61c5-45c6-ab08-a9eb09cbf704"/>
            <p:cNvSpPr/>
            <p:nvPr/>
          </p:nvSpPr>
          <p:spPr bwMode="auto">
            <a:xfrm>
              <a:off x="6498431" y="3656013"/>
              <a:ext cx="120650" cy="61913"/>
            </a:xfrm>
            <a:custGeom>
              <a:gdLst>
                <a:gd name="T0" fmla="*/ 44 w 44"/>
                <a:gd name="T1" fmla="*/ 23 h 23"/>
                <a:gd name="T2" fmla="*/ 0 w 44"/>
                <a:gd name="T3" fmla="*/ 1 h 23"/>
                <a:gd name="T4" fmla="*/ 0 w 44"/>
                <a:gd name="T5" fmla="*/ 0 h 23"/>
                <a:gd name="T6" fmla="*/ 44 w 44"/>
                <a:gd name="T7" fmla="*/ 2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3">
                  <a:moveTo>
                    <a:pt x="44" y="23"/>
                  </a:moveTo>
                  <a:cubicBezTo>
                    <a:pt x="28" y="3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2" y="4"/>
                    <a:pt x="44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任意多边形: 形状 127" descr="7fc05fa5-87c6-43a2-9409-4dd0c358088e"/>
            <p:cNvSpPr/>
            <p:nvPr/>
          </p:nvSpPr>
          <p:spPr bwMode="auto">
            <a:xfrm>
              <a:off x="6295231" y="3627438"/>
              <a:ext cx="133350" cy="25400"/>
            </a:xfrm>
            <a:custGeom>
              <a:gdLst>
                <a:gd name="T0" fmla="*/ 0 w 49"/>
                <a:gd name="T1" fmla="*/ 9 h 9"/>
                <a:gd name="T2" fmla="*/ 49 w 49"/>
                <a:gd name="T3" fmla="*/ 5 h 9"/>
                <a:gd name="T4" fmla="*/ 49 w 49"/>
                <a:gd name="T5" fmla="*/ 4 h 9"/>
                <a:gd name="T6" fmla="*/ 0 w 49"/>
                <a:gd name="T7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">
                  <a:moveTo>
                    <a:pt x="0" y="9"/>
                  </a:moveTo>
                  <a:cubicBezTo>
                    <a:pt x="22" y="1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22" y="0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任意多边形: 形状 128" descr="cfcdf59f-a6c1-47f2-90f4-f05547579ea2"/>
            <p:cNvSpPr/>
            <p:nvPr/>
          </p:nvSpPr>
          <p:spPr bwMode="auto">
            <a:xfrm>
              <a:off x="6309518" y="3646488"/>
              <a:ext cx="127000" cy="41275"/>
            </a:xfrm>
            <a:custGeom>
              <a:gdLst>
                <a:gd name="T0" fmla="*/ 0 w 47"/>
                <a:gd name="T1" fmla="*/ 15 h 15"/>
                <a:gd name="T2" fmla="*/ 47 w 47"/>
                <a:gd name="T3" fmla="*/ 1 h 15"/>
                <a:gd name="T4" fmla="*/ 47 w 47"/>
                <a:gd name="T5" fmla="*/ 0 h 15"/>
                <a:gd name="T6" fmla="*/ 0 w 47"/>
                <a:gd name="T7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">
                  <a:moveTo>
                    <a:pt x="0" y="15"/>
                  </a:moveTo>
                  <a:cubicBezTo>
                    <a:pt x="18" y="1"/>
                    <a:pt x="47" y="1"/>
                    <a:pt x="47" y="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16" y="0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任意多边形: 形状 129" descr="38447028-43a4-4fba-a171-be0f2e71e1cc"/>
            <p:cNvSpPr/>
            <p:nvPr/>
          </p:nvSpPr>
          <p:spPr bwMode="auto">
            <a:xfrm>
              <a:off x="6330156" y="3656013"/>
              <a:ext cx="120650" cy="61913"/>
            </a:xfrm>
            <a:custGeom>
              <a:gdLst>
                <a:gd name="T0" fmla="*/ 0 w 44"/>
                <a:gd name="T1" fmla="*/ 23 h 23"/>
                <a:gd name="T2" fmla="*/ 44 w 44"/>
                <a:gd name="T3" fmla="*/ 1 h 23"/>
                <a:gd name="T4" fmla="*/ 44 w 44"/>
                <a:gd name="T5" fmla="*/ 0 h 23"/>
                <a:gd name="T6" fmla="*/ 0 w 44"/>
                <a:gd name="T7" fmla="*/ 2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3">
                  <a:moveTo>
                    <a:pt x="0" y="23"/>
                  </a:moveTo>
                  <a:cubicBezTo>
                    <a:pt x="16" y="3"/>
                    <a:pt x="44" y="1"/>
                    <a:pt x="44" y="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12" y="4"/>
                    <a:pt x="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椭圆 130" descr="65f8233f-abff-41a7-9234-6d23fceefd60"/>
            <p:cNvSpPr>
              <a:spLocks noChangeArrowheads="1"/>
            </p:cNvSpPr>
            <p:nvPr/>
          </p:nvSpPr>
          <p:spPr bwMode="auto">
            <a:xfrm>
              <a:off x="6352381" y="3844926"/>
              <a:ext cx="57150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椭圆 131" descr="61ead27c-bc8f-422d-8a32-2b69598c4e4e"/>
            <p:cNvSpPr>
              <a:spLocks noChangeArrowheads="1"/>
            </p:cNvSpPr>
            <p:nvPr/>
          </p:nvSpPr>
          <p:spPr bwMode="auto">
            <a:xfrm>
              <a:off x="6536531" y="3844926"/>
              <a:ext cx="57150" cy="38100"/>
            </a:xfrm>
            <a:prstGeom prst="ellipse">
              <a:avLst/>
            </a:prstGeom>
            <a:solidFill>
              <a:srgbClr val="94633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矩形 132" descr="58195a3c-8db3-4c22-aa35-01a42e4426ee"/>
            <p:cNvSpPr>
              <a:spLocks noChangeArrowheads="1"/>
            </p:cNvSpPr>
            <p:nvPr/>
          </p:nvSpPr>
          <p:spPr bwMode="auto">
            <a:xfrm>
              <a:off x="6490493" y="3714751"/>
              <a:ext cx="36513" cy="158750"/>
            </a:xfrm>
            <a:prstGeom prst="rect">
              <a:avLst/>
            </a:pr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矩形 133" descr="2ce8f953-09e7-4d79-9b0e-a332e0c94d57"/>
            <p:cNvSpPr>
              <a:spLocks noChangeArrowheads="1"/>
            </p:cNvSpPr>
            <p:nvPr/>
          </p:nvSpPr>
          <p:spPr bwMode="auto">
            <a:xfrm>
              <a:off x="6425406" y="3714751"/>
              <a:ext cx="33338" cy="158750"/>
            </a:xfrm>
            <a:prstGeom prst="rect">
              <a:avLst/>
            </a:prstGeom>
            <a:solidFill>
              <a:srgbClr val="E69A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椭圆 134" descr="051190ca-b74a-4aab-aab5-bcdc6d01cf03"/>
            <p:cNvSpPr>
              <a:spLocks noChangeArrowheads="1"/>
            </p:cNvSpPr>
            <p:nvPr/>
          </p:nvSpPr>
          <p:spPr bwMode="auto">
            <a:xfrm>
              <a:off x="6479381" y="3859213"/>
              <a:ext cx="57150" cy="34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椭圆 135" descr="0f39dd4f-c18a-4f36-90b1-2449d69013fc"/>
            <p:cNvSpPr>
              <a:spLocks noChangeArrowheads="1"/>
            </p:cNvSpPr>
            <p:nvPr/>
          </p:nvSpPr>
          <p:spPr bwMode="auto">
            <a:xfrm>
              <a:off x="6414293" y="3859213"/>
              <a:ext cx="55563" cy="34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任意多边形: 形状 136" descr="127abadd-5457-408c-aa58-78939708ff41"/>
            <p:cNvSpPr/>
            <p:nvPr/>
          </p:nvSpPr>
          <p:spPr bwMode="auto">
            <a:xfrm>
              <a:off x="6099968" y="1887538"/>
              <a:ext cx="855663" cy="541338"/>
            </a:xfrm>
            <a:custGeom>
              <a:gdLst>
                <a:gd name="T0" fmla="*/ 237 w 315"/>
                <a:gd name="T1" fmla="*/ 136 h 199"/>
                <a:gd name="T2" fmla="*/ 168 w 315"/>
                <a:gd name="T3" fmla="*/ 54 h 199"/>
                <a:gd name="T4" fmla="*/ 86 w 315"/>
                <a:gd name="T5" fmla="*/ 24 h 199"/>
                <a:gd name="T6" fmla="*/ 17 w 315"/>
                <a:gd name="T7" fmla="*/ 32 h 199"/>
                <a:gd name="T8" fmla="*/ 85 w 315"/>
                <a:gd name="T9" fmla="*/ 52 h 199"/>
                <a:gd name="T10" fmla="*/ 156 w 315"/>
                <a:gd name="T11" fmla="*/ 107 h 199"/>
                <a:gd name="T12" fmla="*/ 157 w 315"/>
                <a:gd name="T13" fmla="*/ 119 h 199"/>
                <a:gd name="T14" fmla="*/ 132 w 315"/>
                <a:gd name="T15" fmla="*/ 114 h 199"/>
                <a:gd name="T16" fmla="*/ 113 w 315"/>
                <a:gd name="T17" fmla="*/ 101 h 199"/>
                <a:gd name="T18" fmla="*/ 83 w 315"/>
                <a:gd name="T19" fmla="*/ 99 h 199"/>
                <a:gd name="T20" fmla="*/ 102 w 315"/>
                <a:gd name="T21" fmla="*/ 128 h 199"/>
                <a:gd name="T22" fmla="*/ 119 w 315"/>
                <a:gd name="T23" fmla="*/ 138 h 199"/>
                <a:gd name="T24" fmla="*/ 146 w 315"/>
                <a:gd name="T25" fmla="*/ 163 h 199"/>
                <a:gd name="T26" fmla="*/ 239 w 315"/>
                <a:gd name="T27" fmla="*/ 198 h 199"/>
                <a:gd name="T28" fmla="*/ 315 w 315"/>
                <a:gd name="T29" fmla="*/ 178 h 199"/>
                <a:gd name="T30" fmla="*/ 298 w 315"/>
                <a:gd name="T31" fmla="*/ 101 h 199"/>
                <a:gd name="T32" fmla="*/ 237 w 315"/>
                <a:gd name="T33" fmla="*/ 136 h 19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5" h="199">
                  <a:moveTo>
                    <a:pt x="237" y="136"/>
                  </a:moveTo>
                  <a:cubicBezTo>
                    <a:pt x="205" y="113"/>
                    <a:pt x="189" y="62"/>
                    <a:pt x="168" y="54"/>
                  </a:cubicBezTo>
                  <a:cubicBezTo>
                    <a:pt x="143" y="51"/>
                    <a:pt x="109" y="21"/>
                    <a:pt x="86" y="24"/>
                  </a:cubicBezTo>
                  <a:cubicBezTo>
                    <a:pt x="71" y="24"/>
                    <a:pt x="0" y="0"/>
                    <a:pt x="17" y="32"/>
                  </a:cubicBezTo>
                  <a:cubicBezTo>
                    <a:pt x="21" y="38"/>
                    <a:pt x="85" y="52"/>
                    <a:pt x="85" y="52"/>
                  </a:cubicBezTo>
                  <a:cubicBezTo>
                    <a:pt x="85" y="52"/>
                    <a:pt x="144" y="79"/>
                    <a:pt x="156" y="107"/>
                  </a:cubicBezTo>
                  <a:cubicBezTo>
                    <a:pt x="158" y="110"/>
                    <a:pt x="158" y="114"/>
                    <a:pt x="157" y="119"/>
                  </a:cubicBezTo>
                  <a:cubicBezTo>
                    <a:pt x="147" y="119"/>
                    <a:pt x="144" y="122"/>
                    <a:pt x="132" y="114"/>
                  </a:cubicBezTo>
                  <a:cubicBezTo>
                    <a:pt x="123" y="108"/>
                    <a:pt x="113" y="101"/>
                    <a:pt x="113" y="101"/>
                  </a:cubicBezTo>
                  <a:cubicBezTo>
                    <a:pt x="105" y="96"/>
                    <a:pt x="88" y="91"/>
                    <a:pt x="83" y="99"/>
                  </a:cubicBezTo>
                  <a:cubicBezTo>
                    <a:pt x="76" y="110"/>
                    <a:pt x="94" y="123"/>
                    <a:pt x="102" y="128"/>
                  </a:cubicBezTo>
                  <a:cubicBezTo>
                    <a:pt x="102" y="128"/>
                    <a:pt x="105" y="130"/>
                    <a:pt x="119" y="138"/>
                  </a:cubicBezTo>
                  <a:cubicBezTo>
                    <a:pt x="130" y="146"/>
                    <a:pt x="133" y="156"/>
                    <a:pt x="146" y="163"/>
                  </a:cubicBezTo>
                  <a:cubicBezTo>
                    <a:pt x="170" y="181"/>
                    <a:pt x="230" y="199"/>
                    <a:pt x="239" y="198"/>
                  </a:cubicBezTo>
                  <a:cubicBezTo>
                    <a:pt x="264" y="195"/>
                    <a:pt x="315" y="178"/>
                    <a:pt x="315" y="178"/>
                  </a:cubicBezTo>
                  <a:cubicBezTo>
                    <a:pt x="298" y="101"/>
                    <a:pt x="298" y="101"/>
                    <a:pt x="298" y="101"/>
                  </a:cubicBezTo>
                  <a:cubicBezTo>
                    <a:pt x="275" y="124"/>
                    <a:pt x="237" y="136"/>
                    <a:pt x="237" y="136"/>
                  </a:cubicBezTo>
                  <a:close/>
                </a:path>
              </a:pathLst>
            </a:custGeom>
            <a:solidFill>
              <a:srgbClr val="FFC6B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任意多边形: 形状 137" descr="dcbb7e45-a952-421a-b677-89e44e3f06cb"/>
            <p:cNvSpPr/>
            <p:nvPr/>
          </p:nvSpPr>
          <p:spPr bwMode="auto">
            <a:xfrm>
              <a:off x="5261768" y="1876426"/>
              <a:ext cx="846138" cy="557213"/>
            </a:xfrm>
            <a:custGeom>
              <a:gdLst>
                <a:gd name="T0" fmla="*/ 77 w 311"/>
                <a:gd name="T1" fmla="*/ 142 h 205"/>
                <a:gd name="T2" fmla="*/ 145 w 311"/>
                <a:gd name="T3" fmla="*/ 58 h 205"/>
                <a:gd name="T4" fmla="*/ 225 w 311"/>
                <a:gd name="T5" fmla="*/ 26 h 205"/>
                <a:gd name="T6" fmla="*/ 295 w 311"/>
                <a:gd name="T7" fmla="*/ 33 h 205"/>
                <a:gd name="T8" fmla="*/ 227 w 311"/>
                <a:gd name="T9" fmla="*/ 55 h 205"/>
                <a:gd name="T10" fmla="*/ 157 w 311"/>
                <a:gd name="T11" fmla="*/ 111 h 205"/>
                <a:gd name="T12" fmla="*/ 157 w 311"/>
                <a:gd name="T13" fmla="*/ 123 h 205"/>
                <a:gd name="T14" fmla="*/ 182 w 311"/>
                <a:gd name="T15" fmla="*/ 117 h 205"/>
                <a:gd name="T16" fmla="*/ 200 w 311"/>
                <a:gd name="T17" fmla="*/ 104 h 205"/>
                <a:gd name="T18" fmla="*/ 230 w 311"/>
                <a:gd name="T19" fmla="*/ 101 h 205"/>
                <a:gd name="T20" fmla="*/ 212 w 311"/>
                <a:gd name="T21" fmla="*/ 131 h 205"/>
                <a:gd name="T22" fmla="*/ 196 w 311"/>
                <a:gd name="T23" fmla="*/ 142 h 205"/>
                <a:gd name="T24" fmla="*/ 169 w 311"/>
                <a:gd name="T25" fmla="*/ 167 h 205"/>
                <a:gd name="T26" fmla="*/ 77 w 311"/>
                <a:gd name="T27" fmla="*/ 204 h 205"/>
                <a:gd name="T28" fmla="*/ 0 w 311"/>
                <a:gd name="T29" fmla="*/ 186 h 205"/>
                <a:gd name="T30" fmla="*/ 16 w 311"/>
                <a:gd name="T31" fmla="*/ 108 h 205"/>
                <a:gd name="T32" fmla="*/ 77 w 311"/>
                <a:gd name="T33" fmla="*/ 142 h 2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1" h="205">
                  <a:moveTo>
                    <a:pt x="77" y="142"/>
                  </a:moveTo>
                  <a:cubicBezTo>
                    <a:pt x="109" y="118"/>
                    <a:pt x="124" y="66"/>
                    <a:pt x="145" y="58"/>
                  </a:cubicBezTo>
                  <a:cubicBezTo>
                    <a:pt x="169" y="54"/>
                    <a:pt x="202" y="24"/>
                    <a:pt x="225" y="26"/>
                  </a:cubicBezTo>
                  <a:cubicBezTo>
                    <a:pt x="240" y="26"/>
                    <a:pt x="311" y="0"/>
                    <a:pt x="295" y="33"/>
                  </a:cubicBezTo>
                  <a:cubicBezTo>
                    <a:pt x="291" y="39"/>
                    <a:pt x="227" y="55"/>
                    <a:pt x="227" y="55"/>
                  </a:cubicBezTo>
                  <a:cubicBezTo>
                    <a:pt x="227" y="55"/>
                    <a:pt x="169" y="83"/>
                    <a:pt x="157" y="111"/>
                  </a:cubicBezTo>
                  <a:cubicBezTo>
                    <a:pt x="156" y="114"/>
                    <a:pt x="156" y="119"/>
                    <a:pt x="157" y="123"/>
                  </a:cubicBezTo>
                  <a:cubicBezTo>
                    <a:pt x="167" y="122"/>
                    <a:pt x="170" y="126"/>
                    <a:pt x="182" y="117"/>
                  </a:cubicBezTo>
                  <a:cubicBezTo>
                    <a:pt x="191" y="111"/>
                    <a:pt x="200" y="104"/>
                    <a:pt x="200" y="104"/>
                  </a:cubicBezTo>
                  <a:cubicBezTo>
                    <a:pt x="209" y="99"/>
                    <a:pt x="225" y="94"/>
                    <a:pt x="230" y="101"/>
                  </a:cubicBezTo>
                  <a:cubicBezTo>
                    <a:pt x="238" y="112"/>
                    <a:pt x="220" y="125"/>
                    <a:pt x="212" y="131"/>
                  </a:cubicBezTo>
                  <a:cubicBezTo>
                    <a:pt x="212" y="131"/>
                    <a:pt x="209" y="133"/>
                    <a:pt x="196" y="142"/>
                  </a:cubicBezTo>
                  <a:cubicBezTo>
                    <a:pt x="184" y="149"/>
                    <a:pt x="182" y="160"/>
                    <a:pt x="169" y="167"/>
                  </a:cubicBezTo>
                  <a:cubicBezTo>
                    <a:pt x="145" y="185"/>
                    <a:pt x="85" y="205"/>
                    <a:pt x="77" y="204"/>
                  </a:cubicBezTo>
                  <a:cubicBezTo>
                    <a:pt x="51" y="201"/>
                    <a:pt x="0" y="186"/>
                    <a:pt x="0" y="18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39" y="131"/>
                    <a:pt x="77" y="142"/>
                    <a:pt x="77" y="142"/>
                  </a:cubicBezTo>
                  <a:close/>
                </a:path>
              </a:pathLst>
            </a:custGeom>
            <a:solidFill>
              <a:srgbClr val="FFC6B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任意多边形: 形状 138" descr="1f925512-7ff8-4f2a-b563-242248f614d9"/>
            <p:cNvSpPr/>
            <p:nvPr/>
          </p:nvSpPr>
          <p:spPr bwMode="auto">
            <a:xfrm>
              <a:off x="4850606" y="2393951"/>
              <a:ext cx="171450" cy="96838"/>
            </a:xfrm>
            <a:custGeom>
              <a:gdLst>
                <a:gd name="T0" fmla="*/ 55 w 63"/>
                <a:gd name="T1" fmla="*/ 28 h 36"/>
                <a:gd name="T2" fmla="*/ 14 w 63"/>
                <a:gd name="T3" fmla="*/ 36 h 36"/>
                <a:gd name="T4" fmla="*/ 0 w 63"/>
                <a:gd name="T5" fmla="*/ 27 h 36"/>
                <a:gd name="T6" fmla="*/ 59 w 63"/>
                <a:gd name="T7" fmla="*/ 2 h 36"/>
                <a:gd name="T8" fmla="*/ 55 w 63"/>
                <a:gd name="T9" fmla="*/ 28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6">
                  <a:moveTo>
                    <a:pt x="55" y="28"/>
                  </a:moveTo>
                  <a:cubicBezTo>
                    <a:pt x="14" y="36"/>
                    <a:pt x="14" y="36"/>
                    <a:pt x="14" y="3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30" y="0"/>
                    <a:pt x="59" y="2"/>
                  </a:cubicBezTo>
                  <a:cubicBezTo>
                    <a:pt x="63" y="2"/>
                    <a:pt x="55" y="28"/>
                    <a:pt x="55" y="28"/>
                  </a:cubicBezTo>
                  <a:close/>
                </a:path>
              </a:pathLst>
            </a:custGeom>
            <a:solidFill>
              <a:srgbClr val="6E785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任意多边形: 形状 139" descr="e9412ccc-c347-42c7-be49-1ca6f1748e53"/>
            <p:cNvSpPr/>
            <p:nvPr/>
          </p:nvSpPr>
          <p:spPr bwMode="auto">
            <a:xfrm>
              <a:off x="4766468" y="2516188"/>
              <a:ext cx="530225" cy="477838"/>
            </a:xfrm>
            <a:custGeom>
              <a:gdLst>
                <a:gd name="T0" fmla="*/ 179 w 195"/>
                <a:gd name="T1" fmla="*/ 59 h 176"/>
                <a:gd name="T2" fmla="*/ 107 w 195"/>
                <a:gd name="T3" fmla="*/ 165 h 176"/>
                <a:gd name="T4" fmla="*/ 1 w 195"/>
                <a:gd name="T5" fmla="*/ 93 h 176"/>
                <a:gd name="T6" fmla="*/ 77 w 195"/>
                <a:gd name="T7" fmla="*/ 9 h 176"/>
                <a:gd name="T8" fmla="*/ 179 w 195"/>
                <a:gd name="T9" fmla="*/ 59 h 17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76">
                  <a:moveTo>
                    <a:pt x="179" y="59"/>
                  </a:moveTo>
                  <a:cubicBezTo>
                    <a:pt x="195" y="103"/>
                    <a:pt x="164" y="153"/>
                    <a:pt x="107" y="165"/>
                  </a:cubicBezTo>
                  <a:cubicBezTo>
                    <a:pt x="51" y="176"/>
                    <a:pt x="3" y="140"/>
                    <a:pt x="1" y="93"/>
                  </a:cubicBezTo>
                  <a:cubicBezTo>
                    <a:pt x="0" y="53"/>
                    <a:pt x="34" y="17"/>
                    <a:pt x="77" y="9"/>
                  </a:cubicBezTo>
                  <a:cubicBezTo>
                    <a:pt x="120" y="0"/>
                    <a:pt x="165" y="21"/>
                    <a:pt x="179" y="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任意多边形: 形状 140" descr="e80bffe5-07cb-45e4-b51b-ec24e7e072ff"/>
            <p:cNvSpPr/>
            <p:nvPr/>
          </p:nvSpPr>
          <p:spPr bwMode="auto">
            <a:xfrm>
              <a:off x="4887118" y="2519363"/>
              <a:ext cx="176213" cy="53975"/>
            </a:xfrm>
            <a:custGeom>
              <a:gdLst>
                <a:gd name="T0" fmla="*/ 56 w 65"/>
                <a:gd name="T1" fmla="*/ 10 h 20"/>
                <a:gd name="T2" fmla="*/ 10 w 65"/>
                <a:gd name="T3" fmla="*/ 19 h 20"/>
                <a:gd name="T4" fmla="*/ 1 w 65"/>
                <a:gd name="T5" fmla="*/ 16 h 20"/>
                <a:gd name="T6" fmla="*/ 1 w 65"/>
                <a:gd name="T7" fmla="*/ 16 h 20"/>
                <a:gd name="T8" fmla="*/ 8 w 65"/>
                <a:gd name="T9" fmla="*/ 10 h 20"/>
                <a:gd name="T10" fmla="*/ 55 w 65"/>
                <a:gd name="T11" fmla="*/ 1 h 20"/>
                <a:gd name="T12" fmla="*/ 64 w 65"/>
                <a:gd name="T13" fmla="*/ 4 h 20"/>
                <a:gd name="T14" fmla="*/ 64 w 65"/>
                <a:gd name="T15" fmla="*/ 4 h 20"/>
                <a:gd name="T16" fmla="*/ 56 w 65"/>
                <a:gd name="T17" fmla="*/ 10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20">
                  <a:moveTo>
                    <a:pt x="56" y="10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5" y="20"/>
                    <a:pt x="1" y="19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4"/>
                    <a:pt x="4" y="11"/>
                    <a:pt x="8" y="10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60" y="0"/>
                    <a:pt x="64" y="1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5" y="6"/>
                    <a:pt x="61" y="9"/>
                    <a:pt x="56" y="10"/>
                  </a:cubicBezTo>
                  <a:close/>
                </a:path>
              </a:pathLst>
            </a:custGeom>
            <a:solidFill>
              <a:srgbClr val="3B3D3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任意多边形: 形状 141" descr="d135a62e-0bc5-453b-a62a-6415aa14d9a9"/>
            <p:cNvSpPr/>
            <p:nvPr/>
          </p:nvSpPr>
          <p:spPr bwMode="auto">
            <a:xfrm>
              <a:off x="4850606" y="2390776"/>
              <a:ext cx="215900" cy="155575"/>
            </a:xfrm>
            <a:custGeom>
              <a:gdLst>
                <a:gd name="T0" fmla="*/ 79 w 79"/>
                <a:gd name="T1" fmla="*/ 20 h 57"/>
                <a:gd name="T2" fmla="*/ 59 w 79"/>
                <a:gd name="T3" fmla="*/ 3 h 57"/>
                <a:gd name="T4" fmla="*/ 32 w 79"/>
                <a:gd name="T5" fmla="*/ 24 h 57"/>
                <a:gd name="T6" fmla="*/ 0 w 79"/>
                <a:gd name="T7" fmla="*/ 28 h 57"/>
                <a:gd name="T8" fmla="*/ 24 w 79"/>
                <a:gd name="T9" fmla="*/ 57 h 57"/>
                <a:gd name="T10" fmla="*/ 67 w 79"/>
                <a:gd name="T11" fmla="*/ 48 h 57"/>
                <a:gd name="T12" fmla="*/ 79 w 79"/>
                <a:gd name="T13" fmla="*/ 20 h 5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57">
                  <a:moveTo>
                    <a:pt x="79" y="20"/>
                  </a:moveTo>
                  <a:cubicBezTo>
                    <a:pt x="79" y="20"/>
                    <a:pt x="74" y="0"/>
                    <a:pt x="59" y="3"/>
                  </a:cubicBezTo>
                  <a:cubicBezTo>
                    <a:pt x="47" y="5"/>
                    <a:pt x="43" y="19"/>
                    <a:pt x="32" y="24"/>
                  </a:cubicBezTo>
                  <a:cubicBezTo>
                    <a:pt x="13" y="32"/>
                    <a:pt x="0" y="28"/>
                    <a:pt x="0" y="28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67" y="48"/>
                    <a:pt x="67" y="48"/>
                    <a:pt x="67" y="48"/>
                  </a:cubicBezTo>
                  <a:lnTo>
                    <a:pt x="7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任意多边形: 形状 142" descr="85285fae-a746-4a55-ac9c-63ca9f35156f"/>
            <p:cNvSpPr/>
            <p:nvPr/>
          </p:nvSpPr>
          <p:spPr bwMode="auto">
            <a:xfrm>
              <a:off x="4945856" y="2611438"/>
              <a:ext cx="144463" cy="258763"/>
            </a:xfrm>
            <a:custGeom>
              <a:gdLst>
                <a:gd name="T0" fmla="*/ 36 w 53"/>
                <a:gd name="T1" fmla="*/ 28 h 95"/>
                <a:gd name="T2" fmla="*/ 24 w 53"/>
                <a:gd name="T3" fmla="*/ 25 h 95"/>
                <a:gd name="T4" fmla="*/ 17 w 53"/>
                <a:gd name="T5" fmla="*/ 33 h 95"/>
                <a:gd name="T6" fmla="*/ 51 w 53"/>
                <a:gd name="T7" fmla="*/ 57 h 95"/>
                <a:gd name="T8" fmla="*/ 38 w 53"/>
                <a:gd name="T9" fmla="*/ 81 h 95"/>
                <a:gd name="T10" fmla="*/ 41 w 53"/>
                <a:gd name="T11" fmla="*/ 92 h 95"/>
                <a:gd name="T12" fmla="*/ 30 w 53"/>
                <a:gd name="T13" fmla="*/ 95 h 95"/>
                <a:gd name="T14" fmla="*/ 28 w 53"/>
                <a:gd name="T15" fmla="*/ 84 h 95"/>
                <a:gd name="T16" fmla="*/ 8 w 53"/>
                <a:gd name="T17" fmla="*/ 79 h 95"/>
                <a:gd name="T18" fmla="*/ 12 w 53"/>
                <a:gd name="T19" fmla="*/ 67 h 95"/>
                <a:gd name="T20" fmla="*/ 29 w 53"/>
                <a:gd name="T21" fmla="*/ 71 h 95"/>
                <a:gd name="T22" fmla="*/ 36 w 53"/>
                <a:gd name="T23" fmla="*/ 61 h 95"/>
                <a:gd name="T24" fmla="*/ 2 w 53"/>
                <a:gd name="T25" fmla="*/ 37 h 95"/>
                <a:gd name="T26" fmla="*/ 14 w 53"/>
                <a:gd name="T27" fmla="*/ 14 h 95"/>
                <a:gd name="T28" fmla="*/ 12 w 53"/>
                <a:gd name="T29" fmla="*/ 3 h 95"/>
                <a:gd name="T30" fmla="*/ 23 w 53"/>
                <a:gd name="T31" fmla="*/ 0 h 95"/>
                <a:gd name="T32" fmla="*/ 25 w 53"/>
                <a:gd name="T33" fmla="*/ 11 h 95"/>
                <a:gd name="T34" fmla="*/ 43 w 53"/>
                <a:gd name="T35" fmla="*/ 17 h 95"/>
                <a:gd name="T36" fmla="*/ 36 w 53"/>
                <a:gd name="T37" fmla="*/ 28 h 9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2" h="95">
                  <a:moveTo>
                    <a:pt x="36" y="28"/>
                  </a:moveTo>
                  <a:cubicBezTo>
                    <a:pt x="32" y="25"/>
                    <a:pt x="28" y="24"/>
                    <a:pt x="24" y="25"/>
                  </a:cubicBezTo>
                  <a:cubicBezTo>
                    <a:pt x="18" y="26"/>
                    <a:pt x="16" y="28"/>
                    <a:pt x="17" y="33"/>
                  </a:cubicBezTo>
                  <a:cubicBezTo>
                    <a:pt x="19" y="43"/>
                    <a:pt x="47" y="37"/>
                    <a:pt x="51" y="57"/>
                  </a:cubicBezTo>
                  <a:cubicBezTo>
                    <a:pt x="53" y="68"/>
                    <a:pt x="49" y="77"/>
                    <a:pt x="38" y="81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22" y="84"/>
                    <a:pt x="13" y="83"/>
                    <a:pt x="8" y="79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9" y="70"/>
                    <a:pt x="24" y="72"/>
                    <a:pt x="29" y="71"/>
                  </a:cubicBezTo>
                  <a:cubicBezTo>
                    <a:pt x="35" y="69"/>
                    <a:pt x="37" y="66"/>
                    <a:pt x="36" y="61"/>
                  </a:cubicBezTo>
                  <a:cubicBezTo>
                    <a:pt x="34" y="50"/>
                    <a:pt x="6" y="56"/>
                    <a:pt x="2" y="37"/>
                  </a:cubicBezTo>
                  <a:cubicBezTo>
                    <a:pt x="0" y="26"/>
                    <a:pt x="5" y="18"/>
                    <a:pt x="14" y="1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2" y="11"/>
                    <a:pt x="37" y="13"/>
                    <a:pt x="43" y="17"/>
                  </a:cubicBezTo>
                  <a:lnTo>
                    <a:pt x="36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任意多边形: 形状 143" descr="624e4a7c-53e2-4b31-804e-57ac21ec4912"/>
            <p:cNvSpPr/>
            <p:nvPr/>
          </p:nvSpPr>
          <p:spPr bwMode="auto">
            <a:xfrm>
              <a:off x="4934743" y="2562226"/>
              <a:ext cx="22225" cy="49213"/>
            </a:xfrm>
            <a:custGeom>
              <a:gdLst>
                <a:gd name="T0" fmla="*/ 0 w 14"/>
                <a:gd name="T1" fmla="*/ 31 h 31"/>
                <a:gd name="T2" fmla="*/ 4 w 14"/>
                <a:gd name="T3" fmla="*/ 2 h 31"/>
                <a:gd name="T4" fmla="*/ 14 w 14"/>
                <a:gd name="T5" fmla="*/ 0 h 31"/>
                <a:gd name="T6" fmla="*/ 0 w 14"/>
                <a:gd name="T7" fmla="*/ 31 h 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1">
                  <a:moveTo>
                    <a:pt x="0" y="31"/>
                  </a:moveTo>
                  <a:lnTo>
                    <a:pt x="4" y="2"/>
                  </a:lnTo>
                  <a:lnTo>
                    <a:pt x="1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任意多边形: 形状 144" descr="344b3902-a542-4102-ba5e-b725388ac130"/>
            <p:cNvSpPr/>
            <p:nvPr/>
          </p:nvSpPr>
          <p:spPr bwMode="auto">
            <a:xfrm>
              <a:off x="4995068" y="2551113"/>
              <a:ext cx="73025" cy="65088"/>
            </a:xfrm>
            <a:custGeom>
              <a:gdLst>
                <a:gd name="T0" fmla="*/ 46 w 46"/>
                <a:gd name="T1" fmla="*/ 41 h 41"/>
                <a:gd name="T2" fmla="*/ 0 w 46"/>
                <a:gd name="T3" fmla="*/ 2 h 41"/>
                <a:gd name="T4" fmla="*/ 10 w 46"/>
                <a:gd name="T5" fmla="*/ 0 h 41"/>
                <a:gd name="T6" fmla="*/ 46 w 46"/>
                <a:gd name="T7" fmla="*/ 41 h 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41">
                  <a:moveTo>
                    <a:pt x="46" y="41"/>
                  </a:moveTo>
                  <a:lnTo>
                    <a:pt x="0" y="2"/>
                  </a:lnTo>
                  <a:lnTo>
                    <a:pt x="10" y="0"/>
                  </a:lnTo>
                  <a:lnTo>
                    <a:pt x="46" y="41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任意多边形: 形状 145" descr="21c1614d-bfc7-4582-8190-e1c3b08b3fea"/>
            <p:cNvSpPr/>
            <p:nvPr/>
          </p:nvSpPr>
          <p:spPr bwMode="auto">
            <a:xfrm>
              <a:off x="5029993" y="2543176"/>
              <a:ext cx="30163" cy="15875"/>
            </a:xfrm>
            <a:custGeom>
              <a:gdLst>
                <a:gd name="T0" fmla="*/ 19 w 19"/>
                <a:gd name="T1" fmla="*/ 10 h 10"/>
                <a:gd name="T2" fmla="*/ 0 w 19"/>
                <a:gd name="T3" fmla="*/ 2 h 10"/>
                <a:gd name="T4" fmla="*/ 11 w 19"/>
                <a:gd name="T5" fmla="*/ 0 h 10"/>
                <a:gd name="T6" fmla="*/ 19 w 19"/>
                <a:gd name="T7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0">
                  <a:moveTo>
                    <a:pt x="19" y="10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19" y="10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任意多边形: 形状 146" descr="f9c62030-d2a4-4c7a-8637-fa9097af6806"/>
            <p:cNvSpPr/>
            <p:nvPr/>
          </p:nvSpPr>
          <p:spPr bwMode="auto">
            <a:xfrm>
              <a:off x="4896643" y="2566988"/>
              <a:ext cx="28575" cy="28575"/>
            </a:xfrm>
            <a:custGeom>
              <a:gdLst>
                <a:gd name="T0" fmla="*/ 0 w 18"/>
                <a:gd name="T1" fmla="*/ 18 h 18"/>
                <a:gd name="T2" fmla="*/ 7 w 18"/>
                <a:gd name="T3" fmla="*/ 2 h 18"/>
                <a:gd name="T4" fmla="*/ 18 w 18"/>
                <a:gd name="T5" fmla="*/ 0 h 18"/>
                <a:gd name="T6" fmla="*/ 0 w 18"/>
                <a:gd name="T7" fmla="*/ 1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8">
                  <a:moveTo>
                    <a:pt x="0" y="18"/>
                  </a:moveTo>
                  <a:lnTo>
                    <a:pt x="7" y="2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8C9E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任意多边形: 形状 147" descr="c77c0667-a439-45b2-8fcc-478dd38dd5bc"/>
            <p:cNvSpPr/>
            <p:nvPr/>
          </p:nvSpPr>
          <p:spPr bwMode="auto">
            <a:xfrm>
              <a:off x="6947693" y="3233738"/>
              <a:ext cx="430213" cy="307975"/>
            </a:xfrm>
            <a:custGeom>
              <a:gdLst>
                <a:gd name="T0" fmla="*/ 131 w 158"/>
                <a:gd name="T1" fmla="*/ 113 h 113"/>
                <a:gd name="T2" fmla="*/ 3 w 158"/>
                <a:gd name="T3" fmla="*/ 68 h 113"/>
                <a:gd name="T4" fmla="*/ 1 w 158"/>
                <a:gd name="T5" fmla="*/ 63 h 113"/>
                <a:gd name="T6" fmla="*/ 21 w 158"/>
                <a:gd name="T7" fmla="*/ 3 h 113"/>
                <a:gd name="T8" fmla="*/ 27 w 158"/>
                <a:gd name="T9" fmla="*/ 0 h 113"/>
                <a:gd name="T10" fmla="*/ 154 w 158"/>
                <a:gd name="T11" fmla="*/ 45 h 113"/>
                <a:gd name="T12" fmla="*/ 157 w 158"/>
                <a:gd name="T13" fmla="*/ 50 h 113"/>
                <a:gd name="T14" fmla="*/ 136 w 158"/>
                <a:gd name="T15" fmla="*/ 110 h 113"/>
                <a:gd name="T16" fmla="*/ 131 w 158"/>
                <a:gd name="T17" fmla="*/ 113 h 1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13">
                  <a:moveTo>
                    <a:pt x="131" y="113"/>
                  </a:moveTo>
                  <a:cubicBezTo>
                    <a:pt x="3" y="68"/>
                    <a:pt x="3" y="68"/>
                    <a:pt x="3" y="68"/>
                  </a:cubicBezTo>
                  <a:cubicBezTo>
                    <a:pt x="1" y="67"/>
                    <a:pt x="0" y="65"/>
                    <a:pt x="1" y="6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1"/>
                    <a:pt x="25" y="0"/>
                    <a:pt x="27" y="0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7" y="46"/>
                    <a:pt x="158" y="48"/>
                    <a:pt x="157" y="50"/>
                  </a:cubicBezTo>
                  <a:cubicBezTo>
                    <a:pt x="136" y="110"/>
                    <a:pt x="136" y="110"/>
                    <a:pt x="136" y="110"/>
                  </a:cubicBezTo>
                  <a:cubicBezTo>
                    <a:pt x="136" y="112"/>
                    <a:pt x="133" y="113"/>
                    <a:pt x="131" y="113"/>
                  </a:cubicBez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任意多边形: 形状 148" descr="2a7519e0-3e6f-45df-b5a9-f38d9ef145d9"/>
            <p:cNvSpPr/>
            <p:nvPr/>
          </p:nvSpPr>
          <p:spPr bwMode="auto">
            <a:xfrm>
              <a:off x="6982618" y="3100388"/>
              <a:ext cx="446088" cy="320675"/>
            </a:xfrm>
            <a:custGeom>
              <a:gdLst>
                <a:gd name="T0" fmla="*/ 136 w 164"/>
                <a:gd name="T1" fmla="*/ 118 h 118"/>
                <a:gd name="T2" fmla="*/ 4 w 164"/>
                <a:gd name="T3" fmla="*/ 71 h 118"/>
                <a:gd name="T4" fmla="*/ 1 w 164"/>
                <a:gd name="T5" fmla="*/ 66 h 118"/>
                <a:gd name="T6" fmla="*/ 22 w 164"/>
                <a:gd name="T7" fmla="*/ 4 h 118"/>
                <a:gd name="T8" fmla="*/ 28 w 164"/>
                <a:gd name="T9" fmla="*/ 1 h 118"/>
                <a:gd name="T10" fmla="*/ 160 w 164"/>
                <a:gd name="T11" fmla="*/ 47 h 118"/>
                <a:gd name="T12" fmla="*/ 163 w 164"/>
                <a:gd name="T13" fmla="*/ 53 h 118"/>
                <a:gd name="T14" fmla="*/ 142 w 164"/>
                <a:gd name="T15" fmla="*/ 115 h 118"/>
                <a:gd name="T16" fmla="*/ 136 w 164"/>
                <a:gd name="T17" fmla="*/ 118 h 1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4" h="118">
                  <a:moveTo>
                    <a:pt x="136" y="118"/>
                  </a:moveTo>
                  <a:cubicBezTo>
                    <a:pt x="4" y="71"/>
                    <a:pt x="4" y="71"/>
                    <a:pt x="4" y="71"/>
                  </a:cubicBezTo>
                  <a:cubicBezTo>
                    <a:pt x="1" y="71"/>
                    <a:pt x="0" y="68"/>
                    <a:pt x="1" y="66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2"/>
                    <a:pt x="26" y="0"/>
                    <a:pt x="28" y="1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3" y="48"/>
                    <a:pt x="164" y="51"/>
                    <a:pt x="163" y="53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1" y="117"/>
                    <a:pt x="138" y="118"/>
                    <a:pt x="136" y="118"/>
                  </a:cubicBez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任意多边形: 形状 149" descr="9e8d51c0-3d22-4d32-a1fa-d4da4689b19c"/>
            <p:cNvSpPr/>
            <p:nvPr/>
          </p:nvSpPr>
          <p:spPr bwMode="auto">
            <a:xfrm>
              <a:off x="7241381" y="3302001"/>
              <a:ext cx="79375" cy="98425"/>
            </a:xfrm>
            <a:custGeom>
              <a:gdLst>
                <a:gd name="T0" fmla="*/ 33 w 50"/>
                <a:gd name="T1" fmla="*/ 62 h 62"/>
                <a:gd name="T2" fmla="*/ 0 w 50"/>
                <a:gd name="T3" fmla="*/ 51 h 62"/>
                <a:gd name="T4" fmla="*/ 19 w 50"/>
                <a:gd name="T5" fmla="*/ 0 h 62"/>
                <a:gd name="T6" fmla="*/ 50 w 50"/>
                <a:gd name="T7" fmla="*/ 10 h 62"/>
                <a:gd name="T8" fmla="*/ 33 w 50"/>
                <a:gd name="T9" fmla="*/ 62 h 6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2">
                  <a:moveTo>
                    <a:pt x="33" y="62"/>
                  </a:moveTo>
                  <a:lnTo>
                    <a:pt x="0" y="51"/>
                  </a:lnTo>
                  <a:lnTo>
                    <a:pt x="19" y="0"/>
                  </a:lnTo>
                  <a:lnTo>
                    <a:pt x="50" y="10"/>
                  </a:lnTo>
                  <a:lnTo>
                    <a:pt x="33" y="62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任意多边形: 形状 150" descr="e936023a-3b3d-40bf-a10e-bf9b7b3a2baf"/>
            <p:cNvSpPr/>
            <p:nvPr/>
          </p:nvSpPr>
          <p:spPr bwMode="auto">
            <a:xfrm>
              <a:off x="7230268" y="3306763"/>
              <a:ext cx="82550" cy="150813"/>
            </a:xfrm>
            <a:custGeom>
              <a:gdLst>
                <a:gd name="T0" fmla="*/ 26 w 52"/>
                <a:gd name="T1" fmla="*/ 88 h 95"/>
                <a:gd name="T2" fmla="*/ 9 w 52"/>
                <a:gd name="T3" fmla="*/ 95 h 95"/>
                <a:gd name="T4" fmla="*/ 0 w 52"/>
                <a:gd name="T5" fmla="*/ 79 h 95"/>
                <a:gd name="T6" fmla="*/ 28 w 52"/>
                <a:gd name="T7" fmla="*/ 0 h 95"/>
                <a:gd name="T8" fmla="*/ 52 w 52"/>
                <a:gd name="T9" fmla="*/ 11 h 95"/>
                <a:gd name="T10" fmla="*/ 26 w 52"/>
                <a:gd name="T11" fmla="*/ 88 h 9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95">
                  <a:moveTo>
                    <a:pt x="26" y="88"/>
                  </a:moveTo>
                  <a:lnTo>
                    <a:pt x="9" y="95"/>
                  </a:lnTo>
                  <a:lnTo>
                    <a:pt x="0" y="79"/>
                  </a:lnTo>
                  <a:lnTo>
                    <a:pt x="28" y="0"/>
                  </a:lnTo>
                  <a:lnTo>
                    <a:pt x="52" y="11"/>
                  </a:lnTo>
                  <a:lnTo>
                    <a:pt x="26" y="88"/>
                  </a:ln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任意多边形: 形状 151" descr="66fc7ae9-10b0-405a-9090-46a1ec815f53"/>
            <p:cNvSpPr>
              <a:spLocks noEditPoints="1"/>
            </p:cNvSpPr>
            <p:nvPr/>
          </p:nvSpPr>
          <p:spPr bwMode="auto">
            <a:xfrm>
              <a:off x="7233443" y="3370263"/>
              <a:ext cx="65088" cy="53975"/>
            </a:xfrm>
            <a:custGeom>
              <a:gdLst>
                <a:gd name="T0" fmla="*/ 33 w 41"/>
                <a:gd name="T1" fmla="*/ 34 h 34"/>
                <a:gd name="T2" fmla="*/ 0 w 41"/>
                <a:gd name="T3" fmla="*/ 22 h 34"/>
                <a:gd name="T4" fmla="*/ 7 w 41"/>
                <a:gd name="T5" fmla="*/ 0 h 34"/>
                <a:gd name="T6" fmla="*/ 41 w 41"/>
                <a:gd name="T7" fmla="*/ 12 h 34"/>
                <a:gd name="T8" fmla="*/ 33 w 41"/>
                <a:gd name="T9" fmla="*/ 34 h 34"/>
                <a:gd name="T10" fmla="*/ 5 w 41"/>
                <a:gd name="T11" fmla="*/ 20 h 34"/>
                <a:gd name="T12" fmla="*/ 29 w 41"/>
                <a:gd name="T13" fmla="*/ 29 h 34"/>
                <a:gd name="T14" fmla="*/ 34 w 41"/>
                <a:gd name="T15" fmla="*/ 13 h 34"/>
                <a:gd name="T16" fmla="*/ 10 w 41"/>
                <a:gd name="T17" fmla="*/ 5 h 34"/>
                <a:gd name="T18" fmla="*/ 5 w 41"/>
                <a:gd name="T19" fmla="*/ 20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33" y="34"/>
                  </a:moveTo>
                  <a:lnTo>
                    <a:pt x="0" y="22"/>
                  </a:lnTo>
                  <a:lnTo>
                    <a:pt x="7" y="0"/>
                  </a:lnTo>
                  <a:lnTo>
                    <a:pt x="41" y="12"/>
                  </a:lnTo>
                  <a:lnTo>
                    <a:pt x="33" y="34"/>
                  </a:lnTo>
                  <a:close/>
                  <a:moveTo>
                    <a:pt x="5" y="20"/>
                  </a:moveTo>
                  <a:lnTo>
                    <a:pt x="29" y="29"/>
                  </a:lnTo>
                  <a:lnTo>
                    <a:pt x="34" y="13"/>
                  </a:lnTo>
                  <a:lnTo>
                    <a:pt x="10" y="5"/>
                  </a:lnTo>
                  <a:lnTo>
                    <a:pt x="5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任意多边形: 形状 152" descr="b98fc0a0-ff66-453c-a264-12c622acc407"/>
            <p:cNvSpPr/>
            <p:nvPr/>
          </p:nvSpPr>
          <p:spPr bwMode="auto">
            <a:xfrm>
              <a:off x="7058818" y="3236913"/>
              <a:ext cx="76200" cy="96838"/>
            </a:xfrm>
            <a:custGeom>
              <a:gdLst>
                <a:gd name="T0" fmla="*/ 31 w 48"/>
                <a:gd name="T1" fmla="*/ 61 h 61"/>
                <a:gd name="T2" fmla="*/ 0 w 48"/>
                <a:gd name="T3" fmla="*/ 51 h 61"/>
                <a:gd name="T4" fmla="*/ 17 w 48"/>
                <a:gd name="T5" fmla="*/ 0 h 61"/>
                <a:gd name="T6" fmla="*/ 48 w 48"/>
                <a:gd name="T7" fmla="*/ 12 h 61"/>
                <a:gd name="T8" fmla="*/ 31 w 48"/>
                <a:gd name="T9" fmla="*/ 61 h 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61">
                  <a:moveTo>
                    <a:pt x="31" y="61"/>
                  </a:moveTo>
                  <a:lnTo>
                    <a:pt x="0" y="51"/>
                  </a:lnTo>
                  <a:lnTo>
                    <a:pt x="17" y="0"/>
                  </a:lnTo>
                  <a:lnTo>
                    <a:pt x="48" y="12"/>
                  </a:lnTo>
                  <a:lnTo>
                    <a:pt x="31" y="61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任意多边形: 形状 153" descr="1ed0543a-0dbd-4338-a33f-ee542799bd2d"/>
            <p:cNvSpPr/>
            <p:nvPr/>
          </p:nvSpPr>
          <p:spPr bwMode="auto">
            <a:xfrm>
              <a:off x="7046118" y="3244851"/>
              <a:ext cx="84138" cy="149225"/>
            </a:xfrm>
            <a:custGeom>
              <a:gdLst>
                <a:gd name="T0" fmla="*/ 25 w 53"/>
                <a:gd name="T1" fmla="*/ 86 h 94"/>
                <a:gd name="T2" fmla="*/ 8 w 53"/>
                <a:gd name="T3" fmla="*/ 94 h 94"/>
                <a:gd name="T4" fmla="*/ 0 w 53"/>
                <a:gd name="T5" fmla="*/ 77 h 94"/>
                <a:gd name="T6" fmla="*/ 27 w 53"/>
                <a:gd name="T7" fmla="*/ 0 h 94"/>
                <a:gd name="T8" fmla="*/ 53 w 53"/>
                <a:gd name="T9" fmla="*/ 8 h 94"/>
                <a:gd name="T10" fmla="*/ 25 w 53"/>
                <a:gd name="T11" fmla="*/ 86 h 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94">
                  <a:moveTo>
                    <a:pt x="25" y="86"/>
                  </a:moveTo>
                  <a:lnTo>
                    <a:pt x="8" y="94"/>
                  </a:lnTo>
                  <a:lnTo>
                    <a:pt x="0" y="77"/>
                  </a:lnTo>
                  <a:lnTo>
                    <a:pt x="27" y="0"/>
                  </a:lnTo>
                  <a:lnTo>
                    <a:pt x="53" y="8"/>
                  </a:lnTo>
                  <a:lnTo>
                    <a:pt x="25" y="86"/>
                  </a:lnTo>
                  <a:close/>
                </a:path>
              </a:pathLst>
            </a:custGeom>
            <a:solidFill>
              <a:srgbClr val="57657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任意多边形: 形状 154" descr="3da3d606-01ee-4910-a102-733c384a8c83"/>
            <p:cNvSpPr>
              <a:spLocks noEditPoints="1"/>
            </p:cNvSpPr>
            <p:nvPr/>
          </p:nvSpPr>
          <p:spPr bwMode="auto">
            <a:xfrm>
              <a:off x="7047706" y="3305176"/>
              <a:ext cx="66675" cy="53975"/>
            </a:xfrm>
            <a:custGeom>
              <a:gdLst>
                <a:gd name="T0" fmla="*/ 33 w 42"/>
                <a:gd name="T1" fmla="*/ 34 h 34"/>
                <a:gd name="T2" fmla="*/ 0 w 42"/>
                <a:gd name="T3" fmla="*/ 24 h 34"/>
                <a:gd name="T4" fmla="*/ 7 w 42"/>
                <a:gd name="T5" fmla="*/ 0 h 34"/>
                <a:gd name="T6" fmla="*/ 42 w 42"/>
                <a:gd name="T7" fmla="*/ 12 h 34"/>
                <a:gd name="T8" fmla="*/ 33 w 42"/>
                <a:gd name="T9" fmla="*/ 34 h 34"/>
                <a:gd name="T10" fmla="*/ 6 w 42"/>
                <a:gd name="T11" fmla="*/ 20 h 34"/>
                <a:gd name="T12" fmla="*/ 31 w 42"/>
                <a:gd name="T13" fmla="*/ 29 h 34"/>
                <a:gd name="T14" fmla="*/ 36 w 42"/>
                <a:gd name="T15" fmla="*/ 15 h 34"/>
                <a:gd name="T16" fmla="*/ 11 w 42"/>
                <a:gd name="T17" fmla="*/ 6 h 34"/>
                <a:gd name="T18" fmla="*/ 6 w 42"/>
                <a:gd name="T19" fmla="*/ 20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34">
                  <a:moveTo>
                    <a:pt x="33" y="34"/>
                  </a:moveTo>
                  <a:lnTo>
                    <a:pt x="0" y="24"/>
                  </a:lnTo>
                  <a:lnTo>
                    <a:pt x="7" y="0"/>
                  </a:lnTo>
                  <a:lnTo>
                    <a:pt x="42" y="12"/>
                  </a:lnTo>
                  <a:lnTo>
                    <a:pt x="33" y="34"/>
                  </a:lnTo>
                  <a:close/>
                  <a:moveTo>
                    <a:pt x="6" y="20"/>
                  </a:moveTo>
                  <a:lnTo>
                    <a:pt x="31" y="29"/>
                  </a:lnTo>
                  <a:lnTo>
                    <a:pt x="36" y="15"/>
                  </a:lnTo>
                  <a:lnTo>
                    <a:pt x="11" y="6"/>
                  </a:lnTo>
                  <a:lnTo>
                    <a:pt x="6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任意多边形: 形状 155" descr="d2d34407-8e11-460c-911b-753957b7bcba"/>
            <p:cNvSpPr/>
            <p:nvPr/>
          </p:nvSpPr>
          <p:spPr bwMode="auto">
            <a:xfrm>
              <a:off x="7173118" y="3114676"/>
              <a:ext cx="22225" cy="31750"/>
            </a:xfrm>
            <a:custGeom>
              <a:gdLst>
                <a:gd name="T0" fmla="*/ 8 w 8"/>
                <a:gd name="T1" fmla="*/ 1 h 12"/>
                <a:gd name="T2" fmla="*/ 8 w 8"/>
                <a:gd name="T3" fmla="*/ 1 h 12"/>
                <a:gd name="T4" fmla="*/ 2 w 8"/>
                <a:gd name="T5" fmla="*/ 3 h 12"/>
                <a:gd name="T6" fmla="*/ 0 w 8"/>
                <a:gd name="T7" fmla="*/ 11 h 12"/>
                <a:gd name="T8" fmla="*/ 4 w 8"/>
                <a:gd name="T9" fmla="*/ 12 h 12"/>
                <a:gd name="T10" fmla="*/ 8 w 8"/>
                <a:gd name="T11" fmla="*/ 1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2">
                  <a:moveTo>
                    <a:pt x="8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6" y="0"/>
                    <a:pt x="3" y="1"/>
                    <a:pt x="2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2"/>
                    <a:pt x="4" y="12"/>
                    <a:pt x="4" y="1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任意多边形: 形状 156" descr="3f342ffe-5718-40fa-bacb-8a0474fac4dd"/>
            <p:cNvSpPr/>
            <p:nvPr/>
          </p:nvSpPr>
          <p:spPr bwMode="auto">
            <a:xfrm>
              <a:off x="7287418" y="3152776"/>
              <a:ext cx="22225" cy="34925"/>
            </a:xfrm>
            <a:custGeom>
              <a:gdLst>
                <a:gd name="T0" fmla="*/ 4 w 8"/>
                <a:gd name="T1" fmla="*/ 0 h 13"/>
                <a:gd name="T2" fmla="*/ 4 w 8"/>
                <a:gd name="T3" fmla="*/ 0 h 13"/>
                <a:gd name="T4" fmla="*/ 8 w 8"/>
                <a:gd name="T5" fmla="*/ 6 h 13"/>
                <a:gd name="T6" fmla="*/ 5 w 8"/>
                <a:gd name="T7" fmla="*/ 13 h 13"/>
                <a:gd name="T8" fmla="*/ 0 w 8"/>
                <a:gd name="T9" fmla="*/ 11 h 13"/>
                <a:gd name="T10" fmla="*/ 4 w 8"/>
                <a:gd name="T11" fmla="*/ 0 h 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3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7" y="1"/>
                    <a:pt x="8" y="4"/>
                    <a:pt x="8" y="6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424C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任意多边形: 形状 157" descr="0e59a248-f92b-44fa-a3ac-1cc8147f690d"/>
            <p:cNvSpPr/>
            <p:nvPr/>
          </p:nvSpPr>
          <p:spPr bwMode="auto">
            <a:xfrm>
              <a:off x="7190581" y="3114676"/>
              <a:ext cx="107950" cy="58738"/>
            </a:xfrm>
            <a:custGeom>
              <a:gdLst>
                <a:gd name="T0" fmla="*/ 37 w 40"/>
                <a:gd name="T1" fmla="*/ 22 h 22"/>
                <a:gd name="T2" fmla="*/ 20 w 40"/>
                <a:gd name="T3" fmla="*/ 12 h 22"/>
                <a:gd name="T4" fmla="*/ 0 w 40"/>
                <a:gd name="T5" fmla="*/ 9 h 22"/>
                <a:gd name="T6" fmla="*/ 2 w 40"/>
                <a:gd name="T7" fmla="*/ 1 h 22"/>
                <a:gd name="T8" fmla="*/ 22 w 40"/>
                <a:gd name="T9" fmla="*/ 5 h 22"/>
                <a:gd name="T10" fmla="*/ 40 w 40"/>
                <a:gd name="T11" fmla="*/ 14 h 22"/>
                <a:gd name="T12" fmla="*/ 37 w 40"/>
                <a:gd name="T13" fmla="*/ 22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22">
                  <a:moveTo>
                    <a:pt x="37" y="22"/>
                  </a:moveTo>
                  <a:cubicBezTo>
                    <a:pt x="37" y="22"/>
                    <a:pt x="33" y="17"/>
                    <a:pt x="20" y="12"/>
                  </a:cubicBezTo>
                  <a:cubicBezTo>
                    <a:pt x="6" y="8"/>
                    <a:pt x="0" y="9"/>
                    <a:pt x="0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9" y="0"/>
                    <a:pt x="22" y="5"/>
                  </a:cubicBezTo>
                  <a:cubicBezTo>
                    <a:pt x="36" y="9"/>
                    <a:pt x="40" y="14"/>
                    <a:pt x="40" y="14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rgbClr val="47403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任意多边形: 形状 158" descr="9955362e-5a2d-4d2d-b166-9a2311889bde"/>
            <p:cNvSpPr/>
            <p:nvPr/>
          </p:nvSpPr>
          <p:spPr bwMode="auto">
            <a:xfrm>
              <a:off x="7236618" y="3195638"/>
              <a:ext cx="314325" cy="223838"/>
            </a:xfrm>
            <a:custGeom>
              <a:gdLst>
                <a:gd name="T0" fmla="*/ 98 w 116"/>
                <a:gd name="T1" fmla="*/ 82 h 82"/>
                <a:gd name="T2" fmla="*/ 1 w 116"/>
                <a:gd name="T3" fmla="*/ 48 h 82"/>
                <a:gd name="T4" fmla="*/ 0 w 116"/>
                <a:gd name="T5" fmla="*/ 46 h 82"/>
                <a:gd name="T6" fmla="*/ 16 w 116"/>
                <a:gd name="T7" fmla="*/ 2 h 82"/>
                <a:gd name="T8" fmla="*/ 17 w 116"/>
                <a:gd name="T9" fmla="*/ 1 h 82"/>
                <a:gd name="T10" fmla="*/ 115 w 116"/>
                <a:gd name="T11" fmla="*/ 34 h 82"/>
                <a:gd name="T12" fmla="*/ 115 w 116"/>
                <a:gd name="T13" fmla="*/ 36 h 82"/>
                <a:gd name="T14" fmla="*/ 100 w 116"/>
                <a:gd name="T15" fmla="*/ 81 h 82"/>
                <a:gd name="T16" fmla="*/ 98 w 116"/>
                <a:gd name="T17" fmla="*/ 82 h 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82">
                  <a:moveTo>
                    <a:pt x="98" y="82"/>
                  </a:moveTo>
                  <a:cubicBezTo>
                    <a:pt x="1" y="48"/>
                    <a:pt x="1" y="48"/>
                    <a:pt x="1" y="48"/>
                  </a:cubicBezTo>
                  <a:cubicBezTo>
                    <a:pt x="0" y="48"/>
                    <a:pt x="0" y="47"/>
                    <a:pt x="0" y="4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7" y="0"/>
                    <a:pt x="17" y="1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5"/>
                    <a:pt x="116" y="35"/>
                    <a:pt x="115" y="36"/>
                  </a:cubicBezTo>
                  <a:cubicBezTo>
                    <a:pt x="100" y="81"/>
                    <a:pt x="100" y="81"/>
                    <a:pt x="100" y="81"/>
                  </a:cubicBezTo>
                  <a:cubicBezTo>
                    <a:pt x="100" y="82"/>
                    <a:pt x="99" y="82"/>
                    <a:pt x="98" y="82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任意多边形: 形状 159" descr="49e429c1-cb1b-484a-9205-a24ed5bf7927"/>
            <p:cNvSpPr/>
            <p:nvPr/>
          </p:nvSpPr>
          <p:spPr bwMode="auto">
            <a:xfrm>
              <a:off x="7255668" y="3214688"/>
              <a:ext cx="274638" cy="185738"/>
            </a:xfrm>
            <a:custGeom>
              <a:gdLst>
                <a:gd name="T0" fmla="*/ 85 w 101"/>
                <a:gd name="T1" fmla="*/ 66 h 68"/>
                <a:gd name="T2" fmla="*/ 84 w 101"/>
                <a:gd name="T3" fmla="*/ 66 h 68"/>
                <a:gd name="T4" fmla="*/ 81 w 101"/>
                <a:gd name="T5" fmla="*/ 68 h 68"/>
                <a:gd name="T6" fmla="*/ 5 w 101"/>
                <a:gd name="T7" fmla="*/ 41 h 68"/>
                <a:gd name="T8" fmla="*/ 3 w 101"/>
                <a:gd name="T9" fmla="*/ 38 h 68"/>
                <a:gd name="T10" fmla="*/ 3 w 101"/>
                <a:gd name="T11" fmla="*/ 38 h 68"/>
                <a:gd name="T12" fmla="*/ 2 w 101"/>
                <a:gd name="T13" fmla="*/ 35 h 68"/>
                <a:gd name="T14" fmla="*/ 2 w 101"/>
                <a:gd name="T15" fmla="*/ 35 h 68"/>
                <a:gd name="T16" fmla="*/ 1 w 101"/>
                <a:gd name="T17" fmla="*/ 31 h 68"/>
                <a:gd name="T18" fmla="*/ 10 w 101"/>
                <a:gd name="T19" fmla="*/ 5 h 68"/>
                <a:gd name="T20" fmla="*/ 13 w 101"/>
                <a:gd name="T21" fmla="*/ 4 h 68"/>
                <a:gd name="T22" fmla="*/ 13 w 101"/>
                <a:gd name="T23" fmla="*/ 4 h 68"/>
                <a:gd name="T24" fmla="*/ 16 w 101"/>
                <a:gd name="T25" fmla="*/ 2 h 68"/>
                <a:gd name="T26" fmla="*/ 16 w 101"/>
                <a:gd name="T27" fmla="*/ 2 h 68"/>
                <a:gd name="T28" fmla="*/ 19 w 101"/>
                <a:gd name="T29" fmla="*/ 0 h 68"/>
                <a:gd name="T30" fmla="*/ 96 w 101"/>
                <a:gd name="T31" fmla="*/ 27 h 68"/>
                <a:gd name="T32" fmla="*/ 97 w 101"/>
                <a:gd name="T33" fmla="*/ 30 h 68"/>
                <a:gd name="T34" fmla="*/ 97 w 101"/>
                <a:gd name="T35" fmla="*/ 30 h 68"/>
                <a:gd name="T36" fmla="*/ 98 w 101"/>
                <a:gd name="T37" fmla="*/ 33 h 68"/>
                <a:gd name="T38" fmla="*/ 99 w 101"/>
                <a:gd name="T39" fmla="*/ 34 h 68"/>
                <a:gd name="T40" fmla="*/ 101 w 101"/>
                <a:gd name="T41" fmla="*/ 37 h 68"/>
                <a:gd name="T42" fmla="*/ 92 w 101"/>
                <a:gd name="T43" fmla="*/ 63 h 68"/>
                <a:gd name="T44" fmla="*/ 89 w 101"/>
                <a:gd name="T45" fmla="*/ 65 h 68"/>
                <a:gd name="T46" fmla="*/ 88 w 101"/>
                <a:gd name="T47" fmla="*/ 64 h 68"/>
                <a:gd name="T48" fmla="*/ 85 w 101"/>
                <a:gd name="T49" fmla="*/ 66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0" h="68">
                  <a:moveTo>
                    <a:pt x="85" y="66"/>
                  </a:moveTo>
                  <a:cubicBezTo>
                    <a:pt x="84" y="66"/>
                    <a:pt x="84" y="66"/>
                    <a:pt x="84" y="66"/>
                  </a:cubicBezTo>
                  <a:cubicBezTo>
                    <a:pt x="84" y="68"/>
                    <a:pt x="83" y="68"/>
                    <a:pt x="81" y="68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3" y="41"/>
                    <a:pt x="3" y="39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4" y="36"/>
                    <a:pt x="3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1" y="34"/>
                    <a:pt x="0" y="33"/>
                    <a:pt x="1" y="31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4"/>
                    <a:pt x="11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4"/>
                    <a:pt x="15" y="3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0"/>
                    <a:pt x="18" y="0"/>
                    <a:pt x="19" y="0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7" y="27"/>
                    <a:pt x="97" y="29"/>
                    <a:pt x="97" y="30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6" y="32"/>
                    <a:pt x="97" y="33"/>
                    <a:pt x="98" y="33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6"/>
                    <a:pt x="101" y="37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1" y="64"/>
                    <a:pt x="90" y="65"/>
                    <a:pt x="89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6" y="64"/>
                    <a:pt x="85" y="65"/>
                    <a:pt x="85" y="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任意多边形: 形状 160" descr="a9dbd919-526f-47b9-b6d3-dd568a5ca401"/>
            <p:cNvSpPr/>
            <p:nvPr/>
          </p:nvSpPr>
          <p:spPr bwMode="auto">
            <a:xfrm>
              <a:off x="7352506" y="3260726"/>
              <a:ext cx="79375" cy="92075"/>
            </a:xfrm>
            <a:custGeom>
              <a:gdLst>
                <a:gd name="T0" fmla="*/ 26 w 29"/>
                <a:gd name="T1" fmla="*/ 21 h 34"/>
                <a:gd name="T2" fmla="*/ 10 w 29"/>
                <a:gd name="T3" fmla="*/ 32 h 34"/>
                <a:gd name="T4" fmla="*/ 3 w 29"/>
                <a:gd name="T5" fmla="*/ 13 h 34"/>
                <a:gd name="T6" fmla="*/ 20 w 29"/>
                <a:gd name="T7" fmla="*/ 2 h 34"/>
                <a:gd name="T8" fmla="*/ 26 w 29"/>
                <a:gd name="T9" fmla="*/ 21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26" y="21"/>
                  </a:moveTo>
                  <a:cubicBezTo>
                    <a:pt x="23" y="30"/>
                    <a:pt x="16" y="34"/>
                    <a:pt x="10" y="32"/>
                  </a:cubicBezTo>
                  <a:cubicBezTo>
                    <a:pt x="3" y="30"/>
                    <a:pt x="0" y="22"/>
                    <a:pt x="3" y="13"/>
                  </a:cubicBezTo>
                  <a:cubicBezTo>
                    <a:pt x="6" y="5"/>
                    <a:pt x="14" y="0"/>
                    <a:pt x="20" y="2"/>
                  </a:cubicBezTo>
                  <a:cubicBezTo>
                    <a:pt x="26" y="5"/>
                    <a:pt x="29" y="13"/>
                    <a:pt x="26" y="21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任意多边形: 形状 161" descr="4483287d-db42-4c88-8179-61ccac8c4fa4"/>
            <p:cNvSpPr/>
            <p:nvPr/>
          </p:nvSpPr>
          <p:spPr bwMode="auto">
            <a:xfrm>
              <a:off x="7301706" y="3267076"/>
              <a:ext cx="30163" cy="28575"/>
            </a:xfrm>
            <a:custGeom>
              <a:gdLst>
                <a:gd name="T0" fmla="*/ 1 w 11"/>
                <a:gd name="T1" fmla="*/ 4 h 11"/>
                <a:gd name="T2" fmla="*/ 7 w 11"/>
                <a:gd name="T3" fmla="*/ 1 h 11"/>
                <a:gd name="T4" fmla="*/ 10 w 11"/>
                <a:gd name="T5" fmla="*/ 7 h 11"/>
                <a:gd name="T6" fmla="*/ 4 w 11"/>
                <a:gd name="T7" fmla="*/ 10 h 11"/>
                <a:gd name="T8" fmla="*/ 1 w 11"/>
                <a:gd name="T9" fmla="*/ 4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" y="4"/>
                  </a:move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10" y="7"/>
                  </a:cubicBezTo>
                  <a:cubicBezTo>
                    <a:pt x="10" y="10"/>
                    <a:pt x="7" y="11"/>
                    <a:pt x="4" y="10"/>
                  </a:cubicBezTo>
                  <a:cubicBezTo>
                    <a:pt x="1" y="9"/>
                    <a:pt x="0" y="7"/>
                    <a:pt x="1" y="4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任意多边形: 形状 162" descr="3b949952-0c31-4b53-b586-45fa373d8424"/>
            <p:cNvSpPr/>
            <p:nvPr/>
          </p:nvSpPr>
          <p:spPr bwMode="auto">
            <a:xfrm>
              <a:off x="7454106" y="3317876"/>
              <a:ext cx="30163" cy="33338"/>
            </a:xfrm>
            <a:custGeom>
              <a:gdLst>
                <a:gd name="T0" fmla="*/ 1 w 11"/>
                <a:gd name="T1" fmla="*/ 4 h 12"/>
                <a:gd name="T2" fmla="*/ 7 w 11"/>
                <a:gd name="T3" fmla="*/ 1 h 12"/>
                <a:gd name="T4" fmla="*/ 10 w 11"/>
                <a:gd name="T5" fmla="*/ 8 h 12"/>
                <a:gd name="T6" fmla="*/ 4 w 11"/>
                <a:gd name="T7" fmla="*/ 11 h 12"/>
                <a:gd name="T8" fmla="*/ 1 w 11"/>
                <a:gd name="T9" fmla="*/ 4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" y="4"/>
                  </a:moveTo>
                  <a:cubicBezTo>
                    <a:pt x="2" y="2"/>
                    <a:pt x="5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ubicBezTo>
                    <a:pt x="9" y="10"/>
                    <a:pt x="7" y="12"/>
                    <a:pt x="4" y="11"/>
                  </a:cubicBezTo>
                  <a:cubicBezTo>
                    <a:pt x="1" y="10"/>
                    <a:pt x="0" y="7"/>
                    <a:pt x="1" y="4"/>
                  </a:cubicBezTo>
                  <a:close/>
                </a:path>
              </a:pathLst>
            </a:custGeom>
            <a:solidFill>
              <a:srgbClr val="5F965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任意多边形: 形状 163" descr="3dbf56c5-ec76-46af-b4a6-07b71fcc89bd"/>
            <p:cNvSpPr/>
            <p:nvPr/>
          </p:nvSpPr>
          <p:spPr bwMode="auto">
            <a:xfrm>
              <a:off x="7333456" y="3333751"/>
              <a:ext cx="79375" cy="79375"/>
            </a:xfrm>
            <a:custGeom>
              <a:gdLst>
                <a:gd name="T0" fmla="*/ 4 w 29"/>
                <a:gd name="T1" fmla="*/ 7 h 29"/>
                <a:gd name="T2" fmla="*/ 22 w 29"/>
                <a:gd name="T3" fmla="*/ 4 h 29"/>
                <a:gd name="T4" fmla="*/ 25 w 29"/>
                <a:gd name="T5" fmla="*/ 22 h 29"/>
                <a:gd name="T6" fmla="*/ 7 w 29"/>
                <a:gd name="T7" fmla="*/ 25 h 29"/>
                <a:gd name="T8" fmla="*/ 4 w 29"/>
                <a:gd name="T9" fmla="*/ 7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4" y="7"/>
                  </a:moveTo>
                  <a:cubicBezTo>
                    <a:pt x="8" y="2"/>
                    <a:pt x="16" y="0"/>
                    <a:pt x="22" y="4"/>
                  </a:cubicBezTo>
                  <a:cubicBezTo>
                    <a:pt x="28" y="8"/>
                    <a:pt x="29" y="16"/>
                    <a:pt x="25" y="22"/>
                  </a:cubicBezTo>
                  <a:cubicBezTo>
                    <a:pt x="21" y="28"/>
                    <a:pt x="13" y="29"/>
                    <a:pt x="7" y="25"/>
                  </a:cubicBezTo>
                  <a:cubicBezTo>
                    <a:pt x="2" y="21"/>
                    <a:pt x="0" y="13"/>
                    <a:pt x="4" y="7"/>
                  </a:cubicBezTo>
                  <a:close/>
                </a:path>
              </a:pathLst>
            </a:custGeom>
            <a:solidFill>
              <a:srgbClr val="6B6B6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任意多边形: 形状 164" descr="fc2226d6-7a26-45c6-8305-de778c3bad1a"/>
            <p:cNvSpPr/>
            <p:nvPr/>
          </p:nvSpPr>
          <p:spPr bwMode="auto">
            <a:xfrm>
              <a:off x="7339806" y="3340101"/>
              <a:ext cx="68263" cy="68263"/>
            </a:xfrm>
            <a:custGeom>
              <a:gdLst>
                <a:gd name="T0" fmla="*/ 4 w 25"/>
                <a:gd name="T1" fmla="*/ 7 h 25"/>
                <a:gd name="T2" fmla="*/ 19 w 25"/>
                <a:gd name="T3" fmla="*/ 4 h 25"/>
                <a:gd name="T4" fmla="*/ 22 w 25"/>
                <a:gd name="T5" fmla="*/ 19 h 25"/>
                <a:gd name="T6" fmla="*/ 7 w 25"/>
                <a:gd name="T7" fmla="*/ 22 h 25"/>
                <a:gd name="T8" fmla="*/ 4 w 25"/>
                <a:gd name="T9" fmla="*/ 7 h 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4" y="7"/>
                  </a:moveTo>
                  <a:cubicBezTo>
                    <a:pt x="7" y="2"/>
                    <a:pt x="14" y="0"/>
                    <a:pt x="19" y="4"/>
                  </a:cubicBezTo>
                  <a:cubicBezTo>
                    <a:pt x="24" y="7"/>
                    <a:pt x="25" y="14"/>
                    <a:pt x="22" y="19"/>
                  </a:cubicBezTo>
                  <a:cubicBezTo>
                    <a:pt x="18" y="24"/>
                    <a:pt x="12" y="25"/>
                    <a:pt x="7" y="22"/>
                  </a:cubicBezTo>
                  <a:cubicBezTo>
                    <a:pt x="2" y="18"/>
                    <a:pt x="0" y="12"/>
                    <a:pt x="4" y="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任意多边形: 形状 165" descr="6f34db7b-64b2-4c8d-bacd-73861b706f49"/>
            <p:cNvSpPr/>
            <p:nvPr/>
          </p:nvSpPr>
          <p:spPr bwMode="auto">
            <a:xfrm>
              <a:off x="7358856" y="3355976"/>
              <a:ext cx="31750" cy="38100"/>
            </a:xfrm>
            <a:custGeom>
              <a:gdLst>
                <a:gd name="T0" fmla="*/ 2 w 12"/>
                <a:gd name="T1" fmla="*/ 8 h 14"/>
                <a:gd name="T2" fmla="*/ 3 w 12"/>
                <a:gd name="T3" fmla="*/ 10 h 14"/>
                <a:gd name="T4" fmla="*/ 5 w 12"/>
                <a:gd name="T5" fmla="*/ 10 h 14"/>
                <a:gd name="T6" fmla="*/ 4 w 12"/>
                <a:gd name="T7" fmla="*/ 3 h 14"/>
                <a:gd name="T8" fmla="*/ 8 w 12"/>
                <a:gd name="T9" fmla="*/ 1 h 14"/>
                <a:gd name="T10" fmla="*/ 10 w 12"/>
                <a:gd name="T11" fmla="*/ 0 h 14"/>
                <a:gd name="T12" fmla="*/ 11 w 12"/>
                <a:gd name="T13" fmla="*/ 1 h 14"/>
                <a:gd name="T14" fmla="*/ 10 w 12"/>
                <a:gd name="T15" fmla="*/ 2 h 14"/>
                <a:gd name="T16" fmla="*/ 12 w 12"/>
                <a:gd name="T17" fmla="*/ 5 h 14"/>
                <a:gd name="T18" fmla="*/ 10 w 12"/>
                <a:gd name="T19" fmla="*/ 6 h 14"/>
                <a:gd name="T20" fmla="*/ 8 w 12"/>
                <a:gd name="T21" fmla="*/ 4 h 14"/>
                <a:gd name="T22" fmla="*/ 6 w 12"/>
                <a:gd name="T23" fmla="*/ 4 h 14"/>
                <a:gd name="T24" fmla="*/ 7 w 12"/>
                <a:gd name="T25" fmla="*/ 11 h 14"/>
                <a:gd name="T26" fmla="*/ 3 w 12"/>
                <a:gd name="T27" fmla="*/ 12 h 14"/>
                <a:gd name="T28" fmla="*/ 2 w 12"/>
                <a:gd name="T29" fmla="*/ 14 h 14"/>
                <a:gd name="T30" fmla="*/ 1 w 12"/>
                <a:gd name="T31" fmla="*/ 13 h 14"/>
                <a:gd name="T32" fmla="*/ 2 w 12"/>
                <a:gd name="T33" fmla="*/ 11 h 14"/>
                <a:gd name="T34" fmla="*/ 0 w 12"/>
                <a:gd name="T35" fmla="*/ 8 h 14"/>
                <a:gd name="T36" fmla="*/ 2 w 12"/>
                <a:gd name="T37" fmla="*/ 8 h 1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4">
                  <a:moveTo>
                    <a:pt x="2" y="8"/>
                  </a:moveTo>
                  <a:cubicBezTo>
                    <a:pt x="2" y="9"/>
                    <a:pt x="3" y="9"/>
                    <a:pt x="3" y="10"/>
                  </a:cubicBezTo>
                  <a:cubicBezTo>
                    <a:pt x="4" y="10"/>
                    <a:pt x="5" y="10"/>
                    <a:pt x="5" y="10"/>
                  </a:cubicBezTo>
                  <a:cubicBezTo>
                    <a:pt x="6" y="8"/>
                    <a:pt x="2" y="6"/>
                    <a:pt x="4" y="3"/>
                  </a:cubicBezTo>
                  <a:cubicBezTo>
                    <a:pt x="5" y="1"/>
                    <a:pt x="7" y="1"/>
                    <a:pt x="8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3"/>
                    <a:pt x="12" y="4"/>
                    <a:pt x="12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9" y="4"/>
                    <a:pt x="8" y="4"/>
                  </a:cubicBezTo>
                  <a:cubicBezTo>
                    <a:pt x="7" y="3"/>
                    <a:pt x="7" y="3"/>
                    <a:pt x="6" y="4"/>
                  </a:cubicBezTo>
                  <a:cubicBezTo>
                    <a:pt x="5" y="6"/>
                    <a:pt x="9" y="8"/>
                    <a:pt x="7" y="11"/>
                  </a:cubicBezTo>
                  <a:cubicBezTo>
                    <a:pt x="6" y="13"/>
                    <a:pt x="5" y="13"/>
                    <a:pt x="3" y="12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0"/>
                    <a:pt x="0" y="10"/>
                    <a:pt x="0" y="8"/>
                  </a:cubicBezTo>
                  <a:lnTo>
                    <a:pt x="2" y="8"/>
                  </a:lnTo>
                  <a:close/>
                </a:path>
              </a:pathLst>
            </a:custGeom>
            <a:solidFill>
              <a:srgbClr val="6B6B6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任意多边形: 形状 166" descr="d848152a-e8a0-4226-86ec-a762ac20d1ec"/>
            <p:cNvSpPr/>
            <p:nvPr/>
          </p:nvSpPr>
          <p:spPr bwMode="auto">
            <a:xfrm>
              <a:off x="7306468" y="3192463"/>
              <a:ext cx="90488" cy="90488"/>
            </a:xfrm>
            <a:custGeom>
              <a:gdLst>
                <a:gd name="T0" fmla="*/ 31 w 33"/>
                <a:gd name="T1" fmla="*/ 14 h 33"/>
                <a:gd name="T2" fmla="*/ 19 w 33"/>
                <a:gd name="T3" fmla="*/ 32 h 33"/>
                <a:gd name="T4" fmla="*/ 1 w 33"/>
                <a:gd name="T5" fmla="*/ 19 h 33"/>
                <a:gd name="T6" fmla="*/ 14 w 33"/>
                <a:gd name="T7" fmla="*/ 2 h 33"/>
                <a:gd name="T8" fmla="*/ 31 w 33"/>
                <a:gd name="T9" fmla="*/ 14 h 3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3">
                  <a:moveTo>
                    <a:pt x="31" y="14"/>
                  </a:moveTo>
                  <a:cubicBezTo>
                    <a:pt x="33" y="22"/>
                    <a:pt x="27" y="30"/>
                    <a:pt x="19" y="32"/>
                  </a:cubicBezTo>
                  <a:cubicBezTo>
                    <a:pt x="10" y="33"/>
                    <a:pt x="3" y="27"/>
                    <a:pt x="1" y="19"/>
                  </a:cubicBezTo>
                  <a:cubicBezTo>
                    <a:pt x="0" y="11"/>
                    <a:pt x="5" y="3"/>
                    <a:pt x="14" y="2"/>
                  </a:cubicBezTo>
                  <a:cubicBezTo>
                    <a:pt x="22" y="0"/>
                    <a:pt x="30" y="6"/>
                    <a:pt x="31" y="14"/>
                  </a:cubicBezTo>
                  <a:close/>
                </a:path>
              </a:pathLst>
            </a:custGeom>
            <a:solidFill>
              <a:srgbClr val="91713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任意多边形: 形状 167" descr="45daca23-c2d2-4ba0-b91d-80f52f3b8e55"/>
            <p:cNvSpPr/>
            <p:nvPr/>
          </p:nvSpPr>
          <p:spPr bwMode="auto">
            <a:xfrm>
              <a:off x="7312818" y="3201988"/>
              <a:ext cx="76200" cy="73025"/>
            </a:xfrm>
            <a:custGeom>
              <a:gdLst>
                <a:gd name="T0" fmla="*/ 27 w 28"/>
                <a:gd name="T1" fmla="*/ 11 h 27"/>
                <a:gd name="T2" fmla="*/ 16 w 28"/>
                <a:gd name="T3" fmla="*/ 26 h 27"/>
                <a:gd name="T4" fmla="*/ 2 w 28"/>
                <a:gd name="T5" fmla="*/ 16 h 27"/>
                <a:gd name="T6" fmla="*/ 12 w 28"/>
                <a:gd name="T7" fmla="*/ 1 h 27"/>
                <a:gd name="T8" fmla="*/ 27 w 28"/>
                <a:gd name="T9" fmla="*/ 11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7">
                  <a:moveTo>
                    <a:pt x="27" y="11"/>
                  </a:moveTo>
                  <a:cubicBezTo>
                    <a:pt x="28" y="18"/>
                    <a:pt x="23" y="25"/>
                    <a:pt x="16" y="26"/>
                  </a:cubicBezTo>
                  <a:cubicBezTo>
                    <a:pt x="9" y="27"/>
                    <a:pt x="3" y="23"/>
                    <a:pt x="2" y="16"/>
                  </a:cubicBezTo>
                  <a:cubicBezTo>
                    <a:pt x="0" y="9"/>
                    <a:pt x="5" y="2"/>
                    <a:pt x="12" y="1"/>
                  </a:cubicBezTo>
                  <a:cubicBezTo>
                    <a:pt x="19" y="0"/>
                    <a:pt x="25" y="4"/>
                    <a:pt x="27" y="11"/>
                  </a:cubicBez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任意多边形: 形状 168" descr="2250813f-b67f-4eba-8fa7-4f6455ef8354"/>
            <p:cNvSpPr/>
            <p:nvPr/>
          </p:nvSpPr>
          <p:spPr bwMode="auto">
            <a:xfrm>
              <a:off x="7336631" y="3211513"/>
              <a:ext cx="26988" cy="52388"/>
            </a:xfrm>
            <a:custGeom>
              <a:gdLst>
                <a:gd name="T0" fmla="*/ 7 w 10"/>
                <a:gd name="T1" fmla="*/ 6 h 19"/>
                <a:gd name="T2" fmla="*/ 4 w 10"/>
                <a:gd name="T3" fmla="*/ 5 h 19"/>
                <a:gd name="T4" fmla="*/ 3 w 10"/>
                <a:gd name="T5" fmla="*/ 7 h 19"/>
                <a:gd name="T6" fmla="*/ 10 w 10"/>
                <a:gd name="T7" fmla="*/ 12 h 19"/>
                <a:gd name="T8" fmla="*/ 7 w 10"/>
                <a:gd name="T9" fmla="*/ 16 h 19"/>
                <a:gd name="T10" fmla="*/ 8 w 10"/>
                <a:gd name="T11" fmla="*/ 19 h 19"/>
                <a:gd name="T12" fmla="*/ 6 w 10"/>
                <a:gd name="T13" fmla="*/ 19 h 19"/>
                <a:gd name="T14" fmla="*/ 5 w 10"/>
                <a:gd name="T15" fmla="*/ 17 h 19"/>
                <a:gd name="T16" fmla="*/ 1 w 10"/>
                <a:gd name="T17" fmla="*/ 16 h 19"/>
                <a:gd name="T18" fmla="*/ 2 w 10"/>
                <a:gd name="T19" fmla="*/ 14 h 19"/>
                <a:gd name="T20" fmla="*/ 5 w 10"/>
                <a:gd name="T21" fmla="*/ 14 h 19"/>
                <a:gd name="T22" fmla="*/ 7 w 10"/>
                <a:gd name="T23" fmla="*/ 12 h 19"/>
                <a:gd name="T24" fmla="*/ 0 w 10"/>
                <a:gd name="T25" fmla="*/ 7 h 19"/>
                <a:gd name="T26" fmla="*/ 3 w 10"/>
                <a:gd name="T27" fmla="*/ 3 h 19"/>
                <a:gd name="T28" fmla="*/ 2 w 10"/>
                <a:gd name="T29" fmla="*/ 0 h 19"/>
                <a:gd name="T30" fmla="*/ 4 w 10"/>
                <a:gd name="T31" fmla="*/ 0 h 19"/>
                <a:gd name="T32" fmla="*/ 5 w 10"/>
                <a:gd name="T33" fmla="*/ 2 h 19"/>
                <a:gd name="T34" fmla="*/ 8 w 10"/>
                <a:gd name="T35" fmla="*/ 4 h 19"/>
                <a:gd name="T36" fmla="*/ 7 w 10"/>
                <a:gd name="T37" fmla="*/ 6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9">
                  <a:moveTo>
                    <a:pt x="7" y="6"/>
                  </a:moveTo>
                  <a:cubicBezTo>
                    <a:pt x="6" y="5"/>
                    <a:pt x="5" y="5"/>
                    <a:pt x="4" y="5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9"/>
                    <a:pt x="9" y="8"/>
                    <a:pt x="10" y="12"/>
                  </a:cubicBezTo>
                  <a:cubicBezTo>
                    <a:pt x="10" y="14"/>
                    <a:pt x="9" y="16"/>
                    <a:pt x="7" y="16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2" y="17"/>
                    <a:pt x="1" y="1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4"/>
                    <a:pt x="4" y="14"/>
                    <a:pt x="5" y="14"/>
                  </a:cubicBezTo>
                  <a:cubicBezTo>
                    <a:pt x="7" y="14"/>
                    <a:pt x="7" y="13"/>
                    <a:pt x="7" y="12"/>
                  </a:cubicBezTo>
                  <a:cubicBezTo>
                    <a:pt x="7" y="10"/>
                    <a:pt x="1" y="11"/>
                    <a:pt x="0" y="7"/>
                  </a:cubicBezTo>
                  <a:cubicBezTo>
                    <a:pt x="0" y="5"/>
                    <a:pt x="1" y="3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7" y="3"/>
                    <a:pt x="8" y="4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91713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任意多边形: 形状 169" descr="425f5f11-f196-4330-965f-6e131923c21e"/>
            <p:cNvSpPr/>
            <p:nvPr/>
          </p:nvSpPr>
          <p:spPr bwMode="auto">
            <a:xfrm>
              <a:off x="7103268" y="2649538"/>
              <a:ext cx="88900" cy="144463"/>
            </a:xfrm>
            <a:custGeom>
              <a:gdLst>
                <a:gd name="T0" fmla="*/ 43 w 56"/>
                <a:gd name="T1" fmla="*/ 91 h 91"/>
                <a:gd name="T2" fmla="*/ 0 w 56"/>
                <a:gd name="T3" fmla="*/ 84 h 91"/>
                <a:gd name="T4" fmla="*/ 12 w 56"/>
                <a:gd name="T5" fmla="*/ 0 h 91"/>
                <a:gd name="T6" fmla="*/ 56 w 56"/>
                <a:gd name="T7" fmla="*/ 7 h 91"/>
                <a:gd name="T8" fmla="*/ 43 w 56"/>
                <a:gd name="T9" fmla="*/ 91 h 9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91">
                  <a:moveTo>
                    <a:pt x="43" y="91"/>
                  </a:moveTo>
                  <a:lnTo>
                    <a:pt x="0" y="84"/>
                  </a:lnTo>
                  <a:lnTo>
                    <a:pt x="12" y="0"/>
                  </a:lnTo>
                  <a:lnTo>
                    <a:pt x="56" y="7"/>
                  </a:lnTo>
                  <a:lnTo>
                    <a:pt x="43" y="91"/>
                  </a:lnTo>
                  <a:close/>
                </a:path>
              </a:pathLst>
            </a:cu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任意多边形: 形状 170" descr="70b5c7aa-b81a-4e7e-b137-c5012110854c"/>
            <p:cNvSpPr/>
            <p:nvPr/>
          </p:nvSpPr>
          <p:spPr bwMode="auto">
            <a:xfrm>
              <a:off x="6931818" y="2722563"/>
              <a:ext cx="381000" cy="223838"/>
            </a:xfrm>
            <a:custGeom>
              <a:gdLst>
                <a:gd name="T0" fmla="*/ 139 w 140"/>
                <a:gd name="T1" fmla="*/ 34 h 82"/>
                <a:gd name="T2" fmla="*/ 93 w 140"/>
                <a:gd name="T3" fmla="*/ 6 h 82"/>
                <a:gd name="T4" fmla="*/ 76 w 140"/>
                <a:gd name="T5" fmla="*/ 23 h 82"/>
                <a:gd name="T6" fmla="*/ 64 w 140"/>
                <a:gd name="T7" fmla="*/ 1 h 82"/>
                <a:gd name="T8" fmla="*/ 11 w 140"/>
                <a:gd name="T9" fmla="*/ 13 h 82"/>
                <a:gd name="T10" fmla="*/ 0 w 140"/>
                <a:gd name="T11" fmla="*/ 59 h 82"/>
                <a:gd name="T12" fmla="*/ 136 w 140"/>
                <a:gd name="T13" fmla="*/ 82 h 82"/>
                <a:gd name="T14" fmla="*/ 139 w 140"/>
                <a:gd name="T15" fmla="*/ 34 h 8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82">
                  <a:moveTo>
                    <a:pt x="139" y="34"/>
                  </a:moveTo>
                  <a:cubicBezTo>
                    <a:pt x="140" y="23"/>
                    <a:pt x="94" y="5"/>
                    <a:pt x="93" y="6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4" y="0"/>
                    <a:pt x="14" y="2"/>
                    <a:pt x="11" y="1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36" y="82"/>
                    <a:pt x="136" y="82"/>
                    <a:pt x="136" y="82"/>
                  </a:cubicBezTo>
                  <a:lnTo>
                    <a:pt x="139" y="3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任意多边形: 形状 171" descr="c07cf17c-7c7a-49a6-ab74-c3639acb74cc"/>
            <p:cNvSpPr/>
            <p:nvPr/>
          </p:nvSpPr>
          <p:spPr bwMode="auto">
            <a:xfrm>
              <a:off x="7061993" y="2703513"/>
              <a:ext cx="76200" cy="80963"/>
            </a:xfrm>
            <a:custGeom>
              <a:gdLst>
                <a:gd name="T0" fmla="*/ 31 w 48"/>
                <a:gd name="T1" fmla="*/ 17 h 51"/>
                <a:gd name="T2" fmla="*/ 48 w 48"/>
                <a:gd name="T3" fmla="*/ 51 h 51"/>
                <a:gd name="T4" fmla="*/ 0 w 48"/>
                <a:gd name="T5" fmla="*/ 7 h 51"/>
                <a:gd name="T6" fmla="*/ 33 w 48"/>
                <a:gd name="T7" fmla="*/ 0 h 51"/>
                <a:gd name="T8" fmla="*/ 31 w 48"/>
                <a:gd name="T9" fmla="*/ 17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51">
                  <a:moveTo>
                    <a:pt x="31" y="17"/>
                  </a:moveTo>
                  <a:lnTo>
                    <a:pt x="48" y="51"/>
                  </a:lnTo>
                  <a:lnTo>
                    <a:pt x="0" y="7"/>
                  </a:lnTo>
                  <a:lnTo>
                    <a:pt x="33" y="0"/>
                  </a:lnTo>
                  <a:lnTo>
                    <a:pt x="31" y="17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任意多边形: 形状 172" descr="5aac8299-6ea8-41e5-b0ba-685ebf5b39ea"/>
            <p:cNvSpPr/>
            <p:nvPr/>
          </p:nvSpPr>
          <p:spPr bwMode="auto">
            <a:xfrm>
              <a:off x="7138193" y="2714626"/>
              <a:ext cx="92075" cy="69850"/>
            </a:xfrm>
            <a:custGeom>
              <a:gdLst>
                <a:gd name="T0" fmla="*/ 26 w 58"/>
                <a:gd name="T1" fmla="*/ 19 h 44"/>
                <a:gd name="T2" fmla="*/ 0 w 58"/>
                <a:gd name="T3" fmla="*/ 44 h 44"/>
                <a:gd name="T4" fmla="*/ 58 w 58"/>
                <a:gd name="T5" fmla="*/ 17 h 44"/>
                <a:gd name="T6" fmla="*/ 29 w 58"/>
                <a:gd name="T7" fmla="*/ 0 h 44"/>
                <a:gd name="T8" fmla="*/ 26 w 58"/>
                <a:gd name="T9" fmla="*/ 19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44">
                  <a:moveTo>
                    <a:pt x="26" y="19"/>
                  </a:moveTo>
                  <a:lnTo>
                    <a:pt x="0" y="44"/>
                  </a:lnTo>
                  <a:lnTo>
                    <a:pt x="58" y="17"/>
                  </a:lnTo>
                  <a:lnTo>
                    <a:pt x="29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任意多边形: 形状 173" descr="cb8fe6d4-251e-4beb-8dbe-d12ced052785"/>
            <p:cNvSpPr/>
            <p:nvPr/>
          </p:nvSpPr>
          <p:spPr bwMode="auto">
            <a:xfrm>
              <a:off x="7058818" y="2508251"/>
              <a:ext cx="231775" cy="176213"/>
            </a:xfrm>
            <a:custGeom>
              <a:gdLst>
                <a:gd name="T0" fmla="*/ 7 w 85"/>
                <a:gd name="T1" fmla="*/ 8 h 65"/>
                <a:gd name="T2" fmla="*/ 15 w 85"/>
                <a:gd name="T3" fmla="*/ 57 h 65"/>
                <a:gd name="T4" fmla="*/ 55 w 85"/>
                <a:gd name="T5" fmla="*/ 64 h 65"/>
                <a:gd name="T6" fmla="*/ 79 w 85"/>
                <a:gd name="T7" fmla="*/ 20 h 65"/>
                <a:gd name="T8" fmla="*/ 48 w 85"/>
                <a:gd name="T9" fmla="*/ 0 h 65"/>
                <a:gd name="T10" fmla="*/ 7 w 85"/>
                <a:gd name="T11" fmla="*/ 8 h 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65">
                  <a:moveTo>
                    <a:pt x="7" y="8"/>
                  </a:moveTo>
                  <a:cubicBezTo>
                    <a:pt x="0" y="18"/>
                    <a:pt x="6" y="56"/>
                    <a:pt x="15" y="57"/>
                  </a:cubicBezTo>
                  <a:cubicBezTo>
                    <a:pt x="23" y="59"/>
                    <a:pt x="47" y="62"/>
                    <a:pt x="55" y="64"/>
                  </a:cubicBezTo>
                  <a:cubicBezTo>
                    <a:pt x="64" y="65"/>
                    <a:pt x="85" y="29"/>
                    <a:pt x="79" y="20"/>
                  </a:cubicBezTo>
                  <a:cubicBezTo>
                    <a:pt x="70" y="12"/>
                    <a:pt x="48" y="0"/>
                    <a:pt x="48" y="0"/>
                  </a:cubicBezTo>
                  <a:cubicBezTo>
                    <a:pt x="48" y="0"/>
                    <a:pt x="15" y="3"/>
                    <a:pt x="7" y="8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任意多边形: 形状 174" descr="b6585e42-071d-4341-acd1-309cd5b0425e"/>
            <p:cNvSpPr/>
            <p:nvPr/>
          </p:nvSpPr>
          <p:spPr bwMode="auto">
            <a:xfrm>
              <a:off x="7054056" y="2532063"/>
              <a:ext cx="41275" cy="57150"/>
            </a:xfrm>
            <a:custGeom>
              <a:gdLst>
                <a:gd name="T0" fmla="*/ 10 w 15"/>
                <a:gd name="T1" fmla="*/ 21 h 21"/>
                <a:gd name="T2" fmla="*/ 0 w 15"/>
                <a:gd name="T3" fmla="*/ 11 h 21"/>
                <a:gd name="T4" fmla="*/ 9 w 15"/>
                <a:gd name="T5" fmla="*/ 1 h 21"/>
                <a:gd name="T6" fmla="*/ 10 w 15"/>
                <a:gd name="T7" fmla="*/ 21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21">
                  <a:moveTo>
                    <a:pt x="10" y="21"/>
                  </a:moveTo>
                  <a:cubicBezTo>
                    <a:pt x="5" y="21"/>
                    <a:pt x="1" y="17"/>
                    <a:pt x="0" y="11"/>
                  </a:cubicBez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5" y="21"/>
                    <a:pt x="10" y="2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任意多边形: 形状 175" descr="3c337c16-206f-4c5c-8057-01879eb380f4"/>
            <p:cNvSpPr/>
            <p:nvPr/>
          </p:nvSpPr>
          <p:spPr bwMode="auto">
            <a:xfrm>
              <a:off x="7236618" y="2559051"/>
              <a:ext cx="50800" cy="63500"/>
            </a:xfrm>
            <a:custGeom>
              <a:gdLst>
                <a:gd name="T0" fmla="*/ 5 w 19"/>
                <a:gd name="T1" fmla="*/ 21 h 23"/>
                <a:gd name="T2" fmla="*/ 17 w 19"/>
                <a:gd name="T3" fmla="*/ 15 h 23"/>
                <a:gd name="T4" fmla="*/ 12 w 19"/>
                <a:gd name="T5" fmla="*/ 2 h 23"/>
                <a:gd name="T6" fmla="*/ 5 w 19"/>
                <a:gd name="T7" fmla="*/ 21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5" y="21"/>
                  </a:moveTo>
                  <a:cubicBezTo>
                    <a:pt x="10" y="23"/>
                    <a:pt x="15" y="20"/>
                    <a:pt x="17" y="15"/>
                  </a:cubicBezTo>
                  <a:cubicBezTo>
                    <a:pt x="19" y="10"/>
                    <a:pt x="17" y="4"/>
                    <a:pt x="12" y="2"/>
                  </a:cubicBezTo>
                  <a:cubicBezTo>
                    <a:pt x="8" y="0"/>
                    <a:pt x="0" y="19"/>
                    <a:pt x="5" y="2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任意多边形: 形状 176" descr="fffde541-52fa-49a7-ae91-2544378c93d3"/>
            <p:cNvSpPr/>
            <p:nvPr/>
          </p:nvSpPr>
          <p:spPr bwMode="auto">
            <a:xfrm>
              <a:off x="7047706" y="2439988"/>
              <a:ext cx="228600" cy="277813"/>
            </a:xfrm>
            <a:custGeom>
              <a:gdLst>
                <a:gd name="T0" fmla="*/ 37 w 84"/>
                <a:gd name="T1" fmla="*/ 96 h 102"/>
                <a:gd name="T2" fmla="*/ 82 w 84"/>
                <a:gd name="T3" fmla="*/ 33 h 102"/>
                <a:gd name="T4" fmla="*/ 53 w 84"/>
                <a:gd name="T5" fmla="*/ 5 h 102"/>
                <a:gd name="T6" fmla="*/ 16 w 84"/>
                <a:gd name="T7" fmla="*/ 22 h 102"/>
                <a:gd name="T8" fmla="*/ 37 w 84"/>
                <a:gd name="T9" fmla="*/ 96 h 10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02">
                  <a:moveTo>
                    <a:pt x="37" y="96"/>
                  </a:moveTo>
                  <a:cubicBezTo>
                    <a:pt x="75" y="102"/>
                    <a:pt x="82" y="33"/>
                    <a:pt x="82" y="33"/>
                  </a:cubicBezTo>
                  <a:cubicBezTo>
                    <a:pt x="82" y="33"/>
                    <a:pt x="84" y="10"/>
                    <a:pt x="53" y="5"/>
                  </a:cubicBezTo>
                  <a:cubicBezTo>
                    <a:pt x="26" y="0"/>
                    <a:pt x="16" y="22"/>
                    <a:pt x="16" y="22"/>
                  </a:cubicBezTo>
                  <a:cubicBezTo>
                    <a:pt x="16" y="22"/>
                    <a:pt x="0" y="90"/>
                    <a:pt x="37" y="96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任意多边形: 形状 177" descr="301fa68f-9d86-4bbc-b803-9b5a1b7522f0"/>
            <p:cNvSpPr/>
            <p:nvPr/>
          </p:nvSpPr>
          <p:spPr bwMode="auto">
            <a:xfrm>
              <a:off x="7065168" y="2401888"/>
              <a:ext cx="260350" cy="184150"/>
            </a:xfrm>
            <a:custGeom>
              <a:gdLst>
                <a:gd name="T0" fmla="*/ 3 w 96"/>
                <a:gd name="T1" fmla="*/ 49 h 68"/>
                <a:gd name="T2" fmla="*/ 9 w 96"/>
                <a:gd name="T3" fmla="*/ 56 h 68"/>
                <a:gd name="T4" fmla="*/ 14 w 96"/>
                <a:gd name="T5" fmla="*/ 32 h 68"/>
                <a:gd name="T6" fmla="*/ 61 w 96"/>
                <a:gd name="T7" fmla="*/ 32 h 68"/>
                <a:gd name="T8" fmla="*/ 72 w 96"/>
                <a:gd name="T9" fmla="*/ 41 h 68"/>
                <a:gd name="T10" fmla="*/ 71 w 96"/>
                <a:gd name="T11" fmla="*/ 67 h 68"/>
                <a:gd name="T12" fmla="*/ 78 w 96"/>
                <a:gd name="T13" fmla="*/ 62 h 68"/>
                <a:gd name="T14" fmla="*/ 48 w 96"/>
                <a:gd name="T15" fmla="*/ 8 h 68"/>
                <a:gd name="T16" fmla="*/ 3 w 96"/>
                <a:gd name="T17" fmla="*/ 49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" h="68">
                  <a:moveTo>
                    <a:pt x="3" y="49"/>
                  </a:moveTo>
                  <a:cubicBezTo>
                    <a:pt x="6" y="49"/>
                    <a:pt x="9" y="56"/>
                    <a:pt x="9" y="56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52" y="45"/>
                    <a:pt x="61" y="32"/>
                  </a:cubicBezTo>
                  <a:cubicBezTo>
                    <a:pt x="72" y="29"/>
                    <a:pt x="72" y="41"/>
                    <a:pt x="72" y="41"/>
                  </a:cubicBezTo>
                  <a:cubicBezTo>
                    <a:pt x="72" y="41"/>
                    <a:pt x="71" y="68"/>
                    <a:pt x="71" y="67"/>
                  </a:cubicBezTo>
                  <a:cubicBezTo>
                    <a:pt x="74" y="60"/>
                    <a:pt x="78" y="62"/>
                    <a:pt x="78" y="62"/>
                  </a:cubicBezTo>
                  <a:cubicBezTo>
                    <a:pt x="78" y="62"/>
                    <a:pt x="96" y="16"/>
                    <a:pt x="48" y="8"/>
                  </a:cubicBezTo>
                  <a:cubicBezTo>
                    <a:pt x="0" y="0"/>
                    <a:pt x="3" y="48"/>
                    <a:pt x="3" y="49"/>
                  </a:cubicBezTo>
                  <a:close/>
                </a:path>
              </a:pathLst>
            </a:custGeom>
            <a:solidFill>
              <a:srgbClr val="66504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任意多边形: 形状 178" descr="07b679fd-05cf-449b-9eb4-a6d2311d963d"/>
            <p:cNvSpPr>
              <a:spLocks noEditPoints="1"/>
            </p:cNvSpPr>
            <p:nvPr/>
          </p:nvSpPr>
          <p:spPr bwMode="auto">
            <a:xfrm>
              <a:off x="7081043" y="2532063"/>
              <a:ext cx="182563" cy="82550"/>
            </a:xfrm>
            <a:custGeom>
              <a:gdLst>
                <a:gd name="T0" fmla="*/ 51 w 67"/>
                <a:gd name="T1" fmla="*/ 7 h 30"/>
                <a:gd name="T2" fmla="*/ 34 w 67"/>
                <a:gd name="T3" fmla="*/ 14 h 30"/>
                <a:gd name="T4" fmla="*/ 19 w 67"/>
                <a:gd name="T5" fmla="*/ 2 h 30"/>
                <a:gd name="T6" fmla="*/ 1 w 67"/>
                <a:gd name="T7" fmla="*/ 10 h 30"/>
                <a:gd name="T8" fmla="*/ 15 w 67"/>
                <a:gd name="T9" fmla="*/ 24 h 30"/>
                <a:gd name="T10" fmla="*/ 33 w 67"/>
                <a:gd name="T11" fmla="*/ 17 h 30"/>
                <a:gd name="T12" fmla="*/ 48 w 67"/>
                <a:gd name="T13" fmla="*/ 29 h 30"/>
                <a:gd name="T14" fmla="*/ 66 w 67"/>
                <a:gd name="T15" fmla="*/ 21 h 30"/>
                <a:gd name="T16" fmla="*/ 51 w 67"/>
                <a:gd name="T17" fmla="*/ 7 h 30"/>
                <a:gd name="T18" fmla="*/ 17 w 67"/>
                <a:gd name="T19" fmla="*/ 16 h 30"/>
                <a:gd name="T20" fmla="*/ 8 w 67"/>
                <a:gd name="T21" fmla="*/ 11 h 30"/>
                <a:gd name="T22" fmla="*/ 18 w 67"/>
                <a:gd name="T23" fmla="*/ 9 h 30"/>
                <a:gd name="T24" fmla="*/ 26 w 67"/>
                <a:gd name="T25" fmla="*/ 14 h 30"/>
                <a:gd name="T26" fmla="*/ 17 w 67"/>
                <a:gd name="T27" fmla="*/ 16 h 30"/>
                <a:gd name="T28" fmla="*/ 49 w 67"/>
                <a:gd name="T29" fmla="*/ 21 h 30"/>
                <a:gd name="T30" fmla="*/ 40 w 67"/>
                <a:gd name="T31" fmla="*/ 16 h 30"/>
                <a:gd name="T32" fmla="*/ 50 w 67"/>
                <a:gd name="T33" fmla="*/ 14 h 30"/>
                <a:gd name="T34" fmla="*/ 59 w 67"/>
                <a:gd name="T35" fmla="*/ 19 h 30"/>
                <a:gd name="T36" fmla="*/ 49 w 67"/>
                <a:gd name="T37" fmla="*/ 21 h 3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7" h="30">
                  <a:moveTo>
                    <a:pt x="51" y="7"/>
                  </a:moveTo>
                  <a:cubicBezTo>
                    <a:pt x="43" y="6"/>
                    <a:pt x="36" y="9"/>
                    <a:pt x="34" y="14"/>
                  </a:cubicBezTo>
                  <a:cubicBezTo>
                    <a:pt x="33" y="8"/>
                    <a:pt x="27" y="3"/>
                    <a:pt x="19" y="2"/>
                  </a:cubicBezTo>
                  <a:cubicBezTo>
                    <a:pt x="10" y="0"/>
                    <a:pt x="2" y="4"/>
                    <a:pt x="1" y="10"/>
                  </a:cubicBezTo>
                  <a:cubicBezTo>
                    <a:pt x="0" y="16"/>
                    <a:pt x="6" y="22"/>
                    <a:pt x="15" y="24"/>
                  </a:cubicBezTo>
                  <a:cubicBezTo>
                    <a:pt x="24" y="25"/>
                    <a:pt x="31" y="22"/>
                    <a:pt x="33" y="17"/>
                  </a:cubicBezTo>
                  <a:cubicBezTo>
                    <a:pt x="33" y="22"/>
                    <a:pt x="40" y="28"/>
                    <a:pt x="48" y="29"/>
                  </a:cubicBezTo>
                  <a:cubicBezTo>
                    <a:pt x="57" y="30"/>
                    <a:pt x="65" y="27"/>
                    <a:pt x="66" y="21"/>
                  </a:cubicBezTo>
                  <a:cubicBezTo>
                    <a:pt x="67" y="15"/>
                    <a:pt x="60" y="9"/>
                    <a:pt x="51" y="7"/>
                  </a:cubicBezTo>
                  <a:close/>
                  <a:moveTo>
                    <a:pt x="17" y="16"/>
                  </a:moveTo>
                  <a:cubicBezTo>
                    <a:pt x="12" y="15"/>
                    <a:pt x="8" y="13"/>
                    <a:pt x="8" y="11"/>
                  </a:cubicBezTo>
                  <a:cubicBezTo>
                    <a:pt x="8" y="9"/>
                    <a:pt x="13" y="8"/>
                    <a:pt x="18" y="9"/>
                  </a:cubicBezTo>
                  <a:cubicBezTo>
                    <a:pt x="23" y="10"/>
                    <a:pt x="27" y="12"/>
                    <a:pt x="26" y="14"/>
                  </a:cubicBezTo>
                  <a:cubicBezTo>
                    <a:pt x="26" y="15"/>
                    <a:pt x="22" y="16"/>
                    <a:pt x="17" y="16"/>
                  </a:cubicBezTo>
                  <a:close/>
                  <a:moveTo>
                    <a:pt x="49" y="21"/>
                  </a:moveTo>
                  <a:cubicBezTo>
                    <a:pt x="44" y="20"/>
                    <a:pt x="40" y="18"/>
                    <a:pt x="40" y="16"/>
                  </a:cubicBezTo>
                  <a:cubicBezTo>
                    <a:pt x="41" y="14"/>
                    <a:pt x="45" y="13"/>
                    <a:pt x="50" y="14"/>
                  </a:cubicBezTo>
                  <a:cubicBezTo>
                    <a:pt x="55" y="15"/>
                    <a:pt x="59" y="17"/>
                    <a:pt x="59" y="19"/>
                  </a:cubicBezTo>
                  <a:cubicBezTo>
                    <a:pt x="58" y="21"/>
                    <a:pt x="54" y="22"/>
                    <a:pt x="49" y="2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任意多边形: 形状 179" descr="e0fa2a47-e175-429d-84e7-cd8fbac133a5"/>
            <p:cNvSpPr/>
            <p:nvPr/>
          </p:nvSpPr>
          <p:spPr bwMode="auto">
            <a:xfrm>
              <a:off x="7084218" y="2393951"/>
              <a:ext cx="214313" cy="114300"/>
            </a:xfrm>
            <a:custGeom>
              <a:gdLst>
                <a:gd name="T0" fmla="*/ 77 w 79"/>
                <a:gd name="T1" fmla="*/ 42 h 42"/>
                <a:gd name="T2" fmla="*/ 44 w 79"/>
                <a:gd name="T3" fmla="*/ 4 h 42"/>
                <a:gd name="T4" fmla="*/ 0 w 79"/>
                <a:gd name="T5" fmla="*/ 29 h 42"/>
                <a:gd name="T6" fmla="*/ 77 w 79"/>
                <a:gd name="T7" fmla="*/ 42 h 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" h="42">
                  <a:moveTo>
                    <a:pt x="77" y="42"/>
                  </a:moveTo>
                  <a:cubicBezTo>
                    <a:pt x="79" y="32"/>
                    <a:pt x="65" y="7"/>
                    <a:pt x="44" y="4"/>
                  </a:cubicBezTo>
                  <a:cubicBezTo>
                    <a:pt x="22" y="0"/>
                    <a:pt x="2" y="19"/>
                    <a:pt x="0" y="29"/>
                  </a:cubicBezTo>
                  <a:lnTo>
                    <a:pt x="77" y="4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任意多边形: 形状 180" descr="0d56b597-7ef9-47e5-b9be-31de18096902"/>
            <p:cNvSpPr/>
            <p:nvPr/>
          </p:nvSpPr>
          <p:spPr bwMode="auto">
            <a:xfrm>
              <a:off x="7084218" y="2463801"/>
              <a:ext cx="209550" cy="44450"/>
            </a:xfrm>
            <a:custGeom>
              <a:gdLst>
                <a:gd name="T0" fmla="*/ 77 w 77"/>
                <a:gd name="T1" fmla="*/ 16 h 16"/>
                <a:gd name="T2" fmla="*/ 77 w 77"/>
                <a:gd name="T3" fmla="*/ 13 h 16"/>
                <a:gd name="T4" fmla="*/ 1 w 77"/>
                <a:gd name="T5" fmla="*/ 0 h 16"/>
                <a:gd name="T6" fmla="*/ 0 w 77"/>
                <a:gd name="T7" fmla="*/ 3 h 16"/>
                <a:gd name="T8" fmla="*/ 77 w 77"/>
                <a:gd name="T9" fmla="*/ 16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6">
                  <a:moveTo>
                    <a:pt x="77" y="16"/>
                  </a:moveTo>
                  <a:cubicBezTo>
                    <a:pt x="77" y="15"/>
                    <a:pt x="77" y="14"/>
                    <a:pt x="77" y="1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lnTo>
                    <a:pt x="77" y="16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任意多边形: 形状 181" descr="7233f344-8b9c-40a1-a979-e99da67dded6"/>
            <p:cNvSpPr/>
            <p:nvPr/>
          </p:nvSpPr>
          <p:spPr bwMode="auto">
            <a:xfrm>
              <a:off x="7058818" y="2470151"/>
              <a:ext cx="246063" cy="69850"/>
            </a:xfrm>
            <a:custGeom>
              <a:gdLst>
                <a:gd name="T0" fmla="*/ 84 w 90"/>
                <a:gd name="T1" fmla="*/ 26 h 26"/>
                <a:gd name="T2" fmla="*/ 4 w 90"/>
                <a:gd name="T3" fmla="*/ 13 h 26"/>
                <a:gd name="T4" fmla="*/ 0 w 90"/>
                <a:gd name="T5" fmla="*/ 10 h 26"/>
                <a:gd name="T6" fmla="*/ 2 w 90"/>
                <a:gd name="T7" fmla="*/ 2 h 26"/>
                <a:gd name="T8" fmla="*/ 6 w 90"/>
                <a:gd name="T9" fmla="*/ 1 h 26"/>
                <a:gd name="T10" fmla="*/ 86 w 90"/>
                <a:gd name="T11" fmla="*/ 14 h 26"/>
                <a:gd name="T12" fmla="*/ 90 w 90"/>
                <a:gd name="T13" fmla="*/ 16 h 26"/>
                <a:gd name="T14" fmla="*/ 88 w 90"/>
                <a:gd name="T15" fmla="*/ 25 h 26"/>
                <a:gd name="T16" fmla="*/ 84 w 90"/>
                <a:gd name="T17" fmla="*/ 26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26">
                  <a:moveTo>
                    <a:pt x="84" y="26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2" y="13"/>
                    <a:pt x="0" y="12"/>
                    <a:pt x="0" y="1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8" y="14"/>
                    <a:pt x="90" y="15"/>
                    <a:pt x="90" y="16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8" y="26"/>
                    <a:pt x="86" y="26"/>
                    <a:pt x="84" y="26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任意多边形: 形状 182" descr="380aa133-edae-40b0-bed7-3ef83d1ce52f"/>
            <p:cNvSpPr/>
            <p:nvPr/>
          </p:nvSpPr>
          <p:spPr bwMode="auto">
            <a:xfrm>
              <a:off x="5357018" y="1890713"/>
              <a:ext cx="160338" cy="290513"/>
            </a:xfrm>
            <a:custGeom>
              <a:gdLst>
                <a:gd name="T0" fmla="*/ 49 w 59"/>
                <a:gd name="T1" fmla="*/ 0 h 107"/>
                <a:gd name="T2" fmla="*/ 49 w 59"/>
                <a:gd name="T3" fmla="*/ 77 h 107"/>
                <a:gd name="T4" fmla="*/ 29 w 59"/>
                <a:gd name="T5" fmla="*/ 96 h 107"/>
                <a:gd name="T6" fmla="*/ 10 w 59"/>
                <a:gd name="T7" fmla="*/ 77 h 107"/>
                <a:gd name="T8" fmla="*/ 5 w 59"/>
                <a:gd name="T9" fmla="*/ 72 h 107"/>
                <a:gd name="T10" fmla="*/ 0 w 59"/>
                <a:gd name="T11" fmla="*/ 77 h 107"/>
                <a:gd name="T12" fmla="*/ 29 w 59"/>
                <a:gd name="T13" fmla="*/ 107 h 107"/>
                <a:gd name="T14" fmla="*/ 59 w 59"/>
                <a:gd name="T15" fmla="*/ 77 h 107"/>
                <a:gd name="T16" fmla="*/ 59 w 59"/>
                <a:gd name="T17" fmla="*/ 0 h 107"/>
                <a:gd name="T18" fmla="*/ 49 w 59"/>
                <a:gd name="T19" fmla="*/ 0 h 10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107">
                  <a:moveTo>
                    <a:pt x="49" y="0"/>
                  </a:moveTo>
                  <a:cubicBezTo>
                    <a:pt x="49" y="77"/>
                    <a:pt x="49" y="77"/>
                    <a:pt x="49" y="77"/>
                  </a:cubicBezTo>
                  <a:cubicBezTo>
                    <a:pt x="49" y="88"/>
                    <a:pt x="40" y="96"/>
                    <a:pt x="29" y="96"/>
                  </a:cubicBezTo>
                  <a:cubicBezTo>
                    <a:pt x="19" y="96"/>
                    <a:pt x="10" y="88"/>
                    <a:pt x="10" y="77"/>
                  </a:cubicBezTo>
                  <a:cubicBezTo>
                    <a:pt x="10" y="74"/>
                    <a:pt x="8" y="72"/>
                    <a:pt x="5" y="72"/>
                  </a:cubicBezTo>
                  <a:cubicBezTo>
                    <a:pt x="2" y="72"/>
                    <a:pt x="0" y="74"/>
                    <a:pt x="0" y="77"/>
                  </a:cubicBezTo>
                  <a:cubicBezTo>
                    <a:pt x="0" y="93"/>
                    <a:pt x="13" y="107"/>
                    <a:pt x="29" y="107"/>
                  </a:cubicBezTo>
                  <a:cubicBezTo>
                    <a:pt x="46" y="107"/>
                    <a:pt x="59" y="93"/>
                    <a:pt x="59" y="77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任意多边形: 形状 183" descr="a27af989-c321-4c8b-9341-c9e4f02add1d"/>
            <p:cNvSpPr/>
            <p:nvPr/>
          </p:nvSpPr>
          <p:spPr bwMode="auto">
            <a:xfrm>
              <a:off x="5345906" y="1658938"/>
              <a:ext cx="307975" cy="231775"/>
            </a:xfrm>
            <a:custGeom>
              <a:gdLst>
                <a:gd name="T0" fmla="*/ 58 w 113"/>
                <a:gd name="T1" fmla="*/ 0 h 85"/>
                <a:gd name="T2" fmla="*/ 58 w 113"/>
                <a:gd name="T3" fmla="*/ 0 h 85"/>
                <a:gd name="T4" fmla="*/ 0 w 113"/>
                <a:gd name="T5" fmla="*/ 85 h 85"/>
                <a:gd name="T6" fmla="*/ 113 w 113"/>
                <a:gd name="T7" fmla="*/ 85 h 85"/>
                <a:gd name="T8" fmla="*/ 58 w 113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85">
                  <a:moveTo>
                    <a:pt x="58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0" y="22"/>
                    <a:pt x="0" y="85"/>
                  </a:cubicBezTo>
                  <a:cubicBezTo>
                    <a:pt x="113" y="85"/>
                    <a:pt x="113" y="85"/>
                    <a:pt x="113" y="85"/>
                  </a:cubicBezTo>
                  <a:cubicBezTo>
                    <a:pt x="113" y="22"/>
                    <a:pt x="58" y="0"/>
                    <a:pt x="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任意多边形: 形状 184" descr="d4ca7e20-3a03-4cab-aeed-d06885b7627e"/>
            <p:cNvSpPr/>
            <p:nvPr/>
          </p:nvSpPr>
          <p:spPr bwMode="auto">
            <a:xfrm>
              <a:off x="5447506" y="1658938"/>
              <a:ext cx="111125" cy="231775"/>
            </a:xfrm>
            <a:custGeom>
              <a:gdLst>
                <a:gd name="T0" fmla="*/ 21 w 41"/>
                <a:gd name="T1" fmla="*/ 0 h 85"/>
                <a:gd name="T2" fmla="*/ 21 w 41"/>
                <a:gd name="T3" fmla="*/ 0 h 85"/>
                <a:gd name="T4" fmla="*/ 0 w 41"/>
                <a:gd name="T5" fmla="*/ 85 h 85"/>
                <a:gd name="T6" fmla="*/ 41 w 41"/>
                <a:gd name="T7" fmla="*/ 85 h 85"/>
                <a:gd name="T8" fmla="*/ 21 w 41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85"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0" y="22"/>
                    <a:pt x="0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22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任意多边形: 形状 185" descr="9f37d53a-63c5-4bd4-a0fb-920424d320a0"/>
            <p:cNvSpPr/>
            <p:nvPr/>
          </p:nvSpPr>
          <p:spPr bwMode="auto">
            <a:xfrm>
              <a:off x="5269706" y="1658938"/>
              <a:ext cx="233363" cy="231775"/>
            </a:xfrm>
            <a:custGeom>
              <a:gdLst>
                <a:gd name="T0" fmla="*/ 86 w 86"/>
                <a:gd name="T1" fmla="*/ 0 h 85"/>
                <a:gd name="T2" fmla="*/ 0 w 86"/>
                <a:gd name="T3" fmla="*/ 85 h 85"/>
                <a:gd name="T4" fmla="*/ 1 w 86"/>
                <a:gd name="T5" fmla="*/ 85 h 85"/>
                <a:gd name="T6" fmla="*/ 28 w 86"/>
                <a:gd name="T7" fmla="*/ 85 h 85"/>
                <a:gd name="T8" fmla="*/ 86 w 86"/>
                <a:gd name="T9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86" y="0"/>
                  </a:moveTo>
                  <a:cubicBezTo>
                    <a:pt x="39" y="0"/>
                    <a:pt x="0" y="38"/>
                    <a:pt x="0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28" y="22"/>
                    <a:pt x="86" y="0"/>
                    <a:pt x="86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任意多边形: 形状 186" descr="98810b0f-bcce-4f29-8860-93b9ff1e5de4"/>
            <p:cNvSpPr/>
            <p:nvPr/>
          </p:nvSpPr>
          <p:spPr bwMode="auto">
            <a:xfrm>
              <a:off x="5503068" y="1658938"/>
              <a:ext cx="234950" cy="231775"/>
            </a:xfrm>
            <a:custGeom>
              <a:gdLst>
                <a:gd name="T0" fmla="*/ 0 w 86"/>
                <a:gd name="T1" fmla="*/ 0 h 85"/>
                <a:gd name="T2" fmla="*/ 0 w 86"/>
                <a:gd name="T3" fmla="*/ 0 h 85"/>
                <a:gd name="T4" fmla="*/ 55 w 86"/>
                <a:gd name="T5" fmla="*/ 85 h 85"/>
                <a:gd name="T6" fmla="*/ 85 w 86"/>
                <a:gd name="T7" fmla="*/ 85 h 85"/>
                <a:gd name="T8" fmla="*/ 86 w 86"/>
                <a:gd name="T9" fmla="*/ 85 h 85"/>
                <a:gd name="T10" fmla="*/ 0 w 86"/>
                <a:gd name="T11" fmla="*/ 0 h 8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5" y="22"/>
                    <a:pt x="55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86" y="38"/>
                    <a:pt x="47" y="0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任意多边形: 形状 187" descr="71903485-60ae-4608-91b8-a19ddc7e128f"/>
            <p:cNvSpPr/>
            <p:nvPr/>
          </p:nvSpPr>
          <p:spPr bwMode="auto">
            <a:xfrm>
              <a:off x="5276056" y="1600201"/>
              <a:ext cx="123825" cy="130175"/>
            </a:xfrm>
            <a:custGeom>
              <a:gdLst>
                <a:gd name="T0" fmla="*/ 23 w 46"/>
                <a:gd name="T1" fmla="*/ 35 h 48"/>
                <a:gd name="T2" fmla="*/ 2 w 46"/>
                <a:gd name="T3" fmla="*/ 0 h 48"/>
                <a:gd name="T4" fmla="*/ 23 w 46"/>
                <a:gd name="T5" fmla="*/ 35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48">
                  <a:moveTo>
                    <a:pt x="23" y="35"/>
                  </a:moveTo>
                  <a:cubicBezTo>
                    <a:pt x="0" y="48"/>
                    <a:pt x="2" y="0"/>
                    <a:pt x="2" y="0"/>
                  </a:cubicBezTo>
                  <a:cubicBezTo>
                    <a:pt x="2" y="0"/>
                    <a:pt x="46" y="22"/>
                    <a:pt x="23" y="35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任意多边形: 形状 188" descr="61f24337-260e-45a5-90dc-155951706fe8"/>
            <p:cNvSpPr/>
            <p:nvPr/>
          </p:nvSpPr>
          <p:spPr bwMode="auto">
            <a:xfrm>
              <a:off x="5314156" y="1509713"/>
              <a:ext cx="76200" cy="79375"/>
            </a:xfrm>
            <a:custGeom>
              <a:gdLst>
                <a:gd name="T0" fmla="*/ 14 w 28"/>
                <a:gd name="T1" fmla="*/ 21 h 29"/>
                <a:gd name="T2" fmla="*/ 2 w 28"/>
                <a:gd name="T3" fmla="*/ 0 h 29"/>
                <a:gd name="T4" fmla="*/ 14 w 28"/>
                <a:gd name="T5" fmla="*/ 21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8">
                  <a:moveTo>
                    <a:pt x="14" y="21"/>
                  </a:moveTo>
                  <a:cubicBezTo>
                    <a:pt x="0" y="29"/>
                    <a:pt x="2" y="0"/>
                    <a:pt x="2" y="0"/>
                  </a:cubicBezTo>
                  <a:cubicBezTo>
                    <a:pt x="2" y="0"/>
                    <a:pt x="28" y="14"/>
                    <a:pt x="14" y="21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任意多边形: 形状 189" descr="b05409fc-c936-4fab-91d0-c2943e2dd05a"/>
            <p:cNvSpPr/>
            <p:nvPr/>
          </p:nvSpPr>
          <p:spPr bwMode="auto">
            <a:xfrm>
              <a:off x="5418931" y="1536701"/>
              <a:ext cx="98425" cy="103188"/>
            </a:xfrm>
            <a:custGeom>
              <a:gdLst>
                <a:gd name="T0" fmla="*/ 18 w 36"/>
                <a:gd name="T1" fmla="*/ 28 h 38"/>
                <a:gd name="T2" fmla="*/ 2 w 36"/>
                <a:gd name="T3" fmla="*/ 0 h 38"/>
                <a:gd name="T4" fmla="*/ 18 w 36"/>
                <a:gd name="T5" fmla="*/ 28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8">
                  <a:moveTo>
                    <a:pt x="18" y="28"/>
                  </a:moveTo>
                  <a:cubicBezTo>
                    <a:pt x="0" y="38"/>
                    <a:pt x="2" y="0"/>
                    <a:pt x="2" y="0"/>
                  </a:cubicBezTo>
                  <a:cubicBezTo>
                    <a:pt x="2" y="0"/>
                    <a:pt x="36" y="18"/>
                    <a:pt x="18" y="28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任意多边形: 形状 190" descr="71fd083f-8faf-42d5-ba5b-985b8dd3e056"/>
            <p:cNvSpPr/>
            <p:nvPr/>
          </p:nvSpPr>
          <p:spPr bwMode="auto">
            <a:xfrm>
              <a:off x="5585618" y="1493838"/>
              <a:ext cx="117475" cy="271463"/>
            </a:xfrm>
            <a:custGeom>
              <a:gdLst>
                <a:gd name="T0" fmla="*/ 22 w 74"/>
                <a:gd name="T1" fmla="*/ 3 h 171"/>
                <a:gd name="T2" fmla="*/ 0 w 74"/>
                <a:gd name="T3" fmla="*/ 79 h 171"/>
                <a:gd name="T4" fmla="*/ 38 w 74"/>
                <a:gd name="T5" fmla="*/ 74 h 171"/>
                <a:gd name="T6" fmla="*/ 0 w 74"/>
                <a:gd name="T7" fmla="*/ 171 h 171"/>
                <a:gd name="T8" fmla="*/ 74 w 74"/>
                <a:gd name="T9" fmla="*/ 58 h 171"/>
                <a:gd name="T10" fmla="*/ 27 w 74"/>
                <a:gd name="T11" fmla="*/ 60 h 171"/>
                <a:gd name="T12" fmla="*/ 55 w 74"/>
                <a:gd name="T13" fmla="*/ 0 h 171"/>
                <a:gd name="T14" fmla="*/ 22 w 74"/>
                <a:gd name="T15" fmla="*/ 3 h 17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71">
                  <a:moveTo>
                    <a:pt x="22" y="3"/>
                  </a:moveTo>
                  <a:lnTo>
                    <a:pt x="0" y="79"/>
                  </a:lnTo>
                  <a:lnTo>
                    <a:pt x="38" y="74"/>
                  </a:lnTo>
                  <a:lnTo>
                    <a:pt x="0" y="171"/>
                  </a:lnTo>
                  <a:lnTo>
                    <a:pt x="74" y="58"/>
                  </a:lnTo>
                  <a:lnTo>
                    <a:pt x="27" y="60"/>
                  </a:lnTo>
                  <a:lnTo>
                    <a:pt x="55" y="0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任意多边形: 形状 191" descr="0c70f087-3603-42b9-a674-2f1ca63e3d70"/>
            <p:cNvSpPr/>
            <p:nvPr/>
          </p:nvSpPr>
          <p:spPr bwMode="auto">
            <a:xfrm>
              <a:off x="4887118" y="3040063"/>
              <a:ext cx="458788" cy="563563"/>
            </a:xfrm>
            <a:custGeom>
              <a:gdLst>
                <a:gd name="T0" fmla="*/ 289 w 289"/>
                <a:gd name="T1" fmla="*/ 317 h 355"/>
                <a:gd name="T2" fmla="*/ 42 w 289"/>
                <a:gd name="T3" fmla="*/ 355 h 355"/>
                <a:gd name="T4" fmla="*/ 0 w 289"/>
                <a:gd name="T5" fmla="*/ 72 h 355"/>
                <a:gd name="T6" fmla="*/ 25 w 289"/>
                <a:gd name="T7" fmla="*/ 35 h 355"/>
                <a:gd name="T8" fmla="*/ 239 w 289"/>
                <a:gd name="T9" fmla="*/ 0 h 355"/>
                <a:gd name="T10" fmla="*/ 289 w 289"/>
                <a:gd name="T11" fmla="*/ 317 h 35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9" h="355">
                  <a:moveTo>
                    <a:pt x="289" y="317"/>
                  </a:moveTo>
                  <a:lnTo>
                    <a:pt x="42" y="355"/>
                  </a:lnTo>
                  <a:lnTo>
                    <a:pt x="0" y="72"/>
                  </a:lnTo>
                  <a:lnTo>
                    <a:pt x="25" y="35"/>
                  </a:lnTo>
                  <a:lnTo>
                    <a:pt x="239" y="0"/>
                  </a:lnTo>
                  <a:lnTo>
                    <a:pt x="289" y="31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任意多边形: 形状 192" descr="150f54a4-70bb-4d33-a9b2-4fc405179611"/>
            <p:cNvSpPr/>
            <p:nvPr/>
          </p:nvSpPr>
          <p:spPr bwMode="auto">
            <a:xfrm>
              <a:off x="4887118" y="3095626"/>
              <a:ext cx="47625" cy="58738"/>
            </a:xfrm>
            <a:custGeom>
              <a:gdLst>
                <a:gd name="T0" fmla="*/ 25 w 30"/>
                <a:gd name="T1" fmla="*/ 0 h 37"/>
                <a:gd name="T2" fmla="*/ 0 w 30"/>
                <a:gd name="T3" fmla="*/ 37 h 37"/>
                <a:gd name="T4" fmla="*/ 30 w 30"/>
                <a:gd name="T5" fmla="*/ 32 h 37"/>
                <a:gd name="T6" fmla="*/ 25 w 30"/>
                <a:gd name="T7" fmla="*/ 0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37">
                  <a:moveTo>
                    <a:pt x="25" y="0"/>
                  </a:moveTo>
                  <a:lnTo>
                    <a:pt x="0" y="37"/>
                  </a:lnTo>
                  <a:lnTo>
                    <a:pt x="30" y="3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任意多边形: 形状 193" descr="6e3532a8-725a-417f-9d40-9eb30d5505e6"/>
            <p:cNvSpPr/>
            <p:nvPr/>
          </p:nvSpPr>
          <p:spPr bwMode="auto">
            <a:xfrm>
              <a:off x="5006181" y="3554413"/>
              <a:ext cx="87313" cy="111125"/>
            </a:xfrm>
            <a:custGeom>
              <a:gdLst>
                <a:gd name="T0" fmla="*/ 55 w 55"/>
                <a:gd name="T1" fmla="*/ 64 h 70"/>
                <a:gd name="T2" fmla="*/ 31 w 55"/>
                <a:gd name="T3" fmla="*/ 55 h 70"/>
                <a:gd name="T4" fmla="*/ 9 w 55"/>
                <a:gd name="T5" fmla="*/ 70 h 70"/>
                <a:gd name="T6" fmla="*/ 0 w 55"/>
                <a:gd name="T7" fmla="*/ 7 h 70"/>
                <a:gd name="T8" fmla="*/ 45 w 55"/>
                <a:gd name="T9" fmla="*/ 0 h 70"/>
                <a:gd name="T10" fmla="*/ 55 w 55"/>
                <a:gd name="T11" fmla="*/ 64 h 7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70">
                  <a:moveTo>
                    <a:pt x="55" y="64"/>
                  </a:moveTo>
                  <a:lnTo>
                    <a:pt x="31" y="55"/>
                  </a:lnTo>
                  <a:lnTo>
                    <a:pt x="9" y="70"/>
                  </a:lnTo>
                  <a:lnTo>
                    <a:pt x="0" y="7"/>
                  </a:lnTo>
                  <a:lnTo>
                    <a:pt x="45" y="0"/>
                  </a:lnTo>
                  <a:lnTo>
                    <a:pt x="55" y="64"/>
                  </a:lnTo>
                  <a:close/>
                </a:path>
              </a:pathLst>
            </a:custGeom>
            <a:solidFill>
              <a:srgbClr val="943E3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任意多边形: 形状 194" descr="46744267-cc73-4980-807e-37fdf91baf69"/>
            <p:cNvSpPr/>
            <p:nvPr/>
          </p:nvSpPr>
          <p:spPr bwMode="auto">
            <a:xfrm>
              <a:off x="4976018" y="3462338"/>
              <a:ext cx="117475" cy="117475"/>
            </a:xfrm>
            <a:custGeom>
              <a:gdLst>
                <a:gd name="T0" fmla="*/ 41 w 43"/>
                <a:gd name="T1" fmla="*/ 19 h 43"/>
                <a:gd name="T2" fmla="*/ 25 w 43"/>
                <a:gd name="T3" fmla="*/ 42 h 43"/>
                <a:gd name="T4" fmla="*/ 2 w 43"/>
                <a:gd name="T5" fmla="*/ 25 h 43"/>
                <a:gd name="T6" fmla="*/ 18 w 43"/>
                <a:gd name="T7" fmla="*/ 2 h 43"/>
                <a:gd name="T8" fmla="*/ 41 w 43"/>
                <a:gd name="T9" fmla="*/ 19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3">
                  <a:moveTo>
                    <a:pt x="41" y="19"/>
                  </a:moveTo>
                  <a:cubicBezTo>
                    <a:pt x="43" y="30"/>
                    <a:pt x="36" y="40"/>
                    <a:pt x="25" y="42"/>
                  </a:cubicBezTo>
                  <a:cubicBezTo>
                    <a:pt x="14" y="43"/>
                    <a:pt x="3" y="36"/>
                    <a:pt x="2" y="25"/>
                  </a:cubicBezTo>
                  <a:cubicBezTo>
                    <a:pt x="0" y="14"/>
                    <a:pt x="7" y="4"/>
                    <a:pt x="18" y="2"/>
                  </a:cubicBezTo>
                  <a:cubicBezTo>
                    <a:pt x="29" y="0"/>
                    <a:pt x="40" y="8"/>
                    <a:pt x="41" y="19"/>
                  </a:cubicBezTo>
                  <a:close/>
                </a:path>
              </a:pathLst>
            </a:custGeom>
            <a:solidFill>
              <a:srgbClr val="BD707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任意多边形: 形状 195" descr="edc036a5-be1b-43ce-8e47-42702e3207a2"/>
            <p:cNvSpPr/>
            <p:nvPr/>
          </p:nvSpPr>
          <p:spPr bwMode="auto">
            <a:xfrm>
              <a:off x="4987131" y="3476626"/>
              <a:ext cx="95250" cy="92075"/>
            </a:xfrm>
            <a:custGeom>
              <a:gdLst>
                <a:gd name="T0" fmla="*/ 33 w 35"/>
                <a:gd name="T1" fmla="*/ 14 h 34"/>
                <a:gd name="T2" fmla="*/ 20 w 35"/>
                <a:gd name="T3" fmla="*/ 33 h 34"/>
                <a:gd name="T4" fmla="*/ 2 w 35"/>
                <a:gd name="T5" fmla="*/ 19 h 34"/>
                <a:gd name="T6" fmla="*/ 15 w 35"/>
                <a:gd name="T7" fmla="*/ 1 h 34"/>
                <a:gd name="T8" fmla="*/ 33 w 35"/>
                <a:gd name="T9" fmla="*/ 14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4">
                  <a:moveTo>
                    <a:pt x="33" y="14"/>
                  </a:moveTo>
                  <a:cubicBezTo>
                    <a:pt x="35" y="23"/>
                    <a:pt x="29" y="31"/>
                    <a:pt x="20" y="33"/>
                  </a:cubicBezTo>
                  <a:cubicBezTo>
                    <a:pt x="11" y="34"/>
                    <a:pt x="3" y="28"/>
                    <a:pt x="2" y="19"/>
                  </a:cubicBezTo>
                  <a:cubicBezTo>
                    <a:pt x="0" y="11"/>
                    <a:pt x="6" y="2"/>
                    <a:pt x="15" y="1"/>
                  </a:cubicBezTo>
                  <a:cubicBezTo>
                    <a:pt x="24" y="0"/>
                    <a:pt x="32" y="6"/>
                    <a:pt x="33" y="14"/>
                  </a:cubicBezTo>
                  <a:close/>
                </a:path>
              </a:pathLst>
            </a:custGeom>
            <a:solidFill>
              <a:srgbClr val="82474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任意多边形: 形状 196" descr="f652e11b-ee73-4fcd-a0f4-704fae7492a5"/>
            <p:cNvSpPr/>
            <p:nvPr/>
          </p:nvSpPr>
          <p:spPr bwMode="auto">
            <a:xfrm>
              <a:off x="4926806" y="3130551"/>
              <a:ext cx="311150" cy="80963"/>
            </a:xfrm>
            <a:custGeom>
              <a:gdLst>
                <a:gd name="T0" fmla="*/ 196 w 196"/>
                <a:gd name="T1" fmla="*/ 21 h 51"/>
                <a:gd name="T2" fmla="*/ 2 w 196"/>
                <a:gd name="T3" fmla="*/ 51 h 51"/>
                <a:gd name="T4" fmla="*/ 0 w 196"/>
                <a:gd name="T5" fmla="*/ 31 h 51"/>
                <a:gd name="T6" fmla="*/ 192 w 196"/>
                <a:gd name="T7" fmla="*/ 0 h 51"/>
                <a:gd name="T8" fmla="*/ 196 w 196"/>
                <a:gd name="T9" fmla="*/ 21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51">
                  <a:moveTo>
                    <a:pt x="196" y="21"/>
                  </a:moveTo>
                  <a:lnTo>
                    <a:pt x="2" y="51"/>
                  </a:lnTo>
                  <a:lnTo>
                    <a:pt x="0" y="31"/>
                  </a:lnTo>
                  <a:lnTo>
                    <a:pt x="192" y="0"/>
                  </a:lnTo>
                  <a:lnTo>
                    <a:pt x="196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任意多边形: 形状 197" descr="c52479ed-9f0b-49e8-be50-43618c6816cb"/>
            <p:cNvSpPr/>
            <p:nvPr/>
          </p:nvSpPr>
          <p:spPr bwMode="auto">
            <a:xfrm>
              <a:off x="4934743" y="3192463"/>
              <a:ext cx="312738" cy="82550"/>
            </a:xfrm>
            <a:custGeom>
              <a:gdLst>
                <a:gd name="T0" fmla="*/ 197 w 197"/>
                <a:gd name="T1" fmla="*/ 21 h 52"/>
                <a:gd name="T2" fmla="*/ 4 w 197"/>
                <a:gd name="T3" fmla="*/ 52 h 52"/>
                <a:gd name="T4" fmla="*/ 0 w 197"/>
                <a:gd name="T5" fmla="*/ 31 h 52"/>
                <a:gd name="T6" fmla="*/ 194 w 197"/>
                <a:gd name="T7" fmla="*/ 0 h 52"/>
                <a:gd name="T8" fmla="*/ 197 w 197"/>
                <a:gd name="T9" fmla="*/ 21 h 5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52">
                  <a:moveTo>
                    <a:pt x="197" y="21"/>
                  </a:moveTo>
                  <a:lnTo>
                    <a:pt x="4" y="52"/>
                  </a:lnTo>
                  <a:lnTo>
                    <a:pt x="0" y="31"/>
                  </a:lnTo>
                  <a:lnTo>
                    <a:pt x="194" y="0"/>
                  </a:lnTo>
                  <a:lnTo>
                    <a:pt x="197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任意多边形: 形状 198" descr="0d03fa3d-898d-4e49-aaab-9e6b2427e929"/>
            <p:cNvSpPr/>
            <p:nvPr/>
          </p:nvSpPr>
          <p:spPr bwMode="auto">
            <a:xfrm>
              <a:off x="4945856" y="3255963"/>
              <a:ext cx="311150" cy="80963"/>
            </a:xfrm>
            <a:custGeom>
              <a:gdLst>
                <a:gd name="T0" fmla="*/ 196 w 196"/>
                <a:gd name="T1" fmla="*/ 20 h 51"/>
                <a:gd name="T2" fmla="*/ 4 w 196"/>
                <a:gd name="T3" fmla="*/ 51 h 51"/>
                <a:gd name="T4" fmla="*/ 0 w 196"/>
                <a:gd name="T5" fmla="*/ 31 h 51"/>
                <a:gd name="T6" fmla="*/ 192 w 196"/>
                <a:gd name="T7" fmla="*/ 0 h 51"/>
                <a:gd name="T8" fmla="*/ 196 w 196"/>
                <a:gd name="T9" fmla="*/ 20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51">
                  <a:moveTo>
                    <a:pt x="196" y="20"/>
                  </a:moveTo>
                  <a:lnTo>
                    <a:pt x="4" y="51"/>
                  </a:lnTo>
                  <a:lnTo>
                    <a:pt x="0" y="31"/>
                  </a:lnTo>
                  <a:lnTo>
                    <a:pt x="192" y="0"/>
                  </a:lnTo>
                  <a:lnTo>
                    <a:pt x="196" y="20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任意多边形: 形状 199" descr="7ef568e8-2954-425b-9bbb-dad7f84309f1"/>
            <p:cNvSpPr/>
            <p:nvPr/>
          </p:nvSpPr>
          <p:spPr bwMode="auto">
            <a:xfrm>
              <a:off x="4953793" y="3333751"/>
              <a:ext cx="201613" cy="63500"/>
            </a:xfrm>
            <a:custGeom>
              <a:gdLst>
                <a:gd name="T0" fmla="*/ 127 w 127"/>
                <a:gd name="T1" fmla="*/ 21 h 40"/>
                <a:gd name="T2" fmla="*/ 4 w 127"/>
                <a:gd name="T3" fmla="*/ 40 h 40"/>
                <a:gd name="T4" fmla="*/ 0 w 127"/>
                <a:gd name="T5" fmla="*/ 21 h 40"/>
                <a:gd name="T6" fmla="*/ 124 w 127"/>
                <a:gd name="T7" fmla="*/ 0 h 40"/>
                <a:gd name="T8" fmla="*/ 127 w 127"/>
                <a:gd name="T9" fmla="*/ 21 h 4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40">
                  <a:moveTo>
                    <a:pt x="127" y="21"/>
                  </a:moveTo>
                  <a:lnTo>
                    <a:pt x="4" y="40"/>
                  </a:lnTo>
                  <a:lnTo>
                    <a:pt x="0" y="21"/>
                  </a:lnTo>
                  <a:lnTo>
                    <a:pt x="124" y="0"/>
                  </a:lnTo>
                  <a:lnTo>
                    <a:pt x="127" y="21"/>
                  </a:lnTo>
                  <a:close/>
                </a:path>
              </a:pathLst>
            </a:custGeom>
            <a:solidFill>
              <a:srgbClr val="5E82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任意多边形: 形状 200" descr="51aa62a1-72c7-459d-932b-ebdf618fee48"/>
            <p:cNvSpPr/>
            <p:nvPr/>
          </p:nvSpPr>
          <p:spPr bwMode="auto">
            <a:xfrm>
              <a:off x="5150643" y="3459163"/>
              <a:ext cx="138113" cy="53975"/>
            </a:xfrm>
            <a:custGeom>
              <a:gdLst>
                <a:gd name="T0" fmla="*/ 87 w 87"/>
                <a:gd name="T1" fmla="*/ 21 h 34"/>
                <a:gd name="T2" fmla="*/ 3 w 87"/>
                <a:gd name="T3" fmla="*/ 34 h 34"/>
                <a:gd name="T4" fmla="*/ 0 w 87"/>
                <a:gd name="T5" fmla="*/ 14 h 34"/>
                <a:gd name="T6" fmla="*/ 84 w 87"/>
                <a:gd name="T7" fmla="*/ 0 h 34"/>
                <a:gd name="T8" fmla="*/ 87 w 87"/>
                <a:gd name="T9" fmla="*/ 21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34">
                  <a:moveTo>
                    <a:pt x="87" y="21"/>
                  </a:moveTo>
                  <a:lnTo>
                    <a:pt x="3" y="34"/>
                  </a:lnTo>
                  <a:lnTo>
                    <a:pt x="0" y="14"/>
                  </a:lnTo>
                  <a:lnTo>
                    <a:pt x="84" y="0"/>
                  </a:lnTo>
                  <a:lnTo>
                    <a:pt x="87" y="21"/>
                  </a:lnTo>
                  <a:close/>
                </a:path>
              </a:pathLst>
            </a:custGeom>
            <a:solidFill>
              <a:srgbClr val="4058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任意多边形: 形状 201" descr="c7609b60-5729-45ec-9691-bdc392133e85"/>
            <p:cNvSpPr/>
            <p:nvPr/>
          </p:nvSpPr>
          <p:spPr bwMode="auto">
            <a:xfrm>
              <a:off x="4307681" y="3073401"/>
              <a:ext cx="485775" cy="514350"/>
            </a:xfrm>
            <a:custGeom>
              <a:gdLst>
                <a:gd name="T0" fmla="*/ 98 w 179"/>
                <a:gd name="T1" fmla="*/ 189 h 189"/>
                <a:gd name="T2" fmla="*/ 0 w 179"/>
                <a:gd name="T3" fmla="*/ 29 h 189"/>
                <a:gd name="T4" fmla="*/ 146 w 179"/>
                <a:gd name="T5" fmla="*/ 0 h 189"/>
                <a:gd name="T6" fmla="*/ 98 w 179"/>
                <a:gd name="T7" fmla="*/ 189 h 18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89">
                  <a:moveTo>
                    <a:pt x="98" y="189"/>
                  </a:moveTo>
                  <a:cubicBezTo>
                    <a:pt x="98" y="189"/>
                    <a:pt x="99" y="104"/>
                    <a:pt x="0" y="29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79" y="93"/>
                    <a:pt x="98" y="189"/>
                    <a:pt x="98" y="1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任意多边形: 形状 202" descr="8f2edff7-b9e9-4203-948a-5ecabdbdae44"/>
            <p:cNvSpPr/>
            <p:nvPr/>
          </p:nvSpPr>
          <p:spPr bwMode="auto">
            <a:xfrm>
              <a:off x="4293393" y="3027363"/>
              <a:ext cx="415925" cy="160338"/>
            </a:xfrm>
            <a:custGeom>
              <a:gdLst>
                <a:gd name="T0" fmla="*/ 151 w 153"/>
                <a:gd name="T1" fmla="*/ 17 h 59"/>
                <a:gd name="T2" fmla="*/ 80 w 153"/>
                <a:gd name="T3" fmla="*/ 52 h 59"/>
                <a:gd name="T4" fmla="*/ 2 w 153"/>
                <a:gd name="T5" fmla="*/ 41 h 59"/>
                <a:gd name="T6" fmla="*/ 73 w 153"/>
                <a:gd name="T7" fmla="*/ 6 h 59"/>
                <a:gd name="T8" fmla="*/ 151 w 153"/>
                <a:gd name="T9" fmla="*/ 17 h 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59">
                  <a:moveTo>
                    <a:pt x="151" y="17"/>
                  </a:moveTo>
                  <a:cubicBezTo>
                    <a:pt x="153" y="29"/>
                    <a:pt x="121" y="45"/>
                    <a:pt x="80" y="52"/>
                  </a:cubicBezTo>
                  <a:cubicBezTo>
                    <a:pt x="39" y="59"/>
                    <a:pt x="4" y="54"/>
                    <a:pt x="2" y="41"/>
                  </a:cubicBezTo>
                  <a:cubicBezTo>
                    <a:pt x="0" y="29"/>
                    <a:pt x="32" y="13"/>
                    <a:pt x="73" y="6"/>
                  </a:cubicBezTo>
                  <a:cubicBezTo>
                    <a:pt x="114" y="0"/>
                    <a:pt x="149" y="4"/>
                    <a:pt x="151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任意多边形: 形状 203" descr="75ca91ab-116b-493f-a2b8-69efdcac3ba5"/>
            <p:cNvSpPr/>
            <p:nvPr/>
          </p:nvSpPr>
          <p:spPr bwMode="auto">
            <a:xfrm>
              <a:off x="4337843" y="3040063"/>
              <a:ext cx="333375" cy="131763"/>
            </a:xfrm>
            <a:custGeom>
              <a:gdLst>
                <a:gd name="T0" fmla="*/ 121 w 123"/>
                <a:gd name="T1" fmla="*/ 14 h 48"/>
                <a:gd name="T2" fmla="*/ 64 w 123"/>
                <a:gd name="T3" fmla="*/ 42 h 48"/>
                <a:gd name="T4" fmla="*/ 1 w 123"/>
                <a:gd name="T5" fmla="*/ 34 h 48"/>
                <a:gd name="T6" fmla="*/ 58 w 123"/>
                <a:gd name="T7" fmla="*/ 6 h 48"/>
                <a:gd name="T8" fmla="*/ 121 w 123"/>
                <a:gd name="T9" fmla="*/ 14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8">
                  <a:moveTo>
                    <a:pt x="121" y="14"/>
                  </a:moveTo>
                  <a:cubicBezTo>
                    <a:pt x="123" y="24"/>
                    <a:pt x="97" y="37"/>
                    <a:pt x="64" y="42"/>
                  </a:cubicBezTo>
                  <a:cubicBezTo>
                    <a:pt x="31" y="48"/>
                    <a:pt x="3" y="44"/>
                    <a:pt x="1" y="34"/>
                  </a:cubicBezTo>
                  <a:cubicBezTo>
                    <a:pt x="0" y="24"/>
                    <a:pt x="25" y="11"/>
                    <a:pt x="58" y="6"/>
                  </a:cubicBezTo>
                  <a:cubicBezTo>
                    <a:pt x="91" y="0"/>
                    <a:pt x="120" y="4"/>
                    <a:pt x="121" y="1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任意多边形: 形状 204" descr="741234b1-18ba-4cfd-beaf-cafb3371ec95"/>
            <p:cNvSpPr/>
            <p:nvPr/>
          </p:nvSpPr>
          <p:spPr bwMode="auto">
            <a:xfrm>
              <a:off x="4375943" y="3062288"/>
              <a:ext cx="257175" cy="98425"/>
            </a:xfrm>
            <a:custGeom>
              <a:gdLst>
                <a:gd name="T0" fmla="*/ 94 w 95"/>
                <a:gd name="T1" fmla="*/ 10 h 36"/>
                <a:gd name="T2" fmla="*/ 50 w 95"/>
                <a:gd name="T3" fmla="*/ 32 h 36"/>
                <a:gd name="T4" fmla="*/ 1 w 95"/>
                <a:gd name="T5" fmla="*/ 26 h 36"/>
                <a:gd name="T6" fmla="*/ 45 w 95"/>
                <a:gd name="T7" fmla="*/ 4 h 36"/>
                <a:gd name="T8" fmla="*/ 94 w 95"/>
                <a:gd name="T9" fmla="*/ 10 h 3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36">
                  <a:moveTo>
                    <a:pt x="94" y="10"/>
                  </a:moveTo>
                  <a:cubicBezTo>
                    <a:pt x="95" y="18"/>
                    <a:pt x="75" y="28"/>
                    <a:pt x="50" y="32"/>
                  </a:cubicBezTo>
                  <a:cubicBezTo>
                    <a:pt x="24" y="36"/>
                    <a:pt x="2" y="34"/>
                    <a:pt x="1" y="26"/>
                  </a:cubicBezTo>
                  <a:cubicBezTo>
                    <a:pt x="0" y="18"/>
                    <a:pt x="19" y="8"/>
                    <a:pt x="45" y="4"/>
                  </a:cubicBezTo>
                  <a:cubicBezTo>
                    <a:pt x="70" y="0"/>
                    <a:pt x="92" y="3"/>
                    <a:pt x="94" y="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任意多边形: 形状 205" descr="1a5bdba3-9eff-4bee-a65f-bf214729ccce"/>
            <p:cNvSpPr/>
            <p:nvPr/>
          </p:nvSpPr>
          <p:spPr bwMode="auto">
            <a:xfrm>
              <a:off x="4410868" y="3078163"/>
              <a:ext cx="190500" cy="74613"/>
            </a:xfrm>
            <a:custGeom>
              <a:gdLst>
                <a:gd name="T0" fmla="*/ 69 w 70"/>
                <a:gd name="T1" fmla="*/ 8 h 27"/>
                <a:gd name="T2" fmla="*/ 37 w 70"/>
                <a:gd name="T3" fmla="*/ 24 h 27"/>
                <a:gd name="T4" fmla="*/ 1 w 70"/>
                <a:gd name="T5" fmla="*/ 19 h 27"/>
                <a:gd name="T6" fmla="*/ 33 w 70"/>
                <a:gd name="T7" fmla="*/ 3 h 27"/>
                <a:gd name="T8" fmla="*/ 69 w 70"/>
                <a:gd name="T9" fmla="*/ 8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27">
                  <a:moveTo>
                    <a:pt x="69" y="8"/>
                  </a:moveTo>
                  <a:cubicBezTo>
                    <a:pt x="70" y="14"/>
                    <a:pt x="55" y="21"/>
                    <a:pt x="37" y="24"/>
                  </a:cubicBezTo>
                  <a:cubicBezTo>
                    <a:pt x="18" y="27"/>
                    <a:pt x="2" y="25"/>
                    <a:pt x="1" y="19"/>
                  </a:cubicBezTo>
                  <a:cubicBezTo>
                    <a:pt x="0" y="14"/>
                    <a:pt x="14" y="6"/>
                    <a:pt x="33" y="3"/>
                  </a:cubicBezTo>
                  <a:cubicBezTo>
                    <a:pt x="52" y="0"/>
                    <a:pt x="68" y="2"/>
                    <a:pt x="69" y="8"/>
                  </a:cubicBez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任意多边形: 形状 206" descr="d1987650-196e-4a09-a8fc-ae061a053d1b"/>
            <p:cNvSpPr/>
            <p:nvPr/>
          </p:nvSpPr>
          <p:spPr bwMode="auto">
            <a:xfrm>
              <a:off x="4421981" y="3228975"/>
              <a:ext cx="225425" cy="57150"/>
            </a:xfrm>
            <a:custGeom>
              <a:gdLst>
                <a:gd name="T0" fmla="*/ 9 w 83"/>
                <a:gd name="T1" fmla="*/ 21 h 21"/>
                <a:gd name="T2" fmla="*/ 0 w 83"/>
                <a:gd name="T3" fmla="*/ 10 h 21"/>
                <a:gd name="T4" fmla="*/ 83 w 83"/>
                <a:gd name="T5" fmla="*/ 0 h 21"/>
                <a:gd name="T6" fmla="*/ 9 w 83"/>
                <a:gd name="T7" fmla="*/ 21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21">
                  <a:moveTo>
                    <a:pt x="9" y="2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9" y="15"/>
                    <a:pt x="83" y="0"/>
                  </a:cubicBezTo>
                  <a:cubicBezTo>
                    <a:pt x="47" y="20"/>
                    <a:pt x="9" y="21"/>
                    <a:pt x="9" y="2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任意多边形: 形状 207" descr="76ea4852-b2a3-47c6-aaeb-a2e382beb16c"/>
            <p:cNvSpPr/>
            <p:nvPr/>
          </p:nvSpPr>
          <p:spPr bwMode="auto">
            <a:xfrm>
              <a:off x="4556918" y="3352800"/>
              <a:ext cx="144463" cy="49213"/>
            </a:xfrm>
            <a:custGeom>
              <a:gdLst>
                <a:gd name="T0" fmla="*/ 49 w 53"/>
                <a:gd name="T1" fmla="*/ 10 h 18"/>
                <a:gd name="T2" fmla="*/ 0 w 53"/>
                <a:gd name="T3" fmla="*/ 13 h 18"/>
                <a:gd name="T4" fmla="*/ 53 w 53"/>
                <a:gd name="T5" fmla="*/ 0 h 18"/>
                <a:gd name="T6" fmla="*/ 49 w 53"/>
                <a:gd name="T7" fmla="*/ 10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8">
                  <a:moveTo>
                    <a:pt x="49" y="10"/>
                  </a:moveTo>
                  <a:cubicBezTo>
                    <a:pt x="49" y="10"/>
                    <a:pt x="25" y="18"/>
                    <a:pt x="0" y="13"/>
                  </a:cubicBezTo>
                  <a:cubicBezTo>
                    <a:pt x="30" y="12"/>
                    <a:pt x="53" y="0"/>
                    <a:pt x="53" y="0"/>
                  </a:cubicBezTo>
                  <a:lnTo>
                    <a:pt x="49" y="1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任意多边形: 形状 208" descr="c71d002b-142c-4635-8abe-2afc786bfa8e"/>
            <p:cNvSpPr/>
            <p:nvPr/>
          </p:nvSpPr>
          <p:spPr bwMode="auto">
            <a:xfrm>
              <a:off x="4263231" y="3413125"/>
              <a:ext cx="236538" cy="63500"/>
            </a:xfrm>
            <a:custGeom>
              <a:gdLst>
                <a:gd name="T0" fmla="*/ 84 w 87"/>
                <a:gd name="T1" fmla="*/ 8 h 23"/>
                <a:gd name="T2" fmla="*/ 5 w 87"/>
                <a:gd name="T3" fmla="*/ 23 h 23"/>
                <a:gd name="T4" fmla="*/ 0 w 87"/>
                <a:gd name="T5" fmla="*/ 20 h 23"/>
                <a:gd name="T6" fmla="*/ 3 w 87"/>
                <a:gd name="T7" fmla="*/ 15 h 23"/>
                <a:gd name="T8" fmla="*/ 82 w 87"/>
                <a:gd name="T9" fmla="*/ 1 h 23"/>
                <a:gd name="T10" fmla="*/ 87 w 87"/>
                <a:gd name="T11" fmla="*/ 4 h 23"/>
                <a:gd name="T12" fmla="*/ 84 w 87"/>
                <a:gd name="T13" fmla="*/ 8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23">
                  <a:moveTo>
                    <a:pt x="84" y="8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3" y="23"/>
                    <a:pt x="1" y="22"/>
                    <a:pt x="0" y="20"/>
                  </a:cubicBezTo>
                  <a:cubicBezTo>
                    <a:pt x="0" y="18"/>
                    <a:pt x="1" y="16"/>
                    <a:pt x="3" y="15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84" y="0"/>
                    <a:pt x="86" y="2"/>
                    <a:pt x="87" y="4"/>
                  </a:cubicBezTo>
                  <a:cubicBezTo>
                    <a:pt x="87" y="6"/>
                    <a:pt x="86" y="8"/>
                    <a:pt x="84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任意多边形: 形状 209" descr="67cb31b3-2770-4c5c-9427-7128a9c79860"/>
            <p:cNvSpPr/>
            <p:nvPr/>
          </p:nvSpPr>
          <p:spPr bwMode="auto">
            <a:xfrm>
              <a:off x="4252118" y="3362325"/>
              <a:ext cx="201613" cy="53975"/>
            </a:xfrm>
            <a:custGeom>
              <a:gdLst>
                <a:gd name="T0" fmla="*/ 70 w 74"/>
                <a:gd name="T1" fmla="*/ 8 h 20"/>
                <a:gd name="T2" fmla="*/ 5 w 74"/>
                <a:gd name="T3" fmla="*/ 20 h 20"/>
                <a:gd name="T4" fmla="*/ 0 w 74"/>
                <a:gd name="T5" fmla="*/ 17 h 20"/>
                <a:gd name="T6" fmla="*/ 3 w 74"/>
                <a:gd name="T7" fmla="*/ 12 h 20"/>
                <a:gd name="T8" fmla="*/ 69 w 74"/>
                <a:gd name="T9" fmla="*/ 0 h 20"/>
                <a:gd name="T10" fmla="*/ 74 w 74"/>
                <a:gd name="T11" fmla="*/ 3 h 20"/>
                <a:gd name="T12" fmla="*/ 70 w 74"/>
                <a:gd name="T13" fmla="*/ 8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20">
                  <a:moveTo>
                    <a:pt x="70" y="8"/>
                  </a:moveTo>
                  <a:cubicBezTo>
                    <a:pt x="5" y="20"/>
                    <a:pt x="5" y="20"/>
                    <a:pt x="5" y="20"/>
                  </a:cubicBezTo>
                  <a:cubicBezTo>
                    <a:pt x="3" y="20"/>
                    <a:pt x="0" y="19"/>
                    <a:pt x="0" y="17"/>
                  </a:cubicBezTo>
                  <a:cubicBezTo>
                    <a:pt x="0" y="15"/>
                    <a:pt x="1" y="13"/>
                    <a:pt x="3" y="12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1" y="0"/>
                    <a:pt x="73" y="1"/>
                    <a:pt x="74" y="3"/>
                  </a:cubicBezTo>
                  <a:cubicBezTo>
                    <a:pt x="74" y="5"/>
                    <a:pt x="73" y="7"/>
                    <a:pt x="70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任意多边形: 形状 210" descr="736808be-7800-4d63-a670-189518282ade"/>
            <p:cNvSpPr/>
            <p:nvPr/>
          </p:nvSpPr>
          <p:spPr bwMode="auto">
            <a:xfrm>
              <a:off x="4250531" y="3306763"/>
              <a:ext cx="163513" cy="49213"/>
            </a:xfrm>
            <a:custGeom>
              <a:gdLst>
                <a:gd name="T0" fmla="*/ 57 w 60"/>
                <a:gd name="T1" fmla="*/ 8 h 18"/>
                <a:gd name="T2" fmla="*/ 4 w 60"/>
                <a:gd name="T3" fmla="*/ 17 h 18"/>
                <a:gd name="T4" fmla="*/ 0 w 60"/>
                <a:gd name="T5" fmla="*/ 14 h 18"/>
                <a:gd name="T6" fmla="*/ 3 w 60"/>
                <a:gd name="T7" fmla="*/ 10 h 18"/>
                <a:gd name="T8" fmla="*/ 56 w 60"/>
                <a:gd name="T9" fmla="*/ 0 h 18"/>
                <a:gd name="T10" fmla="*/ 60 w 60"/>
                <a:gd name="T11" fmla="*/ 3 h 18"/>
                <a:gd name="T12" fmla="*/ 57 w 60"/>
                <a:gd name="T13" fmla="*/ 8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57" y="8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2" y="18"/>
                    <a:pt x="0" y="16"/>
                    <a:pt x="0" y="14"/>
                  </a:cubicBezTo>
                  <a:cubicBezTo>
                    <a:pt x="0" y="12"/>
                    <a:pt x="1" y="10"/>
                    <a:pt x="3" y="1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8" y="0"/>
                    <a:pt x="60" y="1"/>
                    <a:pt x="60" y="3"/>
                  </a:cubicBezTo>
                  <a:cubicBezTo>
                    <a:pt x="60" y="5"/>
                    <a:pt x="59" y="7"/>
                    <a:pt x="57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任意多边形: 形状 211" descr="4cddf3eb-5a85-4100-9001-47f22e7ed975"/>
            <p:cNvSpPr/>
            <p:nvPr/>
          </p:nvSpPr>
          <p:spPr bwMode="auto">
            <a:xfrm>
              <a:off x="7439818" y="2671763"/>
              <a:ext cx="433388" cy="387350"/>
            </a:xfrm>
            <a:custGeom>
              <a:gdLst>
                <a:gd name="T0" fmla="*/ 273 w 273"/>
                <a:gd name="T1" fmla="*/ 107 h 244"/>
                <a:gd name="T2" fmla="*/ 82 w 273"/>
                <a:gd name="T3" fmla="*/ 244 h 244"/>
                <a:gd name="T4" fmla="*/ 0 w 273"/>
                <a:gd name="T5" fmla="*/ 193 h 244"/>
                <a:gd name="T6" fmla="*/ 267 w 273"/>
                <a:gd name="T7" fmla="*/ 0 h 244"/>
                <a:gd name="T8" fmla="*/ 273 w 273"/>
                <a:gd name="T9" fmla="*/ 107 h 2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244">
                  <a:moveTo>
                    <a:pt x="273" y="107"/>
                  </a:moveTo>
                  <a:lnTo>
                    <a:pt x="82" y="244"/>
                  </a:lnTo>
                  <a:lnTo>
                    <a:pt x="0" y="193"/>
                  </a:lnTo>
                  <a:lnTo>
                    <a:pt x="267" y="0"/>
                  </a:lnTo>
                  <a:lnTo>
                    <a:pt x="273" y="107"/>
                  </a:lnTo>
                  <a:close/>
                </a:path>
              </a:pathLst>
            </a:custGeom>
            <a:solidFill>
              <a:srgbClr val="3B4F5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任意多边形: 形状 212" descr="6bfe99b5-12ed-4a85-b80c-d29f5f549ad8"/>
            <p:cNvSpPr/>
            <p:nvPr/>
          </p:nvSpPr>
          <p:spPr bwMode="auto">
            <a:xfrm>
              <a:off x="7504906" y="2692400"/>
              <a:ext cx="215900" cy="193675"/>
            </a:xfrm>
            <a:custGeom>
              <a:gdLst>
                <a:gd name="T0" fmla="*/ 96 w 136"/>
                <a:gd name="T1" fmla="*/ 0 h 122"/>
                <a:gd name="T2" fmla="*/ 0 w 136"/>
                <a:gd name="T3" fmla="*/ 69 h 122"/>
                <a:gd name="T4" fmla="*/ 40 w 136"/>
                <a:gd name="T5" fmla="*/ 122 h 122"/>
                <a:gd name="T6" fmla="*/ 136 w 136"/>
                <a:gd name="T7" fmla="*/ 53 h 122"/>
                <a:gd name="T8" fmla="*/ 96 w 136"/>
                <a:gd name="T9" fmla="*/ 0 h 1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22">
                  <a:moveTo>
                    <a:pt x="96" y="0"/>
                  </a:moveTo>
                  <a:lnTo>
                    <a:pt x="0" y="69"/>
                  </a:lnTo>
                  <a:lnTo>
                    <a:pt x="40" y="122"/>
                  </a:lnTo>
                  <a:lnTo>
                    <a:pt x="136" y="5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任意多边形: 形状 213" descr="b32693da-874c-4b80-8cc7-74f7c0372224"/>
            <p:cNvSpPr/>
            <p:nvPr/>
          </p:nvSpPr>
          <p:spPr bwMode="auto">
            <a:xfrm>
              <a:off x="7614443" y="2730500"/>
              <a:ext cx="61913" cy="65088"/>
            </a:xfrm>
            <a:custGeom>
              <a:gdLst>
                <a:gd name="T0" fmla="*/ 20 w 23"/>
                <a:gd name="T1" fmla="*/ 6 h 24"/>
                <a:gd name="T2" fmla="*/ 18 w 23"/>
                <a:gd name="T3" fmla="*/ 21 h 24"/>
                <a:gd name="T4" fmla="*/ 3 w 23"/>
                <a:gd name="T5" fmla="*/ 18 h 24"/>
                <a:gd name="T6" fmla="*/ 5 w 23"/>
                <a:gd name="T7" fmla="*/ 3 h 24"/>
                <a:gd name="T8" fmla="*/ 20 w 23"/>
                <a:gd name="T9" fmla="*/ 6 h 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20" y="6"/>
                  </a:moveTo>
                  <a:cubicBezTo>
                    <a:pt x="23" y="11"/>
                    <a:pt x="22" y="17"/>
                    <a:pt x="18" y="21"/>
                  </a:cubicBezTo>
                  <a:cubicBezTo>
                    <a:pt x="13" y="24"/>
                    <a:pt x="6" y="23"/>
                    <a:pt x="3" y="18"/>
                  </a:cubicBezTo>
                  <a:cubicBezTo>
                    <a:pt x="0" y="13"/>
                    <a:pt x="0" y="6"/>
                    <a:pt x="5" y="3"/>
                  </a:cubicBezTo>
                  <a:cubicBezTo>
                    <a:pt x="10" y="0"/>
                    <a:pt x="16" y="1"/>
                    <a:pt x="20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任意多边形: 形状 214" descr="c79013a3-0a68-457a-8d30-fec9fd7dc0d0"/>
            <p:cNvSpPr/>
            <p:nvPr/>
          </p:nvSpPr>
          <p:spPr bwMode="auto">
            <a:xfrm>
              <a:off x="7619206" y="2736850"/>
              <a:ext cx="52388" cy="53975"/>
            </a:xfrm>
            <a:custGeom>
              <a:gdLst>
                <a:gd name="T0" fmla="*/ 16 w 19"/>
                <a:gd name="T1" fmla="*/ 5 h 20"/>
                <a:gd name="T2" fmla="*/ 15 w 19"/>
                <a:gd name="T3" fmla="*/ 17 h 20"/>
                <a:gd name="T4" fmla="*/ 2 w 19"/>
                <a:gd name="T5" fmla="*/ 15 h 20"/>
                <a:gd name="T6" fmla="*/ 4 w 19"/>
                <a:gd name="T7" fmla="*/ 3 h 20"/>
                <a:gd name="T8" fmla="*/ 16 w 19"/>
                <a:gd name="T9" fmla="*/ 5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16" y="5"/>
                  </a:moveTo>
                  <a:cubicBezTo>
                    <a:pt x="19" y="9"/>
                    <a:pt x="18" y="14"/>
                    <a:pt x="15" y="17"/>
                  </a:cubicBezTo>
                  <a:cubicBezTo>
                    <a:pt x="11" y="20"/>
                    <a:pt x="5" y="19"/>
                    <a:pt x="2" y="15"/>
                  </a:cubicBezTo>
                  <a:cubicBezTo>
                    <a:pt x="0" y="11"/>
                    <a:pt x="0" y="5"/>
                    <a:pt x="4" y="3"/>
                  </a:cubicBezTo>
                  <a:cubicBezTo>
                    <a:pt x="8" y="0"/>
                    <a:pt x="14" y="1"/>
                    <a:pt x="16" y="5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任意多边形: 形状 215" descr="d2ab4409-06ce-471d-9f60-3f22c1b60ed4"/>
            <p:cNvSpPr/>
            <p:nvPr/>
          </p:nvSpPr>
          <p:spPr bwMode="auto">
            <a:xfrm>
              <a:off x="7469981" y="2727325"/>
              <a:ext cx="49213" cy="68263"/>
            </a:xfrm>
            <a:custGeom>
              <a:gdLst>
                <a:gd name="T0" fmla="*/ 3 w 31"/>
                <a:gd name="T1" fmla="*/ 0 h 43"/>
                <a:gd name="T2" fmla="*/ 0 w 31"/>
                <a:gd name="T3" fmla="*/ 4 h 43"/>
                <a:gd name="T4" fmla="*/ 27 w 31"/>
                <a:gd name="T5" fmla="*/ 43 h 43"/>
                <a:gd name="T6" fmla="*/ 31 w 31"/>
                <a:gd name="T7" fmla="*/ 40 h 43"/>
                <a:gd name="T8" fmla="*/ 3 w 31"/>
                <a:gd name="T9" fmla="*/ 0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43">
                  <a:moveTo>
                    <a:pt x="3" y="0"/>
                  </a:moveTo>
                  <a:lnTo>
                    <a:pt x="0" y="4"/>
                  </a:lnTo>
                  <a:lnTo>
                    <a:pt x="27" y="43"/>
                  </a:lnTo>
                  <a:lnTo>
                    <a:pt x="31" y="4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任意多边形: 形状 216" descr="7a490e28-87d2-4145-a0d5-21230cfd9bcf"/>
            <p:cNvSpPr/>
            <p:nvPr/>
          </p:nvSpPr>
          <p:spPr bwMode="auto">
            <a:xfrm>
              <a:off x="7398543" y="2733675"/>
              <a:ext cx="95250" cy="84138"/>
            </a:xfrm>
            <a:custGeom>
              <a:gdLst>
                <a:gd name="T0" fmla="*/ 16 w 60"/>
                <a:gd name="T1" fmla="*/ 53 h 53"/>
                <a:gd name="T2" fmla="*/ 60 w 60"/>
                <a:gd name="T3" fmla="*/ 20 h 53"/>
                <a:gd name="T4" fmla="*/ 45 w 60"/>
                <a:gd name="T5" fmla="*/ 0 h 53"/>
                <a:gd name="T6" fmla="*/ 0 w 60"/>
                <a:gd name="T7" fmla="*/ 32 h 53"/>
                <a:gd name="T8" fmla="*/ 21 w 60"/>
                <a:gd name="T9" fmla="*/ 34 h 53"/>
                <a:gd name="T10" fmla="*/ 16 w 60"/>
                <a:gd name="T11" fmla="*/ 53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52">
                  <a:moveTo>
                    <a:pt x="16" y="53"/>
                  </a:moveTo>
                  <a:lnTo>
                    <a:pt x="60" y="20"/>
                  </a:lnTo>
                  <a:lnTo>
                    <a:pt x="45" y="0"/>
                  </a:lnTo>
                  <a:lnTo>
                    <a:pt x="0" y="32"/>
                  </a:lnTo>
                  <a:lnTo>
                    <a:pt x="21" y="34"/>
                  </a:lnTo>
                  <a:lnTo>
                    <a:pt x="16" y="53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任意多边形: 形状 217" descr="40e65849-29f0-4707-b08a-fe1861f97ebd"/>
            <p:cNvSpPr/>
            <p:nvPr/>
          </p:nvSpPr>
          <p:spPr bwMode="auto">
            <a:xfrm>
              <a:off x="7466806" y="2708275"/>
              <a:ext cx="403225" cy="304800"/>
            </a:xfrm>
            <a:custGeom>
              <a:gdLst>
                <a:gd name="T0" fmla="*/ 254 w 254"/>
                <a:gd name="T1" fmla="*/ 23 h 192"/>
                <a:gd name="T2" fmla="*/ 17 w 254"/>
                <a:gd name="T3" fmla="*/ 192 h 192"/>
                <a:gd name="T4" fmla="*/ 0 w 254"/>
                <a:gd name="T5" fmla="*/ 180 h 192"/>
                <a:gd name="T6" fmla="*/ 252 w 254"/>
                <a:gd name="T7" fmla="*/ 0 h 192"/>
                <a:gd name="T8" fmla="*/ 254 w 254"/>
                <a:gd name="T9" fmla="*/ 23 h 19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92">
                  <a:moveTo>
                    <a:pt x="254" y="23"/>
                  </a:moveTo>
                  <a:lnTo>
                    <a:pt x="17" y="192"/>
                  </a:lnTo>
                  <a:lnTo>
                    <a:pt x="0" y="180"/>
                  </a:lnTo>
                  <a:lnTo>
                    <a:pt x="252" y="0"/>
                  </a:lnTo>
                  <a:lnTo>
                    <a:pt x="254" y="23"/>
                  </a:lnTo>
                  <a:close/>
                </a:path>
              </a:pathLst>
            </a:custGeom>
            <a:solidFill>
              <a:srgbClr val="A35C5C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任意多边形: 形状 218" descr="1b05b90a-c5fd-4287-a347-83d5f539684f"/>
            <p:cNvSpPr/>
            <p:nvPr/>
          </p:nvSpPr>
          <p:spPr bwMode="auto">
            <a:xfrm>
              <a:off x="7417593" y="2909888"/>
              <a:ext cx="490538" cy="136525"/>
            </a:xfrm>
            <a:custGeom>
              <a:gdLst>
                <a:gd name="T0" fmla="*/ 171 w 180"/>
                <a:gd name="T1" fmla="*/ 49 h 50"/>
                <a:gd name="T2" fmla="*/ 168 w 180"/>
                <a:gd name="T3" fmla="*/ 47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3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8"/>
                    <a:pt x="168" y="47"/>
                  </a:cubicBezTo>
                  <a:cubicBezTo>
                    <a:pt x="168" y="47"/>
                    <a:pt x="155" y="35"/>
                    <a:pt x="136" y="32"/>
                  </a:cubicBezTo>
                  <a:cubicBezTo>
                    <a:pt x="130" y="31"/>
                    <a:pt x="123" y="33"/>
                    <a:pt x="116" y="34"/>
                  </a:cubicBezTo>
                  <a:cubicBezTo>
                    <a:pt x="107" y="36"/>
                    <a:pt x="99" y="37"/>
                    <a:pt x="91" y="36"/>
                  </a:cubicBezTo>
                  <a:cubicBezTo>
                    <a:pt x="76" y="34"/>
                    <a:pt x="70" y="29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3"/>
                    <a:pt x="3" y="22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4" y="10"/>
                    <a:pt x="21" y="0"/>
                    <a:pt x="49" y="5"/>
                  </a:cubicBezTo>
                  <a:cubicBezTo>
                    <a:pt x="63" y="7"/>
                    <a:pt x="69" y="11"/>
                    <a:pt x="73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2"/>
                    <a:pt x="113" y="21"/>
                  </a:cubicBezTo>
                  <a:cubicBezTo>
                    <a:pt x="122" y="19"/>
                    <a:pt x="130" y="18"/>
                    <a:pt x="138" y="19"/>
                  </a:cubicBezTo>
                  <a:cubicBezTo>
                    <a:pt x="161" y="23"/>
                    <a:pt x="177" y="37"/>
                    <a:pt x="177" y="38"/>
                  </a:cubicBezTo>
                  <a:cubicBezTo>
                    <a:pt x="180" y="40"/>
                    <a:pt x="180" y="45"/>
                    <a:pt x="177" y="47"/>
                  </a:cubicBezTo>
                  <a:cubicBezTo>
                    <a:pt x="176" y="49"/>
                    <a:pt x="173" y="50"/>
                    <a:pt x="171" y="49"/>
                  </a:cubicBezTo>
                  <a:close/>
                </a:path>
              </a:pathLst>
            </a:custGeom>
            <a:solidFill>
              <a:srgbClr val="445F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任意多边形: 形状 219" descr="ea75d116-1980-4493-b8a7-96b4e53e1263"/>
            <p:cNvSpPr/>
            <p:nvPr/>
          </p:nvSpPr>
          <p:spPr bwMode="auto">
            <a:xfrm>
              <a:off x="7412831" y="2943225"/>
              <a:ext cx="488950" cy="134938"/>
            </a:xfrm>
            <a:custGeom>
              <a:gdLst>
                <a:gd name="T0" fmla="*/ 171 w 180"/>
                <a:gd name="T1" fmla="*/ 49 h 50"/>
                <a:gd name="T2" fmla="*/ 168 w 180"/>
                <a:gd name="T3" fmla="*/ 48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3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7"/>
                    <a:pt x="155" y="35"/>
                    <a:pt x="136" y="32"/>
                  </a:cubicBezTo>
                  <a:cubicBezTo>
                    <a:pt x="130" y="31"/>
                    <a:pt x="123" y="33"/>
                    <a:pt x="116" y="34"/>
                  </a:cubicBezTo>
                  <a:cubicBezTo>
                    <a:pt x="108" y="36"/>
                    <a:pt x="99" y="38"/>
                    <a:pt x="91" y="36"/>
                  </a:cubicBezTo>
                  <a:cubicBezTo>
                    <a:pt x="76" y="34"/>
                    <a:pt x="70" y="29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4"/>
                    <a:pt x="3" y="22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4" y="10"/>
                    <a:pt x="21" y="0"/>
                    <a:pt x="49" y="5"/>
                  </a:cubicBezTo>
                  <a:cubicBezTo>
                    <a:pt x="63" y="7"/>
                    <a:pt x="69" y="11"/>
                    <a:pt x="73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2"/>
                    <a:pt x="113" y="21"/>
                  </a:cubicBezTo>
                  <a:cubicBezTo>
                    <a:pt x="122" y="19"/>
                    <a:pt x="130" y="18"/>
                    <a:pt x="138" y="19"/>
                  </a:cubicBezTo>
                  <a:cubicBezTo>
                    <a:pt x="161" y="23"/>
                    <a:pt x="177" y="37"/>
                    <a:pt x="177" y="38"/>
                  </a:cubicBezTo>
                  <a:cubicBezTo>
                    <a:pt x="180" y="40"/>
                    <a:pt x="180" y="45"/>
                    <a:pt x="177" y="47"/>
                  </a:cubicBezTo>
                  <a:cubicBezTo>
                    <a:pt x="176" y="49"/>
                    <a:pt x="174" y="50"/>
                    <a:pt x="171" y="49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任意多边形: 形状 220" descr="b98c621a-c377-45c0-99c7-68b606abc6e1"/>
            <p:cNvSpPr/>
            <p:nvPr/>
          </p:nvSpPr>
          <p:spPr bwMode="auto">
            <a:xfrm>
              <a:off x="7408068" y="2974975"/>
              <a:ext cx="488950" cy="136525"/>
            </a:xfrm>
            <a:custGeom>
              <a:gdLst>
                <a:gd name="T0" fmla="*/ 171 w 180"/>
                <a:gd name="T1" fmla="*/ 49 h 50"/>
                <a:gd name="T2" fmla="*/ 168 w 180"/>
                <a:gd name="T3" fmla="*/ 48 h 50"/>
                <a:gd name="T4" fmla="*/ 136 w 180"/>
                <a:gd name="T5" fmla="*/ 32 h 50"/>
                <a:gd name="T6" fmla="*/ 116 w 180"/>
                <a:gd name="T7" fmla="*/ 34 h 50"/>
                <a:gd name="T8" fmla="*/ 91 w 180"/>
                <a:gd name="T9" fmla="*/ 36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19 h 50"/>
                <a:gd name="T18" fmla="*/ 4 w 180"/>
                <a:gd name="T19" fmla="*/ 10 h 50"/>
                <a:gd name="T20" fmla="*/ 49 w 180"/>
                <a:gd name="T21" fmla="*/ 5 h 50"/>
                <a:gd name="T22" fmla="*/ 74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7 h 50"/>
                <a:gd name="T34" fmla="*/ 171 w 180"/>
                <a:gd name="T35" fmla="*/ 49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49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8"/>
                    <a:pt x="155" y="36"/>
                    <a:pt x="136" y="32"/>
                  </a:cubicBezTo>
                  <a:cubicBezTo>
                    <a:pt x="130" y="32"/>
                    <a:pt x="123" y="33"/>
                    <a:pt x="116" y="34"/>
                  </a:cubicBezTo>
                  <a:cubicBezTo>
                    <a:pt x="108" y="36"/>
                    <a:pt x="99" y="38"/>
                    <a:pt x="91" y="36"/>
                  </a:cubicBezTo>
                  <a:cubicBezTo>
                    <a:pt x="76" y="34"/>
                    <a:pt x="70" y="30"/>
                    <a:pt x="65" y="26"/>
                  </a:cubicBezTo>
                  <a:cubicBezTo>
                    <a:pt x="61" y="22"/>
                    <a:pt x="58" y="20"/>
                    <a:pt x="47" y="18"/>
                  </a:cubicBezTo>
                  <a:cubicBezTo>
                    <a:pt x="24" y="14"/>
                    <a:pt x="11" y="22"/>
                    <a:pt x="11" y="22"/>
                  </a:cubicBezTo>
                  <a:cubicBezTo>
                    <a:pt x="8" y="24"/>
                    <a:pt x="4" y="23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ubicBezTo>
                    <a:pt x="5" y="10"/>
                    <a:pt x="21" y="0"/>
                    <a:pt x="49" y="5"/>
                  </a:cubicBezTo>
                  <a:cubicBezTo>
                    <a:pt x="63" y="7"/>
                    <a:pt x="69" y="11"/>
                    <a:pt x="74" y="15"/>
                  </a:cubicBezTo>
                  <a:cubicBezTo>
                    <a:pt x="78" y="18"/>
                    <a:pt x="81" y="21"/>
                    <a:pt x="93" y="23"/>
                  </a:cubicBezTo>
                  <a:cubicBezTo>
                    <a:pt x="99" y="24"/>
                    <a:pt x="106" y="23"/>
                    <a:pt x="113" y="21"/>
                  </a:cubicBezTo>
                  <a:cubicBezTo>
                    <a:pt x="122" y="20"/>
                    <a:pt x="130" y="18"/>
                    <a:pt x="138" y="19"/>
                  </a:cubicBezTo>
                  <a:cubicBezTo>
                    <a:pt x="162" y="23"/>
                    <a:pt x="177" y="37"/>
                    <a:pt x="177" y="38"/>
                  </a:cubicBezTo>
                  <a:cubicBezTo>
                    <a:pt x="180" y="41"/>
                    <a:pt x="180" y="45"/>
                    <a:pt x="177" y="47"/>
                  </a:cubicBezTo>
                  <a:cubicBezTo>
                    <a:pt x="176" y="49"/>
                    <a:pt x="174" y="50"/>
                    <a:pt x="171" y="49"/>
                  </a:cubicBezTo>
                  <a:close/>
                </a:path>
              </a:pathLst>
            </a:custGeom>
            <a:solidFill>
              <a:srgbClr val="445F8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任意多边形: 形状 221" descr="896f88e4-d67d-4cb8-a135-d490e19235db"/>
            <p:cNvSpPr/>
            <p:nvPr/>
          </p:nvSpPr>
          <p:spPr bwMode="auto">
            <a:xfrm>
              <a:off x="7401718" y="3008313"/>
              <a:ext cx="490538" cy="136525"/>
            </a:xfrm>
            <a:custGeom>
              <a:gdLst>
                <a:gd name="T0" fmla="*/ 171 w 180"/>
                <a:gd name="T1" fmla="*/ 50 h 50"/>
                <a:gd name="T2" fmla="*/ 168 w 180"/>
                <a:gd name="T3" fmla="*/ 48 h 50"/>
                <a:gd name="T4" fmla="*/ 136 w 180"/>
                <a:gd name="T5" fmla="*/ 33 h 50"/>
                <a:gd name="T6" fmla="*/ 116 w 180"/>
                <a:gd name="T7" fmla="*/ 35 h 50"/>
                <a:gd name="T8" fmla="*/ 91 w 180"/>
                <a:gd name="T9" fmla="*/ 37 h 50"/>
                <a:gd name="T10" fmla="*/ 65 w 180"/>
                <a:gd name="T11" fmla="*/ 26 h 50"/>
                <a:gd name="T12" fmla="*/ 47 w 180"/>
                <a:gd name="T13" fmla="*/ 18 h 50"/>
                <a:gd name="T14" fmla="*/ 11 w 180"/>
                <a:gd name="T15" fmla="*/ 22 h 50"/>
                <a:gd name="T16" fmla="*/ 2 w 180"/>
                <a:gd name="T17" fmla="*/ 20 h 50"/>
                <a:gd name="T18" fmla="*/ 4 w 180"/>
                <a:gd name="T19" fmla="*/ 11 h 50"/>
                <a:gd name="T20" fmla="*/ 49 w 180"/>
                <a:gd name="T21" fmla="*/ 5 h 50"/>
                <a:gd name="T22" fmla="*/ 74 w 180"/>
                <a:gd name="T23" fmla="*/ 15 h 50"/>
                <a:gd name="T24" fmla="*/ 93 w 180"/>
                <a:gd name="T25" fmla="*/ 23 h 50"/>
                <a:gd name="T26" fmla="*/ 113 w 180"/>
                <a:gd name="T27" fmla="*/ 21 h 50"/>
                <a:gd name="T28" fmla="*/ 138 w 180"/>
                <a:gd name="T29" fmla="*/ 19 h 50"/>
                <a:gd name="T30" fmla="*/ 177 w 180"/>
                <a:gd name="T31" fmla="*/ 38 h 50"/>
                <a:gd name="T32" fmla="*/ 177 w 180"/>
                <a:gd name="T33" fmla="*/ 48 h 50"/>
                <a:gd name="T34" fmla="*/ 171 w 180"/>
                <a:gd name="T35" fmla="*/ 50 h 5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50">
                  <a:moveTo>
                    <a:pt x="171" y="50"/>
                  </a:moveTo>
                  <a:cubicBezTo>
                    <a:pt x="170" y="49"/>
                    <a:pt x="169" y="49"/>
                    <a:pt x="168" y="48"/>
                  </a:cubicBezTo>
                  <a:cubicBezTo>
                    <a:pt x="168" y="48"/>
                    <a:pt x="155" y="36"/>
                    <a:pt x="136" y="33"/>
                  </a:cubicBezTo>
                  <a:cubicBezTo>
                    <a:pt x="130" y="32"/>
                    <a:pt x="123" y="33"/>
                    <a:pt x="116" y="35"/>
                  </a:cubicBezTo>
                  <a:cubicBezTo>
                    <a:pt x="108" y="36"/>
                    <a:pt x="99" y="38"/>
                    <a:pt x="91" y="37"/>
                  </a:cubicBezTo>
                  <a:cubicBezTo>
                    <a:pt x="76" y="34"/>
                    <a:pt x="70" y="30"/>
                    <a:pt x="65" y="26"/>
                  </a:cubicBezTo>
                  <a:cubicBezTo>
                    <a:pt x="61" y="23"/>
                    <a:pt x="58" y="20"/>
                    <a:pt x="47" y="18"/>
                  </a:cubicBezTo>
                  <a:cubicBezTo>
                    <a:pt x="24" y="15"/>
                    <a:pt x="11" y="22"/>
                    <a:pt x="11" y="22"/>
                  </a:cubicBezTo>
                  <a:cubicBezTo>
                    <a:pt x="8" y="24"/>
                    <a:pt x="4" y="23"/>
                    <a:pt x="2" y="20"/>
                  </a:cubicBezTo>
                  <a:cubicBezTo>
                    <a:pt x="0" y="17"/>
                    <a:pt x="1" y="12"/>
                    <a:pt x="4" y="11"/>
                  </a:cubicBezTo>
                  <a:cubicBezTo>
                    <a:pt x="5" y="10"/>
                    <a:pt x="21" y="0"/>
                    <a:pt x="49" y="5"/>
                  </a:cubicBezTo>
                  <a:cubicBezTo>
                    <a:pt x="63" y="7"/>
                    <a:pt x="69" y="12"/>
                    <a:pt x="74" y="15"/>
                  </a:cubicBezTo>
                  <a:cubicBezTo>
                    <a:pt x="78" y="19"/>
                    <a:pt x="81" y="21"/>
                    <a:pt x="93" y="23"/>
                  </a:cubicBezTo>
                  <a:cubicBezTo>
                    <a:pt x="99" y="24"/>
                    <a:pt x="106" y="23"/>
                    <a:pt x="113" y="21"/>
                  </a:cubicBezTo>
                  <a:cubicBezTo>
                    <a:pt x="122" y="20"/>
                    <a:pt x="130" y="18"/>
                    <a:pt x="138" y="19"/>
                  </a:cubicBezTo>
                  <a:cubicBezTo>
                    <a:pt x="162" y="23"/>
                    <a:pt x="177" y="38"/>
                    <a:pt x="177" y="38"/>
                  </a:cubicBezTo>
                  <a:cubicBezTo>
                    <a:pt x="180" y="41"/>
                    <a:pt x="180" y="45"/>
                    <a:pt x="177" y="48"/>
                  </a:cubicBezTo>
                  <a:cubicBezTo>
                    <a:pt x="176" y="49"/>
                    <a:pt x="174" y="50"/>
                    <a:pt x="171" y="50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任意多边形: 形状 222" descr="7fccf8dc-8cb6-47c1-a16d-6c18842f0e60"/>
            <p:cNvSpPr/>
            <p:nvPr/>
          </p:nvSpPr>
          <p:spPr bwMode="auto">
            <a:xfrm>
              <a:off x="7844631" y="2878138"/>
              <a:ext cx="63500" cy="122238"/>
            </a:xfrm>
            <a:custGeom>
              <a:gdLst>
                <a:gd name="T0" fmla="*/ 7 w 23"/>
                <a:gd name="T1" fmla="*/ 22 h 45"/>
                <a:gd name="T2" fmla="*/ 0 w 23"/>
                <a:gd name="T3" fmla="*/ 33 h 45"/>
                <a:gd name="T4" fmla="*/ 8 w 23"/>
                <a:gd name="T5" fmla="*/ 45 h 45"/>
                <a:gd name="T6" fmla="*/ 21 w 23"/>
                <a:gd name="T7" fmla="*/ 24 h 45"/>
                <a:gd name="T8" fmla="*/ 16 w 23"/>
                <a:gd name="T9" fmla="*/ 0 h 45"/>
                <a:gd name="T10" fmla="*/ 4 w 23"/>
                <a:gd name="T11" fmla="*/ 8 h 45"/>
                <a:gd name="T12" fmla="*/ 7 w 23"/>
                <a:gd name="T13" fmla="*/ 22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45">
                  <a:moveTo>
                    <a:pt x="7" y="22"/>
                  </a:moveTo>
                  <a:cubicBezTo>
                    <a:pt x="6" y="27"/>
                    <a:pt x="3" y="31"/>
                    <a:pt x="0" y="3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5" y="40"/>
                    <a:pt x="20" y="33"/>
                    <a:pt x="21" y="24"/>
                  </a:cubicBezTo>
                  <a:cubicBezTo>
                    <a:pt x="23" y="15"/>
                    <a:pt x="20" y="6"/>
                    <a:pt x="16" y="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6" y="12"/>
                    <a:pt x="8" y="17"/>
                    <a:pt x="7" y="22"/>
                  </a:cubicBezTo>
                  <a:close/>
                </a:path>
              </a:pathLst>
            </a:custGeom>
            <a:solidFill>
              <a:srgbClr val="FF90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任意多边形: 形状 223" descr="fa32c1bf-36d2-48fc-9056-bb05850a26bd"/>
            <p:cNvSpPr/>
            <p:nvPr/>
          </p:nvSpPr>
          <p:spPr bwMode="auto">
            <a:xfrm>
              <a:off x="7722393" y="2859088"/>
              <a:ext cx="60325" cy="119063"/>
            </a:xfrm>
            <a:custGeom>
              <a:gdLst>
                <a:gd name="T0" fmla="*/ 16 w 22"/>
                <a:gd name="T1" fmla="*/ 23 h 44"/>
                <a:gd name="T2" fmla="*/ 22 w 22"/>
                <a:gd name="T3" fmla="*/ 12 h 44"/>
                <a:gd name="T4" fmla="*/ 13 w 22"/>
                <a:gd name="T5" fmla="*/ 0 h 44"/>
                <a:gd name="T6" fmla="*/ 1 w 22"/>
                <a:gd name="T7" fmla="*/ 20 h 44"/>
                <a:gd name="T8" fmla="*/ 6 w 22"/>
                <a:gd name="T9" fmla="*/ 44 h 44"/>
                <a:gd name="T10" fmla="*/ 18 w 22"/>
                <a:gd name="T11" fmla="*/ 35 h 44"/>
                <a:gd name="T12" fmla="*/ 16 w 22"/>
                <a:gd name="T13" fmla="*/ 23 h 4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44">
                  <a:moveTo>
                    <a:pt x="16" y="23"/>
                  </a:moveTo>
                  <a:cubicBezTo>
                    <a:pt x="16" y="18"/>
                    <a:pt x="19" y="14"/>
                    <a:pt x="22" y="1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5"/>
                    <a:pt x="3" y="12"/>
                    <a:pt x="1" y="20"/>
                  </a:cubicBezTo>
                  <a:cubicBezTo>
                    <a:pt x="0" y="29"/>
                    <a:pt x="2" y="37"/>
                    <a:pt x="6" y="44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6" y="31"/>
                    <a:pt x="15" y="27"/>
                    <a:pt x="16" y="23"/>
                  </a:cubicBezTo>
                  <a:close/>
                </a:path>
              </a:pathLst>
            </a:custGeom>
            <a:solidFill>
              <a:srgbClr val="FF90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任意多边形: 形状 224" descr="78948194-d031-4a0d-8dc5-25e56f82f52b"/>
            <p:cNvSpPr/>
            <p:nvPr/>
          </p:nvSpPr>
          <p:spPr bwMode="auto">
            <a:xfrm>
              <a:off x="7758906" y="2836863"/>
              <a:ext cx="130175" cy="61913"/>
            </a:xfrm>
            <a:custGeom>
              <a:gdLst>
                <a:gd name="T0" fmla="*/ 47 w 48"/>
                <a:gd name="T1" fmla="*/ 13 h 23"/>
                <a:gd name="T2" fmla="*/ 26 w 48"/>
                <a:gd name="T3" fmla="*/ 1 h 23"/>
                <a:gd name="T4" fmla="*/ 2 w 48"/>
                <a:gd name="T5" fmla="*/ 7 h 23"/>
                <a:gd name="T6" fmla="*/ 0 w 48"/>
                <a:gd name="T7" fmla="*/ 8 h 23"/>
                <a:gd name="T8" fmla="*/ 9 w 48"/>
                <a:gd name="T9" fmla="*/ 20 h 23"/>
                <a:gd name="T10" fmla="*/ 10 w 48"/>
                <a:gd name="T11" fmla="*/ 19 h 23"/>
                <a:gd name="T12" fmla="*/ 24 w 48"/>
                <a:gd name="T13" fmla="*/ 15 h 23"/>
                <a:gd name="T14" fmla="*/ 35 w 48"/>
                <a:gd name="T15" fmla="*/ 22 h 23"/>
                <a:gd name="T16" fmla="*/ 36 w 48"/>
                <a:gd name="T17" fmla="*/ 23 h 23"/>
                <a:gd name="T18" fmla="*/ 48 w 48"/>
                <a:gd name="T19" fmla="*/ 15 h 23"/>
                <a:gd name="T20" fmla="*/ 47 w 48"/>
                <a:gd name="T21" fmla="*/ 1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23">
                  <a:moveTo>
                    <a:pt x="47" y="13"/>
                  </a:moveTo>
                  <a:cubicBezTo>
                    <a:pt x="42" y="7"/>
                    <a:pt x="34" y="2"/>
                    <a:pt x="26" y="1"/>
                  </a:cubicBezTo>
                  <a:cubicBezTo>
                    <a:pt x="17" y="0"/>
                    <a:pt x="8" y="2"/>
                    <a:pt x="2" y="7"/>
                  </a:cubicBezTo>
                  <a:cubicBezTo>
                    <a:pt x="1" y="7"/>
                    <a:pt x="1" y="8"/>
                    <a:pt x="0" y="8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10" y="19"/>
                    <a:pt x="10" y="19"/>
                  </a:cubicBezTo>
                  <a:cubicBezTo>
                    <a:pt x="14" y="16"/>
                    <a:pt x="19" y="15"/>
                    <a:pt x="24" y="15"/>
                  </a:cubicBezTo>
                  <a:cubicBezTo>
                    <a:pt x="28" y="16"/>
                    <a:pt x="32" y="19"/>
                    <a:pt x="35" y="22"/>
                  </a:cubicBezTo>
                  <a:cubicBezTo>
                    <a:pt x="35" y="22"/>
                    <a:pt x="35" y="23"/>
                    <a:pt x="36" y="23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7" y="14"/>
                    <a:pt x="47" y="14"/>
                    <a:pt x="47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任意多边形: 形状 225" descr="24e10595-1e26-444e-b22a-e9d6a8a78bdb"/>
            <p:cNvSpPr/>
            <p:nvPr/>
          </p:nvSpPr>
          <p:spPr bwMode="auto">
            <a:xfrm>
              <a:off x="7739856" y="2954338"/>
              <a:ext cx="127000" cy="65088"/>
            </a:xfrm>
            <a:custGeom>
              <a:gdLst>
                <a:gd name="T0" fmla="*/ 39 w 47"/>
                <a:gd name="T1" fmla="*/ 5 h 24"/>
                <a:gd name="T2" fmla="*/ 37 w 47"/>
                <a:gd name="T3" fmla="*/ 6 h 24"/>
                <a:gd name="T4" fmla="*/ 25 w 47"/>
                <a:gd name="T5" fmla="*/ 9 h 24"/>
                <a:gd name="T6" fmla="*/ 13 w 47"/>
                <a:gd name="T7" fmla="*/ 2 h 24"/>
                <a:gd name="T8" fmla="*/ 12 w 47"/>
                <a:gd name="T9" fmla="*/ 0 h 24"/>
                <a:gd name="T10" fmla="*/ 0 w 47"/>
                <a:gd name="T11" fmla="*/ 9 h 24"/>
                <a:gd name="T12" fmla="*/ 1 w 47"/>
                <a:gd name="T13" fmla="*/ 10 h 24"/>
                <a:gd name="T14" fmla="*/ 22 w 47"/>
                <a:gd name="T15" fmla="*/ 23 h 24"/>
                <a:gd name="T16" fmla="*/ 46 w 47"/>
                <a:gd name="T17" fmla="*/ 18 h 24"/>
                <a:gd name="T18" fmla="*/ 47 w 47"/>
                <a:gd name="T19" fmla="*/ 17 h 24"/>
                <a:gd name="T20" fmla="*/ 39 w 47"/>
                <a:gd name="T21" fmla="*/ 5 h 2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24">
                  <a:moveTo>
                    <a:pt x="39" y="5"/>
                  </a:moveTo>
                  <a:cubicBezTo>
                    <a:pt x="38" y="6"/>
                    <a:pt x="38" y="6"/>
                    <a:pt x="37" y="6"/>
                  </a:cubicBezTo>
                  <a:cubicBezTo>
                    <a:pt x="34" y="8"/>
                    <a:pt x="29" y="9"/>
                    <a:pt x="25" y="9"/>
                  </a:cubicBezTo>
                  <a:cubicBezTo>
                    <a:pt x="20" y="8"/>
                    <a:pt x="16" y="5"/>
                    <a:pt x="13" y="2"/>
                  </a:cubicBezTo>
                  <a:cubicBezTo>
                    <a:pt x="13" y="1"/>
                    <a:pt x="12" y="1"/>
                    <a:pt x="12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6" y="17"/>
                    <a:pt x="14" y="22"/>
                    <a:pt x="22" y="23"/>
                  </a:cubicBezTo>
                  <a:cubicBezTo>
                    <a:pt x="31" y="24"/>
                    <a:pt x="39" y="22"/>
                    <a:pt x="46" y="18"/>
                  </a:cubicBezTo>
                  <a:cubicBezTo>
                    <a:pt x="46" y="18"/>
                    <a:pt x="47" y="18"/>
                    <a:pt x="47" y="17"/>
                  </a:cubicBezTo>
                  <a:lnTo>
                    <a:pt x="39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任意多边形: 形状 226" descr="fca39a99-b449-4213-a5bd-9e4af51d0938"/>
            <p:cNvSpPr/>
            <p:nvPr/>
          </p:nvSpPr>
          <p:spPr bwMode="auto">
            <a:xfrm>
              <a:off x="6515893" y="1727200"/>
              <a:ext cx="495300" cy="450850"/>
            </a:xfrm>
            <a:custGeom>
              <a:gdLst>
                <a:gd name="T0" fmla="*/ 164 w 182"/>
                <a:gd name="T1" fmla="*/ 19 h 166"/>
                <a:gd name="T2" fmla="*/ 91 w 182"/>
                <a:gd name="T3" fmla="*/ 0 h 166"/>
                <a:gd name="T4" fmla="*/ 18 w 182"/>
                <a:gd name="T5" fmla="*/ 19 h 166"/>
                <a:gd name="T6" fmla="*/ 91 w 182"/>
                <a:gd name="T7" fmla="*/ 166 h 166"/>
                <a:gd name="T8" fmla="*/ 164 w 182"/>
                <a:gd name="T9" fmla="*/ 19 h 1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166">
                  <a:moveTo>
                    <a:pt x="164" y="19"/>
                  </a:moveTo>
                  <a:cubicBezTo>
                    <a:pt x="164" y="19"/>
                    <a:pt x="127" y="30"/>
                    <a:pt x="91" y="0"/>
                  </a:cubicBezTo>
                  <a:cubicBezTo>
                    <a:pt x="55" y="30"/>
                    <a:pt x="18" y="19"/>
                    <a:pt x="18" y="19"/>
                  </a:cubicBezTo>
                  <a:cubicBezTo>
                    <a:pt x="18" y="19"/>
                    <a:pt x="0" y="122"/>
                    <a:pt x="91" y="166"/>
                  </a:cubicBezTo>
                  <a:cubicBezTo>
                    <a:pt x="182" y="122"/>
                    <a:pt x="164" y="19"/>
                    <a:pt x="164" y="19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任意多边形: 形状 227" descr="b979d67b-6e94-44d8-96e4-f526f594eb31"/>
            <p:cNvSpPr/>
            <p:nvPr/>
          </p:nvSpPr>
          <p:spPr bwMode="auto">
            <a:xfrm>
              <a:off x="6547643" y="1765300"/>
              <a:ext cx="430213" cy="385763"/>
            </a:xfrm>
            <a:custGeom>
              <a:gdLst>
                <a:gd name="T0" fmla="*/ 142 w 158"/>
                <a:gd name="T1" fmla="*/ 17 h 142"/>
                <a:gd name="T2" fmla="*/ 79 w 158"/>
                <a:gd name="T3" fmla="*/ 0 h 142"/>
                <a:gd name="T4" fmla="*/ 16 w 158"/>
                <a:gd name="T5" fmla="*/ 17 h 142"/>
                <a:gd name="T6" fmla="*/ 79 w 158"/>
                <a:gd name="T7" fmla="*/ 142 h 142"/>
                <a:gd name="T8" fmla="*/ 142 w 158"/>
                <a:gd name="T9" fmla="*/ 17 h 1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42">
                  <a:moveTo>
                    <a:pt x="142" y="17"/>
                  </a:moveTo>
                  <a:cubicBezTo>
                    <a:pt x="142" y="17"/>
                    <a:pt x="110" y="26"/>
                    <a:pt x="79" y="0"/>
                  </a:cubicBezTo>
                  <a:cubicBezTo>
                    <a:pt x="48" y="26"/>
                    <a:pt x="16" y="17"/>
                    <a:pt x="16" y="17"/>
                  </a:cubicBezTo>
                  <a:cubicBezTo>
                    <a:pt x="16" y="17"/>
                    <a:pt x="0" y="104"/>
                    <a:pt x="79" y="142"/>
                  </a:cubicBezTo>
                  <a:cubicBezTo>
                    <a:pt x="158" y="104"/>
                    <a:pt x="142" y="17"/>
                    <a:pt x="142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任意多边形: 形状 228" descr="a07bd905-236d-4b30-9738-09fdf87d801a"/>
            <p:cNvSpPr/>
            <p:nvPr/>
          </p:nvSpPr>
          <p:spPr bwMode="auto">
            <a:xfrm>
              <a:off x="6569868" y="1784350"/>
              <a:ext cx="384175" cy="350838"/>
            </a:xfrm>
            <a:custGeom>
              <a:gdLst>
                <a:gd name="T0" fmla="*/ 129 w 141"/>
                <a:gd name="T1" fmla="*/ 16 h 129"/>
                <a:gd name="T2" fmla="*/ 71 w 141"/>
                <a:gd name="T3" fmla="*/ 0 h 129"/>
                <a:gd name="T4" fmla="*/ 13 w 141"/>
                <a:gd name="T5" fmla="*/ 16 h 129"/>
                <a:gd name="T6" fmla="*/ 71 w 141"/>
                <a:gd name="T7" fmla="*/ 129 h 129"/>
                <a:gd name="T8" fmla="*/ 129 w 141"/>
                <a:gd name="T9" fmla="*/ 16 h 1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129">
                  <a:moveTo>
                    <a:pt x="129" y="16"/>
                  </a:moveTo>
                  <a:cubicBezTo>
                    <a:pt x="129" y="16"/>
                    <a:pt x="99" y="24"/>
                    <a:pt x="71" y="0"/>
                  </a:cubicBezTo>
                  <a:cubicBezTo>
                    <a:pt x="43" y="24"/>
                    <a:pt x="13" y="16"/>
                    <a:pt x="13" y="16"/>
                  </a:cubicBezTo>
                  <a:cubicBezTo>
                    <a:pt x="13" y="16"/>
                    <a:pt x="0" y="95"/>
                    <a:pt x="71" y="129"/>
                  </a:cubicBezTo>
                  <a:cubicBezTo>
                    <a:pt x="141" y="95"/>
                    <a:pt x="129" y="16"/>
                    <a:pt x="129" y="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任意多边形: 形状 229" descr="f10a0854-e95c-4222-a916-f825622d519e"/>
            <p:cNvSpPr/>
            <p:nvPr/>
          </p:nvSpPr>
          <p:spPr bwMode="auto">
            <a:xfrm>
              <a:off x="6673056" y="1857375"/>
              <a:ext cx="179388" cy="179388"/>
            </a:xfrm>
            <a:custGeom>
              <a:gdLst>
                <a:gd name="T0" fmla="*/ 70 w 113"/>
                <a:gd name="T1" fmla="*/ 43 h 113"/>
                <a:gd name="T2" fmla="*/ 70 w 113"/>
                <a:gd name="T3" fmla="*/ 0 h 113"/>
                <a:gd name="T4" fmla="*/ 43 w 113"/>
                <a:gd name="T5" fmla="*/ 0 h 113"/>
                <a:gd name="T6" fmla="*/ 43 w 113"/>
                <a:gd name="T7" fmla="*/ 43 h 113"/>
                <a:gd name="T8" fmla="*/ 0 w 113"/>
                <a:gd name="T9" fmla="*/ 43 h 113"/>
                <a:gd name="T10" fmla="*/ 0 w 113"/>
                <a:gd name="T11" fmla="*/ 69 h 113"/>
                <a:gd name="T12" fmla="*/ 43 w 113"/>
                <a:gd name="T13" fmla="*/ 69 h 113"/>
                <a:gd name="T14" fmla="*/ 43 w 113"/>
                <a:gd name="T15" fmla="*/ 113 h 113"/>
                <a:gd name="T16" fmla="*/ 70 w 113"/>
                <a:gd name="T17" fmla="*/ 113 h 113"/>
                <a:gd name="T18" fmla="*/ 70 w 113"/>
                <a:gd name="T19" fmla="*/ 69 h 113"/>
                <a:gd name="T20" fmla="*/ 113 w 113"/>
                <a:gd name="T21" fmla="*/ 69 h 113"/>
                <a:gd name="T22" fmla="*/ 113 w 113"/>
                <a:gd name="T23" fmla="*/ 43 h 113"/>
                <a:gd name="T24" fmla="*/ 70 w 113"/>
                <a:gd name="T25" fmla="*/ 43 h 11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3" h="113">
                  <a:moveTo>
                    <a:pt x="70" y="43"/>
                  </a:moveTo>
                  <a:lnTo>
                    <a:pt x="7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lnTo>
                    <a:pt x="0" y="69"/>
                  </a:lnTo>
                  <a:lnTo>
                    <a:pt x="43" y="69"/>
                  </a:lnTo>
                  <a:lnTo>
                    <a:pt x="43" y="113"/>
                  </a:lnTo>
                  <a:lnTo>
                    <a:pt x="70" y="113"/>
                  </a:lnTo>
                  <a:lnTo>
                    <a:pt x="70" y="69"/>
                  </a:lnTo>
                  <a:lnTo>
                    <a:pt x="113" y="69"/>
                  </a:lnTo>
                  <a:lnTo>
                    <a:pt x="113" y="43"/>
                  </a:lnTo>
                  <a:lnTo>
                    <a:pt x="70" y="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任意多边形: 形状 230" descr="7963948f-67d1-4c8e-af76-f256d6fe3289"/>
            <p:cNvSpPr/>
            <p:nvPr/>
          </p:nvSpPr>
          <p:spPr bwMode="auto">
            <a:xfrm>
              <a:off x="5795168" y="1357312"/>
              <a:ext cx="725488" cy="500063"/>
            </a:xfrm>
            <a:custGeom>
              <a:gdLst>
                <a:gd name="T0" fmla="*/ 134 w 267"/>
                <a:gd name="T1" fmla="*/ 64 h 184"/>
                <a:gd name="T2" fmla="*/ 220 w 267"/>
                <a:gd name="T3" fmla="*/ 51 h 184"/>
                <a:gd name="T4" fmla="*/ 134 w 267"/>
                <a:gd name="T5" fmla="*/ 184 h 184"/>
                <a:gd name="T6" fmla="*/ 47 w 267"/>
                <a:gd name="T7" fmla="*/ 51 h 184"/>
                <a:gd name="T8" fmla="*/ 134 w 267"/>
                <a:gd name="T9" fmla="*/ 64 h 18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184">
                  <a:moveTo>
                    <a:pt x="134" y="64"/>
                  </a:moveTo>
                  <a:cubicBezTo>
                    <a:pt x="134" y="64"/>
                    <a:pt x="183" y="0"/>
                    <a:pt x="220" y="51"/>
                  </a:cubicBezTo>
                  <a:cubicBezTo>
                    <a:pt x="267" y="117"/>
                    <a:pt x="134" y="184"/>
                    <a:pt x="134" y="184"/>
                  </a:cubicBezTo>
                  <a:cubicBezTo>
                    <a:pt x="134" y="184"/>
                    <a:pt x="0" y="117"/>
                    <a:pt x="47" y="51"/>
                  </a:cubicBezTo>
                  <a:cubicBezTo>
                    <a:pt x="84" y="0"/>
                    <a:pt x="134" y="64"/>
                    <a:pt x="134" y="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任意多边形: 形状 231" descr="a37827dc-2716-4adb-84e6-20416de55280"/>
            <p:cNvSpPr/>
            <p:nvPr/>
          </p:nvSpPr>
          <p:spPr bwMode="auto">
            <a:xfrm>
              <a:off x="5998368" y="1608138"/>
              <a:ext cx="311150" cy="138113"/>
            </a:xfrm>
            <a:custGeom>
              <a:gdLst>
                <a:gd name="T0" fmla="*/ 71 w 114"/>
                <a:gd name="T1" fmla="*/ 51 h 51"/>
                <a:gd name="T2" fmla="*/ 68 w 114"/>
                <a:gd name="T3" fmla="*/ 49 h 51"/>
                <a:gd name="T4" fmla="*/ 47 w 114"/>
                <a:gd name="T5" fmla="*/ 12 h 51"/>
                <a:gd name="T6" fmla="*/ 38 w 114"/>
                <a:gd name="T7" fmla="*/ 28 h 51"/>
                <a:gd name="T8" fmla="*/ 34 w 114"/>
                <a:gd name="T9" fmla="*/ 30 h 51"/>
                <a:gd name="T10" fmla="*/ 4 w 114"/>
                <a:gd name="T11" fmla="*/ 30 h 51"/>
                <a:gd name="T12" fmla="*/ 0 w 114"/>
                <a:gd name="T13" fmla="*/ 26 h 51"/>
                <a:gd name="T14" fmla="*/ 4 w 114"/>
                <a:gd name="T15" fmla="*/ 22 h 51"/>
                <a:gd name="T16" fmla="*/ 32 w 114"/>
                <a:gd name="T17" fmla="*/ 22 h 51"/>
                <a:gd name="T18" fmla="*/ 43 w 114"/>
                <a:gd name="T19" fmla="*/ 2 h 51"/>
                <a:gd name="T20" fmla="*/ 47 w 114"/>
                <a:gd name="T21" fmla="*/ 0 h 51"/>
                <a:gd name="T22" fmla="*/ 50 w 114"/>
                <a:gd name="T23" fmla="*/ 2 h 51"/>
                <a:gd name="T24" fmla="*/ 71 w 114"/>
                <a:gd name="T25" fmla="*/ 38 h 51"/>
                <a:gd name="T26" fmla="*/ 77 w 114"/>
                <a:gd name="T27" fmla="*/ 24 h 51"/>
                <a:gd name="T28" fmla="*/ 80 w 114"/>
                <a:gd name="T29" fmla="*/ 21 h 51"/>
                <a:gd name="T30" fmla="*/ 110 w 114"/>
                <a:gd name="T31" fmla="*/ 21 h 51"/>
                <a:gd name="T32" fmla="*/ 114 w 114"/>
                <a:gd name="T33" fmla="*/ 25 h 51"/>
                <a:gd name="T34" fmla="*/ 110 w 114"/>
                <a:gd name="T35" fmla="*/ 29 h 51"/>
                <a:gd name="T36" fmla="*/ 83 w 114"/>
                <a:gd name="T37" fmla="*/ 29 h 51"/>
                <a:gd name="T38" fmla="*/ 75 w 114"/>
                <a:gd name="T39" fmla="*/ 49 h 51"/>
                <a:gd name="T40" fmla="*/ 72 w 114"/>
                <a:gd name="T41" fmla="*/ 51 h 51"/>
                <a:gd name="T42" fmla="*/ 71 w 114"/>
                <a:gd name="T43" fmla="*/ 51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51">
                  <a:moveTo>
                    <a:pt x="71" y="51"/>
                  </a:moveTo>
                  <a:cubicBezTo>
                    <a:pt x="70" y="51"/>
                    <a:pt x="69" y="50"/>
                    <a:pt x="68" y="49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9"/>
                    <a:pt x="36" y="30"/>
                    <a:pt x="3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28"/>
                    <a:pt x="0" y="26"/>
                  </a:cubicBezTo>
                  <a:cubicBezTo>
                    <a:pt x="0" y="23"/>
                    <a:pt x="2" y="22"/>
                    <a:pt x="4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0"/>
                    <a:pt x="45" y="0"/>
                    <a:pt x="47" y="0"/>
                  </a:cubicBezTo>
                  <a:cubicBezTo>
                    <a:pt x="48" y="0"/>
                    <a:pt x="50" y="0"/>
                    <a:pt x="50" y="2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77" y="22"/>
                    <a:pt x="79" y="21"/>
                    <a:pt x="80" y="2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13" y="21"/>
                    <a:pt x="114" y="23"/>
                    <a:pt x="114" y="25"/>
                  </a:cubicBezTo>
                  <a:cubicBezTo>
                    <a:pt x="114" y="28"/>
                    <a:pt x="113" y="29"/>
                    <a:pt x="110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50"/>
                    <a:pt x="73" y="51"/>
                    <a:pt x="72" y="51"/>
                  </a:cubicBezTo>
                  <a:lnTo>
                    <a:pt x="71" y="51"/>
                  </a:ln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任意多边形: 形状 232" descr="b2c85f35-2197-4511-8da9-e3004fc0d8ed"/>
            <p:cNvSpPr/>
            <p:nvPr/>
          </p:nvSpPr>
          <p:spPr bwMode="auto">
            <a:xfrm>
              <a:off x="4952206" y="2089150"/>
              <a:ext cx="80963" cy="107950"/>
            </a:xfrm>
            <a:custGeom>
              <a:gdLst>
                <a:gd name="T0" fmla="*/ 51 w 51"/>
                <a:gd name="T1" fmla="*/ 62 h 68"/>
                <a:gd name="T2" fmla="*/ 8 w 51"/>
                <a:gd name="T3" fmla="*/ 68 h 68"/>
                <a:gd name="T4" fmla="*/ 0 w 51"/>
                <a:gd name="T5" fmla="*/ 7 h 68"/>
                <a:gd name="T6" fmla="*/ 43 w 51"/>
                <a:gd name="T7" fmla="*/ 0 h 68"/>
                <a:gd name="T8" fmla="*/ 51 w 51"/>
                <a:gd name="T9" fmla="*/ 62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8">
                  <a:moveTo>
                    <a:pt x="51" y="62"/>
                  </a:moveTo>
                  <a:lnTo>
                    <a:pt x="8" y="68"/>
                  </a:lnTo>
                  <a:lnTo>
                    <a:pt x="0" y="7"/>
                  </a:lnTo>
                  <a:lnTo>
                    <a:pt x="43" y="0"/>
                  </a:lnTo>
                  <a:lnTo>
                    <a:pt x="51" y="62"/>
                  </a:lnTo>
                  <a:close/>
                </a:path>
              </a:pathLst>
            </a:custGeom>
            <a:solidFill>
              <a:srgbClr val="BD877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任意多边形: 形状 233" descr="8cdaaa62-2ca0-4c93-a073-d606dbadc630"/>
            <p:cNvSpPr/>
            <p:nvPr/>
          </p:nvSpPr>
          <p:spPr bwMode="auto">
            <a:xfrm>
              <a:off x="4925218" y="2141538"/>
              <a:ext cx="180975" cy="173038"/>
            </a:xfrm>
            <a:custGeom>
              <a:gdLst>
                <a:gd name="T0" fmla="*/ 38 w 67"/>
                <a:gd name="T1" fmla="*/ 1 h 64"/>
                <a:gd name="T2" fmla="*/ 29 w 67"/>
                <a:gd name="T3" fmla="*/ 16 h 64"/>
                <a:gd name="T4" fmla="*/ 25 w 67"/>
                <a:gd name="T5" fmla="*/ 16 h 64"/>
                <a:gd name="T6" fmla="*/ 13 w 67"/>
                <a:gd name="T7" fmla="*/ 5 h 64"/>
                <a:gd name="T8" fmla="*/ 10 w 67"/>
                <a:gd name="T9" fmla="*/ 5 h 64"/>
                <a:gd name="T10" fmla="*/ 10 w 67"/>
                <a:gd name="T11" fmla="*/ 5 h 64"/>
                <a:gd name="T12" fmla="*/ 9 w 67"/>
                <a:gd name="T13" fmla="*/ 7 h 64"/>
                <a:gd name="T14" fmla="*/ 0 w 67"/>
                <a:gd name="T15" fmla="*/ 53 h 64"/>
                <a:gd name="T16" fmla="*/ 4 w 67"/>
                <a:gd name="T17" fmla="*/ 64 h 64"/>
                <a:gd name="T18" fmla="*/ 65 w 67"/>
                <a:gd name="T19" fmla="*/ 55 h 64"/>
                <a:gd name="T20" fmla="*/ 66 w 67"/>
                <a:gd name="T21" fmla="*/ 43 h 64"/>
                <a:gd name="T22" fmla="*/ 43 w 67"/>
                <a:gd name="T23" fmla="*/ 2 h 64"/>
                <a:gd name="T24" fmla="*/ 41 w 67"/>
                <a:gd name="T25" fmla="*/ 1 h 64"/>
                <a:gd name="T26" fmla="*/ 40 w 67"/>
                <a:gd name="T27" fmla="*/ 1 h 64"/>
                <a:gd name="T28" fmla="*/ 38 w 67"/>
                <a:gd name="T29" fmla="*/ 1 h 6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64">
                  <a:moveTo>
                    <a:pt x="38" y="1"/>
                  </a:moveTo>
                  <a:cubicBezTo>
                    <a:pt x="29" y="16"/>
                    <a:pt x="29" y="16"/>
                    <a:pt x="29" y="16"/>
                  </a:cubicBezTo>
                  <a:cubicBezTo>
                    <a:pt x="28" y="17"/>
                    <a:pt x="26" y="17"/>
                    <a:pt x="25" y="16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4"/>
                    <a:pt x="11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9" y="6"/>
                    <a:pt x="9" y="7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64"/>
                    <a:pt x="4" y="64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7" y="55"/>
                    <a:pt x="66" y="45"/>
                    <a:pt x="66" y="43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1"/>
                    <a:pt x="42" y="1"/>
                    <a:pt x="41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9" y="1"/>
                    <a:pt x="38" y="0"/>
                    <a:pt x="38" y="1"/>
                  </a:cubicBez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任意多边形: 形状 234" descr="816f26db-366a-43e4-82b4-78eda81324fb"/>
            <p:cNvSpPr/>
            <p:nvPr/>
          </p:nvSpPr>
          <p:spPr bwMode="auto">
            <a:xfrm>
              <a:off x="4869656" y="1947863"/>
              <a:ext cx="209550" cy="171450"/>
            </a:xfrm>
            <a:custGeom>
              <a:gdLst>
                <a:gd name="T0" fmla="*/ 1 w 77"/>
                <a:gd name="T1" fmla="*/ 20 h 63"/>
                <a:gd name="T2" fmla="*/ 26 w 77"/>
                <a:gd name="T3" fmla="*/ 63 h 63"/>
                <a:gd name="T4" fmla="*/ 60 w 77"/>
                <a:gd name="T5" fmla="*/ 58 h 63"/>
                <a:gd name="T6" fmla="*/ 72 w 77"/>
                <a:gd name="T7" fmla="*/ 9 h 63"/>
                <a:gd name="T8" fmla="*/ 37 w 77"/>
                <a:gd name="T9" fmla="*/ 0 h 63"/>
                <a:gd name="T10" fmla="*/ 1 w 77"/>
                <a:gd name="T11" fmla="*/ 20 h 6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62">
                  <a:moveTo>
                    <a:pt x="1" y="20"/>
                  </a:moveTo>
                  <a:cubicBezTo>
                    <a:pt x="0" y="33"/>
                    <a:pt x="8" y="57"/>
                    <a:pt x="26" y="63"/>
                  </a:cubicBezTo>
                  <a:cubicBezTo>
                    <a:pt x="34" y="61"/>
                    <a:pt x="52" y="59"/>
                    <a:pt x="60" y="58"/>
                  </a:cubicBezTo>
                  <a:cubicBezTo>
                    <a:pt x="77" y="45"/>
                    <a:pt x="76" y="17"/>
                    <a:pt x="72" y="9"/>
                  </a:cubicBezTo>
                  <a:cubicBezTo>
                    <a:pt x="62" y="5"/>
                    <a:pt x="37" y="0"/>
                    <a:pt x="37" y="0"/>
                  </a:cubicBezTo>
                  <a:cubicBezTo>
                    <a:pt x="37" y="0"/>
                    <a:pt x="7" y="13"/>
                    <a:pt x="1" y="20"/>
                  </a:cubicBez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任意多边形: 形状 235" descr="941c39a4-370d-4e21-af0c-aa1a0b116d80"/>
            <p:cNvSpPr/>
            <p:nvPr/>
          </p:nvSpPr>
          <p:spPr bwMode="auto">
            <a:xfrm>
              <a:off x="4783931" y="2143125"/>
              <a:ext cx="187325" cy="190500"/>
            </a:xfrm>
            <a:custGeom>
              <a:gdLst>
                <a:gd name="T0" fmla="*/ 69 w 69"/>
                <a:gd name="T1" fmla="*/ 61 h 70"/>
                <a:gd name="T2" fmla="*/ 6 w 69"/>
                <a:gd name="T3" fmla="*/ 70 h 70"/>
                <a:gd name="T4" fmla="*/ 10 w 69"/>
                <a:gd name="T5" fmla="*/ 25 h 70"/>
                <a:gd name="T6" fmla="*/ 60 w 69"/>
                <a:gd name="T7" fmla="*/ 0 h 70"/>
                <a:gd name="T8" fmla="*/ 69 w 69"/>
                <a:gd name="T9" fmla="*/ 61 h 7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70">
                  <a:moveTo>
                    <a:pt x="69" y="61"/>
                  </a:move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0" y="47"/>
                    <a:pt x="10" y="25"/>
                  </a:cubicBezTo>
                  <a:cubicBezTo>
                    <a:pt x="9" y="16"/>
                    <a:pt x="60" y="0"/>
                    <a:pt x="60" y="0"/>
                  </a:cubicBezTo>
                  <a:lnTo>
                    <a:pt x="69" y="61"/>
                  </a:lnTo>
                  <a:close/>
                </a:path>
              </a:pathLst>
            </a:custGeom>
            <a:solidFill>
              <a:srgbClr val="3857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任意多边形: 形状 236" descr="596c19a1-f905-42cb-8871-c9a86157f068"/>
            <p:cNvSpPr/>
            <p:nvPr/>
          </p:nvSpPr>
          <p:spPr bwMode="auto">
            <a:xfrm>
              <a:off x="5033168" y="2130425"/>
              <a:ext cx="198438" cy="165100"/>
            </a:xfrm>
            <a:custGeom>
              <a:gdLst>
                <a:gd name="T0" fmla="*/ 9 w 73"/>
                <a:gd name="T1" fmla="*/ 61 h 61"/>
                <a:gd name="T2" fmla="*/ 73 w 73"/>
                <a:gd name="T3" fmla="*/ 52 h 61"/>
                <a:gd name="T4" fmla="*/ 56 w 73"/>
                <a:gd name="T5" fmla="*/ 10 h 61"/>
                <a:gd name="T6" fmla="*/ 0 w 73"/>
                <a:gd name="T7" fmla="*/ 0 h 61"/>
                <a:gd name="T8" fmla="*/ 9 w 73"/>
                <a:gd name="T9" fmla="*/ 61 h 6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61">
                  <a:moveTo>
                    <a:pt x="9" y="61"/>
                  </a:moveTo>
                  <a:cubicBezTo>
                    <a:pt x="73" y="52"/>
                    <a:pt x="73" y="52"/>
                    <a:pt x="73" y="52"/>
                  </a:cubicBezTo>
                  <a:cubicBezTo>
                    <a:pt x="73" y="52"/>
                    <a:pt x="71" y="28"/>
                    <a:pt x="56" y="10"/>
                  </a:cubicBezTo>
                  <a:cubicBezTo>
                    <a:pt x="55" y="0"/>
                    <a:pt x="0" y="0"/>
                    <a:pt x="0" y="0"/>
                  </a:cubicBezTo>
                  <a:lnTo>
                    <a:pt x="9" y="61"/>
                  </a:lnTo>
                  <a:close/>
                </a:path>
              </a:pathLst>
            </a:custGeom>
            <a:solidFill>
              <a:srgbClr val="38575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任意多边形: 形状 237" descr="8712a7e3-db4a-4544-9870-8f43eb452cd0"/>
            <p:cNvSpPr/>
            <p:nvPr/>
          </p:nvSpPr>
          <p:spPr bwMode="auto">
            <a:xfrm>
              <a:off x="4841081" y="1971675"/>
              <a:ext cx="53975" cy="68263"/>
            </a:xfrm>
            <a:custGeom>
              <a:gdLst>
                <a:gd name="T0" fmla="*/ 15 w 20"/>
                <a:gd name="T1" fmla="*/ 23 h 25"/>
                <a:gd name="T2" fmla="*/ 3 w 20"/>
                <a:gd name="T3" fmla="*/ 16 h 25"/>
                <a:gd name="T4" fmla="*/ 8 w 20"/>
                <a:gd name="T5" fmla="*/ 2 h 25"/>
                <a:gd name="T6" fmla="*/ 15 w 20"/>
                <a:gd name="T7" fmla="*/ 23 h 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5">
                  <a:moveTo>
                    <a:pt x="15" y="23"/>
                  </a:moveTo>
                  <a:cubicBezTo>
                    <a:pt x="10" y="25"/>
                    <a:pt x="5" y="21"/>
                    <a:pt x="3" y="16"/>
                  </a:cubicBezTo>
                  <a:cubicBezTo>
                    <a:pt x="0" y="10"/>
                    <a:pt x="3" y="4"/>
                    <a:pt x="8" y="2"/>
                  </a:cubicBezTo>
                  <a:cubicBezTo>
                    <a:pt x="13" y="0"/>
                    <a:pt x="20" y="21"/>
                    <a:pt x="15" y="23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 descr="7effaebe-9614-4eef-a272-f2af08f6b5e6"/>
            <p:cNvSpPr/>
            <p:nvPr/>
          </p:nvSpPr>
          <p:spPr bwMode="auto">
            <a:xfrm>
              <a:off x="5049043" y="1947863"/>
              <a:ext cx="44450" cy="60325"/>
            </a:xfrm>
            <a:custGeom>
              <a:gdLst>
                <a:gd name="T0" fmla="*/ 5 w 16"/>
                <a:gd name="T1" fmla="*/ 22 h 22"/>
                <a:gd name="T2" fmla="*/ 16 w 16"/>
                <a:gd name="T3" fmla="*/ 12 h 22"/>
                <a:gd name="T4" fmla="*/ 6 w 16"/>
                <a:gd name="T5" fmla="*/ 0 h 22"/>
                <a:gd name="T6" fmla="*/ 5 w 16"/>
                <a:gd name="T7" fmla="*/ 22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22">
                  <a:moveTo>
                    <a:pt x="5" y="22"/>
                  </a:moveTo>
                  <a:cubicBezTo>
                    <a:pt x="11" y="22"/>
                    <a:pt x="15" y="18"/>
                    <a:pt x="16" y="12"/>
                  </a:cubicBezTo>
                  <a:cubicBezTo>
                    <a:pt x="16" y="6"/>
                    <a:pt x="12" y="0"/>
                    <a:pt x="6" y="0"/>
                  </a:cubicBezTo>
                  <a:cubicBezTo>
                    <a:pt x="1" y="0"/>
                    <a:pt x="0" y="22"/>
                    <a:pt x="5" y="22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任意多边形: 形状 239" descr="a60dad5f-cc7c-4449-86aa-6a878601aeff"/>
            <p:cNvSpPr/>
            <p:nvPr/>
          </p:nvSpPr>
          <p:spPr bwMode="auto">
            <a:xfrm>
              <a:off x="4864893" y="1844675"/>
              <a:ext cx="241300" cy="298450"/>
            </a:xfrm>
            <a:custGeom>
              <a:gdLst>
                <a:gd name="T0" fmla="*/ 46 w 89"/>
                <a:gd name="T1" fmla="*/ 103 h 110"/>
                <a:gd name="T2" fmla="*/ 71 w 89"/>
                <a:gd name="T3" fmla="*/ 24 h 110"/>
                <a:gd name="T4" fmla="*/ 32 w 89"/>
                <a:gd name="T5" fmla="*/ 5 h 110"/>
                <a:gd name="T6" fmla="*/ 0 w 89"/>
                <a:gd name="T7" fmla="*/ 35 h 110"/>
                <a:gd name="T8" fmla="*/ 46 w 89"/>
                <a:gd name="T9" fmla="*/ 103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10">
                  <a:moveTo>
                    <a:pt x="46" y="103"/>
                  </a:moveTo>
                  <a:cubicBezTo>
                    <a:pt x="89" y="97"/>
                    <a:pt x="71" y="24"/>
                    <a:pt x="71" y="24"/>
                  </a:cubicBezTo>
                  <a:cubicBezTo>
                    <a:pt x="71" y="24"/>
                    <a:pt x="66" y="0"/>
                    <a:pt x="32" y="5"/>
                  </a:cubicBezTo>
                  <a:cubicBezTo>
                    <a:pt x="3" y="9"/>
                    <a:pt x="0" y="35"/>
                    <a:pt x="0" y="35"/>
                  </a:cubicBezTo>
                  <a:cubicBezTo>
                    <a:pt x="0" y="35"/>
                    <a:pt x="2" y="110"/>
                    <a:pt x="46" y="103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 descr="453b4bce-3564-4151-ab0f-22599bb86c11"/>
            <p:cNvSpPr/>
            <p:nvPr/>
          </p:nvSpPr>
          <p:spPr bwMode="auto">
            <a:xfrm>
              <a:off x="4812506" y="1795463"/>
              <a:ext cx="292100" cy="198438"/>
            </a:xfrm>
            <a:custGeom>
              <a:gdLst>
                <a:gd name="T0" fmla="*/ 16 w 107"/>
                <a:gd name="T1" fmla="*/ 68 h 73"/>
                <a:gd name="T2" fmla="*/ 24 w 107"/>
                <a:gd name="T3" fmla="*/ 73 h 73"/>
                <a:gd name="T4" fmla="*/ 22 w 107"/>
                <a:gd name="T5" fmla="*/ 47 h 73"/>
                <a:gd name="T6" fmla="*/ 79 w 107"/>
                <a:gd name="T7" fmla="*/ 44 h 73"/>
                <a:gd name="T8" fmla="*/ 84 w 107"/>
                <a:gd name="T9" fmla="*/ 38 h 73"/>
                <a:gd name="T10" fmla="*/ 91 w 107"/>
                <a:gd name="T11" fmla="*/ 65 h 73"/>
                <a:gd name="T12" fmla="*/ 97 w 107"/>
                <a:gd name="T13" fmla="*/ 57 h 73"/>
                <a:gd name="T14" fmla="*/ 45 w 107"/>
                <a:gd name="T15" fmla="*/ 9 h 73"/>
                <a:gd name="T16" fmla="*/ 19 w 107"/>
                <a:gd name="T17" fmla="*/ 30 h 73"/>
                <a:gd name="T18" fmla="*/ 16 w 107"/>
                <a:gd name="T19" fmla="*/ 68 h 7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73">
                  <a:moveTo>
                    <a:pt x="16" y="68"/>
                  </a:moveTo>
                  <a:cubicBezTo>
                    <a:pt x="19" y="67"/>
                    <a:pt x="24" y="73"/>
                    <a:pt x="24" y="73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39" y="56"/>
                    <a:pt x="79" y="44"/>
                  </a:cubicBezTo>
                  <a:cubicBezTo>
                    <a:pt x="77" y="36"/>
                    <a:pt x="84" y="38"/>
                    <a:pt x="84" y="38"/>
                  </a:cubicBezTo>
                  <a:cubicBezTo>
                    <a:pt x="84" y="38"/>
                    <a:pt x="91" y="66"/>
                    <a:pt x="91" y="65"/>
                  </a:cubicBezTo>
                  <a:cubicBezTo>
                    <a:pt x="92" y="57"/>
                    <a:pt x="97" y="57"/>
                    <a:pt x="97" y="57"/>
                  </a:cubicBezTo>
                  <a:cubicBezTo>
                    <a:pt x="97" y="57"/>
                    <a:pt x="107" y="0"/>
                    <a:pt x="45" y="9"/>
                  </a:cubicBezTo>
                  <a:cubicBezTo>
                    <a:pt x="24" y="12"/>
                    <a:pt x="24" y="20"/>
                    <a:pt x="19" y="30"/>
                  </a:cubicBezTo>
                  <a:cubicBezTo>
                    <a:pt x="0" y="38"/>
                    <a:pt x="16" y="67"/>
                    <a:pt x="16" y="68"/>
                  </a:cubicBez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任意多边形: 形状 241" descr="81bafcb5-ce9f-4164-8460-081383cb9cc2"/>
            <p:cNvSpPr/>
            <p:nvPr/>
          </p:nvSpPr>
          <p:spPr bwMode="auto">
            <a:xfrm>
              <a:off x="4990306" y="2189163"/>
              <a:ext cx="50800" cy="117475"/>
            </a:xfrm>
            <a:custGeom>
              <a:gdLst>
                <a:gd name="T0" fmla="*/ 0 w 19"/>
                <a:gd name="T1" fmla="*/ 43 h 43"/>
                <a:gd name="T2" fmla="*/ 19 w 19"/>
                <a:gd name="T3" fmla="*/ 40 h 43"/>
                <a:gd name="T4" fmla="*/ 4 w 19"/>
                <a:gd name="T5" fmla="*/ 0 h 43"/>
                <a:gd name="T6" fmla="*/ 3 w 19"/>
                <a:gd name="T7" fmla="*/ 0 h 43"/>
                <a:gd name="T8" fmla="*/ 0 w 19"/>
                <a:gd name="T9" fmla="*/ 43 h 4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3">
                  <a:moveTo>
                    <a:pt x="0" y="43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lnTo>
                    <a:pt x="0" y="43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任意多边形: 形状 242" descr="5f6e997f-de0c-4de0-99cd-45e2ff2e3342"/>
            <p:cNvSpPr/>
            <p:nvPr/>
          </p:nvSpPr>
          <p:spPr bwMode="auto">
            <a:xfrm>
              <a:off x="4972843" y="2157413"/>
              <a:ext cx="44450" cy="31750"/>
            </a:xfrm>
            <a:custGeom>
              <a:gdLst>
                <a:gd name="T0" fmla="*/ 1 w 16"/>
                <a:gd name="T1" fmla="*/ 2 h 12"/>
                <a:gd name="T2" fmla="*/ 15 w 16"/>
                <a:gd name="T3" fmla="*/ 0 h 12"/>
                <a:gd name="T4" fmla="*/ 16 w 16"/>
                <a:gd name="T5" fmla="*/ 5 h 12"/>
                <a:gd name="T6" fmla="*/ 10 w 16"/>
                <a:gd name="T7" fmla="*/ 11 h 12"/>
                <a:gd name="T8" fmla="*/ 9 w 16"/>
                <a:gd name="T9" fmla="*/ 12 h 12"/>
                <a:gd name="T10" fmla="*/ 1 w 16"/>
                <a:gd name="T11" fmla="*/ 7 h 12"/>
                <a:gd name="T12" fmla="*/ 1 w 16"/>
                <a:gd name="T13" fmla="*/ 2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2">
                  <a:moveTo>
                    <a:pt x="1" y="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6" y="5"/>
                    <a:pt x="16" y="5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9" y="12"/>
                    <a:pt x="9" y="12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任意多边形: 形状 243" descr="574ba32b-9c5f-4e49-bcdc-e702d5fbb46c"/>
            <p:cNvSpPr/>
            <p:nvPr/>
          </p:nvSpPr>
          <p:spPr bwMode="auto">
            <a:xfrm>
              <a:off x="4995068" y="2116138"/>
              <a:ext cx="44450" cy="61913"/>
            </a:xfrm>
            <a:custGeom>
              <a:gdLst>
                <a:gd name="T0" fmla="*/ 1 w 16"/>
                <a:gd name="T1" fmla="*/ 16 h 23"/>
                <a:gd name="T2" fmla="*/ 13 w 16"/>
                <a:gd name="T3" fmla="*/ 23 h 23"/>
                <a:gd name="T4" fmla="*/ 14 w 16"/>
                <a:gd name="T5" fmla="*/ 23 h 23"/>
                <a:gd name="T6" fmla="*/ 16 w 16"/>
                <a:gd name="T7" fmla="*/ 5 h 23"/>
                <a:gd name="T8" fmla="*/ 16 w 16"/>
                <a:gd name="T9" fmla="*/ 5 h 23"/>
                <a:gd name="T10" fmla="*/ 12 w 16"/>
                <a:gd name="T11" fmla="*/ 0 h 23"/>
                <a:gd name="T12" fmla="*/ 11 w 16"/>
                <a:gd name="T13" fmla="*/ 0 h 23"/>
                <a:gd name="T14" fmla="*/ 0 w 16"/>
                <a:gd name="T15" fmla="*/ 15 h 23"/>
                <a:gd name="T16" fmla="*/ 1 w 16"/>
                <a:gd name="T17" fmla="*/ 16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23">
                  <a:moveTo>
                    <a:pt x="1" y="16"/>
                  </a:move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4" y="23"/>
                    <a:pt x="14" y="2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 descr="49f42984-428c-4c80-ae34-2d9a35f88363"/>
            <p:cNvSpPr/>
            <p:nvPr/>
          </p:nvSpPr>
          <p:spPr bwMode="auto">
            <a:xfrm>
              <a:off x="4944268" y="2127250"/>
              <a:ext cx="47625" cy="61913"/>
            </a:xfrm>
            <a:custGeom>
              <a:gdLst>
                <a:gd name="T0" fmla="*/ 18 w 18"/>
                <a:gd name="T1" fmla="*/ 13 h 23"/>
                <a:gd name="T2" fmla="*/ 8 w 18"/>
                <a:gd name="T3" fmla="*/ 23 h 23"/>
                <a:gd name="T4" fmla="*/ 7 w 18"/>
                <a:gd name="T5" fmla="*/ 22 h 23"/>
                <a:gd name="T6" fmla="*/ 0 w 18"/>
                <a:gd name="T7" fmla="*/ 7 h 23"/>
                <a:gd name="T8" fmla="*/ 0 w 18"/>
                <a:gd name="T9" fmla="*/ 6 h 23"/>
                <a:gd name="T10" fmla="*/ 3 w 18"/>
                <a:gd name="T11" fmla="*/ 0 h 23"/>
                <a:gd name="T12" fmla="*/ 4 w 18"/>
                <a:gd name="T13" fmla="*/ 0 h 23"/>
                <a:gd name="T14" fmla="*/ 18 w 18"/>
                <a:gd name="T15" fmla="*/ 12 h 23"/>
                <a:gd name="T16" fmla="*/ 18 w 18"/>
                <a:gd name="T17" fmla="*/ 13 h 2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3">
                  <a:moveTo>
                    <a:pt x="18" y="1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3"/>
                    <a:pt x="7" y="2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18" y="12"/>
                    <a:pt x="18" y="12"/>
                    <a:pt x="18" y="12"/>
                  </a:cubicBezTo>
                  <a:lnTo>
                    <a:pt x="18" y="13"/>
                  </a:lnTo>
                  <a:close/>
                </a:path>
              </a:pathLst>
            </a:custGeom>
            <a:solidFill>
              <a:srgbClr val="D1FFF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任意多边形: 形状 245" descr="d375abdc-ed70-495c-81d4-3c41ebe8abb6"/>
            <p:cNvSpPr/>
            <p:nvPr/>
          </p:nvSpPr>
          <p:spPr bwMode="auto">
            <a:xfrm>
              <a:off x="4929981" y="2047875"/>
              <a:ext cx="49213" cy="33338"/>
            </a:xfrm>
            <a:custGeom>
              <a:gdLst>
                <a:gd name="T0" fmla="*/ 18 w 18"/>
                <a:gd name="T1" fmla="*/ 6 h 12"/>
                <a:gd name="T2" fmla="*/ 0 w 18"/>
                <a:gd name="T3" fmla="*/ 12 h 12"/>
                <a:gd name="T4" fmla="*/ 1 w 18"/>
                <a:gd name="T5" fmla="*/ 10 h 12"/>
                <a:gd name="T6" fmla="*/ 10 w 18"/>
                <a:gd name="T7" fmla="*/ 1 h 12"/>
                <a:gd name="T8" fmla="*/ 17 w 18"/>
                <a:gd name="T9" fmla="*/ 0 h 12"/>
                <a:gd name="T10" fmla="*/ 18 w 18"/>
                <a:gd name="T11" fmla="*/ 6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2">
                  <a:moveTo>
                    <a:pt x="18" y="6"/>
                  </a:moveTo>
                  <a:cubicBezTo>
                    <a:pt x="16" y="10"/>
                    <a:pt x="0" y="12"/>
                    <a:pt x="0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5"/>
                    <a:pt x="5" y="2"/>
                    <a:pt x="10" y="1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8" y="6"/>
                  </a:ln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任意多边形: 形状 246" descr="089e9191-efd3-450f-ab72-7d0db338401e"/>
            <p:cNvSpPr/>
            <p:nvPr/>
          </p:nvSpPr>
          <p:spPr bwMode="auto">
            <a:xfrm>
              <a:off x="4976018" y="2043113"/>
              <a:ext cx="53975" cy="30163"/>
            </a:xfrm>
            <a:custGeom>
              <a:gdLst>
                <a:gd name="T0" fmla="*/ 1 w 20"/>
                <a:gd name="T1" fmla="*/ 8 h 11"/>
                <a:gd name="T2" fmla="*/ 20 w 20"/>
                <a:gd name="T3" fmla="*/ 9 h 11"/>
                <a:gd name="T4" fmla="*/ 19 w 20"/>
                <a:gd name="T5" fmla="*/ 7 h 11"/>
                <a:gd name="T6" fmla="*/ 8 w 20"/>
                <a:gd name="T7" fmla="*/ 1 h 11"/>
                <a:gd name="T8" fmla="*/ 0 w 20"/>
                <a:gd name="T9" fmla="*/ 2 h 11"/>
                <a:gd name="T10" fmla="*/ 1 w 20"/>
                <a:gd name="T11" fmla="*/ 8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1">
                  <a:moveTo>
                    <a:pt x="1" y="8"/>
                  </a:moveTo>
                  <a:cubicBezTo>
                    <a:pt x="4" y="11"/>
                    <a:pt x="20" y="9"/>
                    <a:pt x="20" y="9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2"/>
                    <a:pt x="12" y="0"/>
                    <a:pt x="8" y="1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1" y="8"/>
                  </a:lnTo>
                  <a:close/>
                </a:path>
              </a:pathLst>
            </a:custGeom>
            <a:solidFill>
              <a:srgbClr val="8969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 descr="a13c3355-3f69-4d3b-b51c-da8024b1af05"/>
            <p:cNvSpPr/>
            <p:nvPr/>
          </p:nvSpPr>
          <p:spPr bwMode="auto">
            <a:xfrm>
              <a:off x="5077618" y="2216150"/>
              <a:ext cx="76200" cy="25400"/>
            </a:xfrm>
            <a:custGeom>
              <a:gdLst>
                <a:gd name="T0" fmla="*/ 48 w 48"/>
                <a:gd name="T1" fmla="*/ 9 h 16"/>
                <a:gd name="T2" fmla="*/ 1 w 48"/>
                <a:gd name="T3" fmla="*/ 16 h 16"/>
                <a:gd name="T4" fmla="*/ 0 w 48"/>
                <a:gd name="T5" fmla="*/ 7 h 16"/>
                <a:gd name="T6" fmla="*/ 46 w 48"/>
                <a:gd name="T7" fmla="*/ 0 h 16"/>
                <a:gd name="T8" fmla="*/ 48 w 48"/>
                <a:gd name="T9" fmla="*/ 9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6">
                  <a:moveTo>
                    <a:pt x="48" y="9"/>
                  </a:moveTo>
                  <a:lnTo>
                    <a:pt x="1" y="16"/>
                  </a:lnTo>
                  <a:lnTo>
                    <a:pt x="0" y="7"/>
                  </a:lnTo>
                  <a:lnTo>
                    <a:pt x="46" y="0"/>
                  </a:lnTo>
                  <a:lnTo>
                    <a:pt x="48" y="9"/>
                  </a:lnTo>
                  <a:close/>
                </a:path>
              </a:pathLst>
            </a:custGeom>
            <a:solidFill>
              <a:srgbClr val="876456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 descr="fb2d5392-95b6-41b2-9cfe-0ccf7186a985"/>
            <p:cNvSpPr/>
            <p:nvPr/>
          </p:nvSpPr>
          <p:spPr bwMode="auto">
            <a:xfrm>
              <a:off x="5082381" y="2230438"/>
              <a:ext cx="80963" cy="92075"/>
            </a:xfrm>
            <a:custGeom>
              <a:gdLst>
                <a:gd name="T0" fmla="*/ 51 w 51"/>
                <a:gd name="T1" fmla="*/ 51 h 58"/>
                <a:gd name="T2" fmla="*/ 7 w 51"/>
                <a:gd name="T3" fmla="*/ 58 h 58"/>
                <a:gd name="T4" fmla="*/ 0 w 51"/>
                <a:gd name="T5" fmla="*/ 7 h 58"/>
                <a:gd name="T6" fmla="*/ 43 w 51"/>
                <a:gd name="T7" fmla="*/ 0 h 58"/>
                <a:gd name="T8" fmla="*/ 51 w 51"/>
                <a:gd name="T9" fmla="*/ 51 h 5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7">
                  <a:moveTo>
                    <a:pt x="51" y="51"/>
                  </a:moveTo>
                  <a:lnTo>
                    <a:pt x="7" y="58"/>
                  </a:lnTo>
                  <a:lnTo>
                    <a:pt x="0" y="7"/>
                  </a:lnTo>
                  <a:lnTo>
                    <a:pt x="43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 descr="b5a3c3b8-be8a-4f20-8a24-b20e2fcc68e1"/>
            <p:cNvSpPr/>
            <p:nvPr/>
          </p:nvSpPr>
          <p:spPr bwMode="auto">
            <a:xfrm>
              <a:off x="5090318" y="2244725"/>
              <a:ext cx="19050" cy="23813"/>
            </a:xfrm>
            <a:custGeom>
              <a:gdLst>
                <a:gd name="T0" fmla="*/ 12 w 12"/>
                <a:gd name="T1" fmla="*/ 13 h 15"/>
                <a:gd name="T2" fmla="*/ 2 w 12"/>
                <a:gd name="T3" fmla="*/ 15 h 15"/>
                <a:gd name="T4" fmla="*/ 0 w 12"/>
                <a:gd name="T5" fmla="*/ 1 h 15"/>
                <a:gd name="T6" fmla="*/ 10 w 12"/>
                <a:gd name="T7" fmla="*/ 0 h 15"/>
                <a:gd name="T8" fmla="*/ 12 w 12"/>
                <a:gd name="T9" fmla="*/ 13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12" y="13"/>
                  </a:moveTo>
                  <a:lnTo>
                    <a:pt x="2" y="15"/>
                  </a:lnTo>
                  <a:lnTo>
                    <a:pt x="0" y="1"/>
                  </a:lnTo>
                  <a:lnTo>
                    <a:pt x="10" y="0"/>
                  </a:lnTo>
                  <a:lnTo>
                    <a:pt x="12" y="13"/>
                  </a:lnTo>
                  <a:close/>
                </a:path>
              </a:pathLst>
            </a:custGeom>
            <a:solidFill>
              <a:srgbClr val="FFA68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 descr="02f6edf1-7d13-4400-927d-b47e31b1f597"/>
            <p:cNvSpPr/>
            <p:nvPr/>
          </p:nvSpPr>
          <p:spPr bwMode="auto">
            <a:xfrm>
              <a:off x="5096668" y="2273300"/>
              <a:ext cx="53975" cy="17463"/>
            </a:xfrm>
            <a:custGeom>
              <a:gdLst>
                <a:gd name="T0" fmla="*/ 34 w 34"/>
                <a:gd name="T1" fmla="*/ 6 h 11"/>
                <a:gd name="T2" fmla="*/ 0 w 34"/>
                <a:gd name="T3" fmla="*/ 11 h 11"/>
                <a:gd name="T4" fmla="*/ 0 w 34"/>
                <a:gd name="T5" fmla="*/ 6 h 11"/>
                <a:gd name="T6" fmla="*/ 34 w 34"/>
                <a:gd name="T7" fmla="*/ 0 h 11"/>
                <a:gd name="T8" fmla="*/ 34 w 34"/>
                <a:gd name="T9" fmla="*/ 6 h 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1">
                  <a:moveTo>
                    <a:pt x="34" y="6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34" y="0"/>
                  </a:lnTo>
                  <a:lnTo>
                    <a:pt x="34" y="6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任意多边形: 形状 251" descr="fa1d28b2-ca39-4bd3-8946-50e1cfe6eb8f"/>
            <p:cNvSpPr/>
            <p:nvPr/>
          </p:nvSpPr>
          <p:spPr bwMode="auto">
            <a:xfrm>
              <a:off x="5096668" y="2287588"/>
              <a:ext cx="57150" cy="15875"/>
            </a:xfrm>
            <a:custGeom>
              <a:gdLst>
                <a:gd name="T0" fmla="*/ 36 w 36"/>
                <a:gd name="T1" fmla="*/ 5 h 10"/>
                <a:gd name="T2" fmla="*/ 1 w 36"/>
                <a:gd name="T3" fmla="*/ 10 h 10"/>
                <a:gd name="T4" fmla="*/ 0 w 36"/>
                <a:gd name="T5" fmla="*/ 5 h 10"/>
                <a:gd name="T6" fmla="*/ 34 w 36"/>
                <a:gd name="T7" fmla="*/ 0 h 10"/>
                <a:gd name="T8" fmla="*/ 36 w 36"/>
                <a:gd name="T9" fmla="*/ 5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0">
                  <a:moveTo>
                    <a:pt x="36" y="5"/>
                  </a:moveTo>
                  <a:lnTo>
                    <a:pt x="1" y="10"/>
                  </a:lnTo>
                  <a:lnTo>
                    <a:pt x="0" y="5"/>
                  </a:lnTo>
                  <a:lnTo>
                    <a:pt x="34" y="0"/>
                  </a:lnTo>
                  <a:lnTo>
                    <a:pt x="36" y="5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任意多边形: 形状 252" descr="a9af3547-fbd0-40f7-ae24-be2f798f3699"/>
            <p:cNvSpPr/>
            <p:nvPr/>
          </p:nvSpPr>
          <p:spPr bwMode="auto">
            <a:xfrm>
              <a:off x="5104606" y="2214563"/>
              <a:ext cx="19050" cy="11113"/>
            </a:xfrm>
            <a:custGeom>
              <a:gdLst>
                <a:gd name="T0" fmla="*/ 10 w 12"/>
                <a:gd name="T1" fmla="*/ 0 h 7"/>
                <a:gd name="T2" fmla="*/ 0 w 12"/>
                <a:gd name="T3" fmla="*/ 1 h 7"/>
                <a:gd name="T4" fmla="*/ 1 w 12"/>
                <a:gd name="T5" fmla="*/ 7 h 7"/>
                <a:gd name="T6" fmla="*/ 12 w 12"/>
                <a:gd name="T7" fmla="*/ 5 h 7"/>
                <a:gd name="T8" fmla="*/ 10 w 12"/>
                <a:gd name="T9" fmla="*/ 0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0" y="0"/>
                  </a:moveTo>
                  <a:lnTo>
                    <a:pt x="0" y="1"/>
                  </a:lnTo>
                  <a:lnTo>
                    <a:pt x="1" y="7"/>
                  </a:lnTo>
                  <a:lnTo>
                    <a:pt x="12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ABA4A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任意多边形: 形状 253" descr="e4262a0a-fc98-4a16-87c9-170cb5dee4d8"/>
            <p:cNvSpPr/>
            <p:nvPr/>
          </p:nvSpPr>
          <p:spPr bwMode="auto">
            <a:xfrm>
              <a:off x="7001668" y="1890713"/>
              <a:ext cx="547688" cy="312738"/>
            </a:xfrm>
            <a:custGeom>
              <a:gdLst>
                <a:gd name="T0" fmla="*/ 162 w 201"/>
                <a:gd name="T1" fmla="*/ 59 h 115"/>
                <a:gd name="T2" fmla="*/ 157 w 201"/>
                <a:gd name="T3" fmla="*/ 58 h 115"/>
                <a:gd name="T4" fmla="*/ 157 w 201"/>
                <a:gd name="T5" fmla="*/ 58 h 115"/>
                <a:gd name="T6" fmla="*/ 148 w 201"/>
                <a:gd name="T7" fmla="*/ 44 h 115"/>
                <a:gd name="T8" fmla="*/ 116 w 201"/>
                <a:gd name="T9" fmla="*/ 5 h 115"/>
                <a:gd name="T10" fmla="*/ 69 w 201"/>
                <a:gd name="T11" fmla="*/ 24 h 115"/>
                <a:gd name="T12" fmla="*/ 62 w 201"/>
                <a:gd name="T13" fmla="*/ 21 h 115"/>
                <a:gd name="T14" fmla="*/ 36 w 201"/>
                <a:gd name="T15" fmla="*/ 34 h 115"/>
                <a:gd name="T16" fmla="*/ 35 w 201"/>
                <a:gd name="T17" fmla="*/ 39 h 115"/>
                <a:gd name="T18" fmla="*/ 34 w 201"/>
                <a:gd name="T19" fmla="*/ 39 h 115"/>
                <a:gd name="T20" fmla="*/ 3 w 201"/>
                <a:gd name="T21" fmla="*/ 55 h 115"/>
                <a:gd name="T22" fmla="*/ 23 w 201"/>
                <a:gd name="T23" fmla="*/ 84 h 115"/>
                <a:gd name="T24" fmla="*/ 46 w 201"/>
                <a:gd name="T25" fmla="*/ 80 h 115"/>
                <a:gd name="T26" fmla="*/ 89 w 201"/>
                <a:gd name="T27" fmla="*/ 108 h 115"/>
                <a:gd name="T28" fmla="*/ 145 w 201"/>
                <a:gd name="T29" fmla="*/ 95 h 115"/>
                <a:gd name="T30" fmla="*/ 153 w 201"/>
                <a:gd name="T31" fmla="*/ 97 h 115"/>
                <a:gd name="T32" fmla="*/ 198 w 201"/>
                <a:gd name="T33" fmla="*/ 88 h 115"/>
                <a:gd name="T34" fmla="*/ 162 w 201"/>
                <a:gd name="T35" fmla="*/ 59 h 1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1" h="115">
                  <a:moveTo>
                    <a:pt x="162" y="59"/>
                  </a:moveTo>
                  <a:cubicBezTo>
                    <a:pt x="161" y="58"/>
                    <a:pt x="159" y="58"/>
                    <a:pt x="157" y="58"/>
                  </a:cubicBezTo>
                  <a:cubicBezTo>
                    <a:pt x="157" y="58"/>
                    <a:pt x="157" y="58"/>
                    <a:pt x="157" y="58"/>
                  </a:cubicBezTo>
                  <a:cubicBezTo>
                    <a:pt x="159" y="52"/>
                    <a:pt x="155" y="46"/>
                    <a:pt x="148" y="44"/>
                  </a:cubicBezTo>
                  <a:cubicBezTo>
                    <a:pt x="149" y="27"/>
                    <a:pt x="136" y="10"/>
                    <a:pt x="116" y="5"/>
                  </a:cubicBezTo>
                  <a:cubicBezTo>
                    <a:pt x="96" y="0"/>
                    <a:pt x="76" y="8"/>
                    <a:pt x="69" y="24"/>
                  </a:cubicBezTo>
                  <a:cubicBezTo>
                    <a:pt x="67" y="22"/>
                    <a:pt x="65" y="21"/>
                    <a:pt x="62" y="21"/>
                  </a:cubicBezTo>
                  <a:cubicBezTo>
                    <a:pt x="50" y="18"/>
                    <a:pt x="38" y="24"/>
                    <a:pt x="36" y="34"/>
                  </a:cubicBezTo>
                  <a:cubicBezTo>
                    <a:pt x="35" y="36"/>
                    <a:pt x="35" y="38"/>
                    <a:pt x="35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20" y="36"/>
                    <a:pt x="6" y="43"/>
                    <a:pt x="3" y="55"/>
                  </a:cubicBezTo>
                  <a:cubicBezTo>
                    <a:pt x="0" y="67"/>
                    <a:pt x="9" y="80"/>
                    <a:pt x="23" y="84"/>
                  </a:cubicBezTo>
                  <a:cubicBezTo>
                    <a:pt x="32" y="86"/>
                    <a:pt x="40" y="84"/>
                    <a:pt x="46" y="80"/>
                  </a:cubicBezTo>
                  <a:cubicBezTo>
                    <a:pt x="51" y="92"/>
                    <a:pt x="68" y="103"/>
                    <a:pt x="89" y="108"/>
                  </a:cubicBezTo>
                  <a:cubicBezTo>
                    <a:pt x="116" y="115"/>
                    <a:pt x="141" y="109"/>
                    <a:pt x="145" y="95"/>
                  </a:cubicBezTo>
                  <a:cubicBezTo>
                    <a:pt x="148" y="96"/>
                    <a:pt x="150" y="97"/>
                    <a:pt x="153" y="97"/>
                  </a:cubicBezTo>
                  <a:cubicBezTo>
                    <a:pt x="175" y="103"/>
                    <a:pt x="195" y="98"/>
                    <a:pt x="198" y="88"/>
                  </a:cubicBezTo>
                  <a:cubicBezTo>
                    <a:pt x="201" y="77"/>
                    <a:pt x="185" y="64"/>
                    <a:pt x="16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任意多边形: 形状 254" descr="e2fe7477-4b01-4b8b-82a7-d987465b3b97"/>
            <p:cNvSpPr/>
            <p:nvPr/>
          </p:nvSpPr>
          <p:spPr bwMode="auto">
            <a:xfrm>
              <a:off x="7168356" y="2124075"/>
              <a:ext cx="125413" cy="198438"/>
            </a:xfrm>
            <a:custGeom>
              <a:gdLst>
                <a:gd name="T0" fmla="*/ 50 w 79"/>
                <a:gd name="T1" fmla="*/ 0 h 125"/>
                <a:gd name="T2" fmla="*/ 17 w 79"/>
                <a:gd name="T3" fmla="*/ 53 h 125"/>
                <a:gd name="T4" fmla="*/ 48 w 79"/>
                <a:gd name="T5" fmla="*/ 58 h 125"/>
                <a:gd name="T6" fmla="*/ 0 w 79"/>
                <a:gd name="T7" fmla="*/ 125 h 125"/>
                <a:gd name="T8" fmla="*/ 79 w 79"/>
                <a:gd name="T9" fmla="*/ 52 h 125"/>
                <a:gd name="T10" fmla="*/ 43 w 79"/>
                <a:gd name="T11" fmla="*/ 46 h 125"/>
                <a:gd name="T12" fmla="*/ 75 w 79"/>
                <a:gd name="T13" fmla="*/ 5 h 125"/>
                <a:gd name="T14" fmla="*/ 50 w 79"/>
                <a:gd name="T15" fmla="*/ 0 h 12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25">
                  <a:moveTo>
                    <a:pt x="50" y="0"/>
                  </a:moveTo>
                  <a:lnTo>
                    <a:pt x="17" y="53"/>
                  </a:lnTo>
                  <a:lnTo>
                    <a:pt x="48" y="58"/>
                  </a:lnTo>
                  <a:lnTo>
                    <a:pt x="0" y="125"/>
                  </a:lnTo>
                  <a:lnTo>
                    <a:pt x="79" y="52"/>
                  </a:lnTo>
                  <a:lnTo>
                    <a:pt x="43" y="46"/>
                  </a:lnTo>
                  <a:lnTo>
                    <a:pt x="75" y="5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3BB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任意多边形: 形状 255" descr="e0bc5642-b9be-4445-b402-7a73d2001c45"/>
            <p:cNvSpPr/>
            <p:nvPr/>
          </p:nvSpPr>
          <p:spPr bwMode="auto">
            <a:xfrm>
              <a:off x="7293768" y="2230438"/>
              <a:ext cx="57150" cy="53975"/>
            </a:xfrm>
            <a:custGeom>
              <a:gdLst>
                <a:gd name="T0" fmla="*/ 11 w 21"/>
                <a:gd name="T1" fmla="*/ 16 h 20"/>
                <a:gd name="T2" fmla="*/ 17 w 21"/>
                <a:gd name="T3" fmla="*/ 0 h 20"/>
                <a:gd name="T4" fmla="*/ 11 w 21"/>
                <a:gd name="T5" fmla="*/ 16 h 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20">
                  <a:moveTo>
                    <a:pt x="11" y="16"/>
                  </a:moveTo>
                  <a:cubicBezTo>
                    <a:pt x="21" y="20"/>
                    <a:pt x="17" y="0"/>
                    <a:pt x="17" y="0"/>
                  </a:cubicBezTo>
                  <a:cubicBezTo>
                    <a:pt x="17" y="0"/>
                    <a:pt x="0" y="12"/>
                    <a:pt x="11" y="16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任意多边形: 形状 256" descr="774a739d-dc18-420d-b425-767282469335"/>
            <p:cNvSpPr/>
            <p:nvPr/>
          </p:nvSpPr>
          <p:spPr bwMode="auto">
            <a:xfrm>
              <a:off x="7363618" y="2173288"/>
              <a:ext cx="41275" cy="42863"/>
            </a:xfrm>
            <a:custGeom>
              <a:gdLst>
                <a:gd name="T0" fmla="*/ 7 w 15"/>
                <a:gd name="T1" fmla="*/ 12 h 16"/>
                <a:gd name="T2" fmla="*/ 14 w 15"/>
                <a:gd name="T3" fmla="*/ 0 h 16"/>
                <a:gd name="T4" fmla="*/ 7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7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7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任意多边形: 形状 257" descr="9712723c-6200-4562-8560-104953807506"/>
            <p:cNvSpPr/>
            <p:nvPr/>
          </p:nvSpPr>
          <p:spPr bwMode="auto">
            <a:xfrm>
              <a:off x="7039768" y="2127250"/>
              <a:ext cx="41275" cy="42863"/>
            </a:xfrm>
            <a:custGeom>
              <a:gdLst>
                <a:gd name="T0" fmla="*/ 8 w 15"/>
                <a:gd name="T1" fmla="*/ 12 h 16"/>
                <a:gd name="T2" fmla="*/ 14 w 15"/>
                <a:gd name="T3" fmla="*/ 0 h 16"/>
                <a:gd name="T4" fmla="*/ 8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8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8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任意多边形: 形状 258" descr="3c40e045-fd01-42f7-b1aa-96a56ca0e713"/>
            <p:cNvSpPr/>
            <p:nvPr/>
          </p:nvSpPr>
          <p:spPr bwMode="auto">
            <a:xfrm>
              <a:off x="7039768" y="2187575"/>
              <a:ext cx="41275" cy="42863"/>
            </a:xfrm>
            <a:custGeom>
              <a:gdLst>
                <a:gd name="T0" fmla="*/ 8 w 15"/>
                <a:gd name="T1" fmla="*/ 12 h 16"/>
                <a:gd name="T2" fmla="*/ 14 w 15"/>
                <a:gd name="T3" fmla="*/ 0 h 16"/>
                <a:gd name="T4" fmla="*/ 8 w 15"/>
                <a:gd name="T5" fmla="*/ 12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8" y="12"/>
                  </a:moveTo>
                  <a:cubicBezTo>
                    <a:pt x="15" y="16"/>
                    <a:pt x="14" y="0"/>
                    <a:pt x="14" y="0"/>
                  </a:cubicBezTo>
                  <a:cubicBezTo>
                    <a:pt x="14" y="0"/>
                    <a:pt x="0" y="8"/>
                    <a:pt x="8" y="12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任意多边形: 形状 259" descr="932c745d-e05b-42ab-bebf-729d6df538a3"/>
            <p:cNvSpPr/>
            <p:nvPr/>
          </p:nvSpPr>
          <p:spPr bwMode="auto">
            <a:xfrm>
              <a:off x="7092156" y="2165350"/>
              <a:ext cx="65088" cy="69850"/>
            </a:xfrm>
            <a:custGeom>
              <a:gdLst>
                <a:gd name="T0" fmla="*/ 12 w 24"/>
                <a:gd name="T1" fmla="*/ 18 h 26"/>
                <a:gd name="T2" fmla="*/ 24 w 24"/>
                <a:gd name="T3" fmla="*/ 0 h 26"/>
                <a:gd name="T4" fmla="*/ 12 w 24"/>
                <a:gd name="T5" fmla="*/ 18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26">
                  <a:moveTo>
                    <a:pt x="12" y="18"/>
                  </a:moveTo>
                  <a:cubicBezTo>
                    <a:pt x="24" y="26"/>
                    <a:pt x="24" y="0"/>
                    <a:pt x="24" y="0"/>
                  </a:cubicBezTo>
                  <a:cubicBezTo>
                    <a:pt x="24" y="0"/>
                    <a:pt x="0" y="10"/>
                    <a:pt x="12" y="18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任意多边形: 形状 260" descr="81551260-355b-4b5a-9072-c7082106b9d8"/>
            <p:cNvSpPr/>
            <p:nvPr/>
          </p:nvSpPr>
          <p:spPr bwMode="auto">
            <a:xfrm>
              <a:off x="7477918" y="2371725"/>
              <a:ext cx="441325" cy="119063"/>
            </a:xfrm>
            <a:custGeom>
              <a:gdLst>
                <a:gd name="T0" fmla="*/ 273 w 278"/>
                <a:gd name="T1" fmla="*/ 75 h 75"/>
                <a:gd name="T2" fmla="*/ 0 w 278"/>
                <a:gd name="T3" fmla="*/ 31 h 75"/>
                <a:gd name="T4" fmla="*/ 5 w 278"/>
                <a:gd name="T5" fmla="*/ 0 h 75"/>
                <a:gd name="T6" fmla="*/ 278 w 278"/>
                <a:gd name="T7" fmla="*/ 45 h 75"/>
                <a:gd name="T8" fmla="*/ 273 w 278"/>
                <a:gd name="T9" fmla="*/ 75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" h="75">
                  <a:moveTo>
                    <a:pt x="273" y="75"/>
                  </a:moveTo>
                  <a:lnTo>
                    <a:pt x="0" y="31"/>
                  </a:lnTo>
                  <a:lnTo>
                    <a:pt x="5" y="0"/>
                  </a:lnTo>
                  <a:lnTo>
                    <a:pt x="278" y="45"/>
                  </a:lnTo>
                  <a:lnTo>
                    <a:pt x="273" y="75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任意多边形: 形状 261" descr="99fd939b-166b-440f-8bd7-ce17af86774a"/>
            <p:cNvSpPr/>
            <p:nvPr/>
          </p:nvSpPr>
          <p:spPr bwMode="auto">
            <a:xfrm>
              <a:off x="7543006" y="2222500"/>
              <a:ext cx="280988" cy="130175"/>
            </a:xfrm>
            <a:custGeom>
              <a:gdLst>
                <a:gd name="T0" fmla="*/ 0 w 103"/>
                <a:gd name="T1" fmla="*/ 31 h 48"/>
                <a:gd name="T2" fmla="*/ 103 w 103"/>
                <a:gd name="T3" fmla="*/ 48 h 48"/>
                <a:gd name="T4" fmla="*/ 59 w 103"/>
                <a:gd name="T5" fmla="*/ 6 h 48"/>
                <a:gd name="T6" fmla="*/ 0 w 103"/>
                <a:gd name="T7" fmla="*/ 31 h 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48">
                  <a:moveTo>
                    <a:pt x="0" y="31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8"/>
                    <a:pt x="95" y="12"/>
                    <a:pt x="59" y="6"/>
                  </a:cubicBezTo>
                  <a:cubicBezTo>
                    <a:pt x="23" y="0"/>
                    <a:pt x="0" y="31"/>
                    <a:pt x="0" y="31"/>
                  </a:cubicBez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任意多边形: 形状 262" descr="c7ababd5-841f-4733-8a19-7aa853124160"/>
            <p:cNvSpPr>
              <a:spLocks noEditPoints="1"/>
            </p:cNvSpPr>
            <p:nvPr/>
          </p:nvSpPr>
          <p:spPr bwMode="auto">
            <a:xfrm>
              <a:off x="7447756" y="2222500"/>
              <a:ext cx="487363" cy="285750"/>
            </a:xfrm>
            <a:custGeom>
              <a:gdLst>
                <a:gd name="T0" fmla="*/ 142 w 179"/>
                <a:gd name="T1" fmla="*/ 47 h 105"/>
                <a:gd name="T2" fmla="*/ 94 w 179"/>
                <a:gd name="T3" fmla="*/ 5 h 105"/>
                <a:gd name="T4" fmla="*/ 29 w 179"/>
                <a:gd name="T5" fmla="*/ 35 h 105"/>
                <a:gd name="T6" fmla="*/ 0 w 179"/>
                <a:gd name="T7" fmla="*/ 76 h 105"/>
                <a:gd name="T8" fmla="*/ 11 w 179"/>
                <a:gd name="T9" fmla="*/ 78 h 105"/>
                <a:gd name="T10" fmla="*/ 13 w 179"/>
                <a:gd name="T11" fmla="*/ 78 h 105"/>
                <a:gd name="T12" fmla="*/ 35 w 179"/>
                <a:gd name="T13" fmla="*/ 62 h 105"/>
                <a:gd name="T14" fmla="*/ 52 w 179"/>
                <a:gd name="T15" fmla="*/ 84 h 105"/>
                <a:gd name="T16" fmla="*/ 82 w 179"/>
                <a:gd name="T17" fmla="*/ 90 h 105"/>
                <a:gd name="T18" fmla="*/ 93 w 179"/>
                <a:gd name="T19" fmla="*/ 91 h 105"/>
                <a:gd name="T20" fmla="*/ 128 w 179"/>
                <a:gd name="T21" fmla="*/ 97 h 105"/>
                <a:gd name="T22" fmla="*/ 151 w 179"/>
                <a:gd name="T23" fmla="*/ 81 h 105"/>
                <a:gd name="T24" fmla="*/ 167 w 179"/>
                <a:gd name="T25" fmla="*/ 104 h 105"/>
                <a:gd name="T26" fmla="*/ 175 w 179"/>
                <a:gd name="T27" fmla="*/ 105 h 105"/>
                <a:gd name="T28" fmla="*/ 142 w 179"/>
                <a:gd name="T29" fmla="*/ 47 h 105"/>
                <a:gd name="T30" fmla="*/ 86 w 179"/>
                <a:gd name="T31" fmla="*/ 38 h 105"/>
                <a:gd name="T32" fmla="*/ 41 w 179"/>
                <a:gd name="T33" fmla="*/ 31 h 105"/>
                <a:gd name="T34" fmla="*/ 91 w 179"/>
                <a:gd name="T35" fmla="*/ 10 h 105"/>
                <a:gd name="T36" fmla="*/ 92 w 179"/>
                <a:gd name="T37" fmla="*/ 7 h 105"/>
                <a:gd name="T38" fmla="*/ 86 w 179"/>
                <a:gd name="T39" fmla="*/ 38 h 105"/>
                <a:gd name="T40" fmla="*/ 92 w 179"/>
                <a:gd name="T41" fmla="*/ 39 h 105"/>
                <a:gd name="T42" fmla="*/ 97 w 179"/>
                <a:gd name="T43" fmla="*/ 11 h 105"/>
                <a:gd name="T44" fmla="*/ 135 w 179"/>
                <a:gd name="T45" fmla="*/ 46 h 105"/>
                <a:gd name="T46" fmla="*/ 92 w 179"/>
                <a:gd name="T47" fmla="*/ 39 h 10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9" h="105">
                  <a:moveTo>
                    <a:pt x="142" y="47"/>
                  </a:moveTo>
                  <a:cubicBezTo>
                    <a:pt x="133" y="25"/>
                    <a:pt x="116" y="8"/>
                    <a:pt x="94" y="5"/>
                  </a:cubicBezTo>
                  <a:cubicBezTo>
                    <a:pt x="69" y="0"/>
                    <a:pt x="45" y="13"/>
                    <a:pt x="29" y="35"/>
                  </a:cubicBezTo>
                  <a:cubicBezTo>
                    <a:pt x="8" y="32"/>
                    <a:pt x="4" y="57"/>
                    <a:pt x="0" y="76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5" y="67"/>
                    <a:pt x="25" y="60"/>
                    <a:pt x="35" y="62"/>
                  </a:cubicBezTo>
                  <a:cubicBezTo>
                    <a:pt x="46" y="64"/>
                    <a:pt x="53" y="74"/>
                    <a:pt x="52" y="84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93" y="91"/>
                    <a:pt x="93" y="91"/>
                    <a:pt x="93" y="91"/>
                  </a:cubicBezTo>
                  <a:cubicBezTo>
                    <a:pt x="128" y="97"/>
                    <a:pt x="128" y="97"/>
                    <a:pt x="128" y="97"/>
                  </a:cubicBezTo>
                  <a:cubicBezTo>
                    <a:pt x="130" y="86"/>
                    <a:pt x="140" y="79"/>
                    <a:pt x="151" y="81"/>
                  </a:cubicBezTo>
                  <a:cubicBezTo>
                    <a:pt x="161" y="83"/>
                    <a:pt x="169" y="93"/>
                    <a:pt x="167" y="104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9" y="77"/>
                    <a:pt x="173" y="52"/>
                    <a:pt x="142" y="47"/>
                  </a:cubicBezTo>
                  <a:close/>
                  <a:moveTo>
                    <a:pt x="86" y="38"/>
                  </a:moveTo>
                  <a:cubicBezTo>
                    <a:pt x="41" y="31"/>
                    <a:pt x="41" y="31"/>
                    <a:pt x="41" y="31"/>
                  </a:cubicBezTo>
                  <a:cubicBezTo>
                    <a:pt x="46" y="23"/>
                    <a:pt x="67" y="6"/>
                    <a:pt x="91" y="10"/>
                  </a:cubicBezTo>
                  <a:cubicBezTo>
                    <a:pt x="92" y="7"/>
                    <a:pt x="92" y="7"/>
                    <a:pt x="92" y="7"/>
                  </a:cubicBezTo>
                  <a:lnTo>
                    <a:pt x="86" y="38"/>
                  </a:lnTo>
                  <a:close/>
                  <a:moveTo>
                    <a:pt x="92" y="39"/>
                  </a:moveTo>
                  <a:cubicBezTo>
                    <a:pt x="97" y="11"/>
                    <a:pt x="97" y="11"/>
                    <a:pt x="97" y="11"/>
                  </a:cubicBezTo>
                  <a:cubicBezTo>
                    <a:pt x="120" y="17"/>
                    <a:pt x="132" y="33"/>
                    <a:pt x="135" y="46"/>
                  </a:cubicBezTo>
                  <a:lnTo>
                    <a:pt x="92" y="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任意多边形: 形状 263" descr="8e051510-6d36-455c-8abf-4c098914b682"/>
            <p:cNvSpPr/>
            <p:nvPr/>
          </p:nvSpPr>
          <p:spPr bwMode="auto">
            <a:xfrm>
              <a:off x="7847806" y="2520950"/>
              <a:ext cx="103188" cy="103188"/>
            </a:xfrm>
            <a:custGeom>
              <a:gdLst>
                <a:gd name="T0" fmla="*/ 36 w 38"/>
                <a:gd name="T1" fmla="*/ 22 h 38"/>
                <a:gd name="T2" fmla="*/ 16 w 38"/>
                <a:gd name="T3" fmla="*/ 36 h 38"/>
                <a:gd name="T4" fmla="*/ 2 w 38"/>
                <a:gd name="T5" fmla="*/ 16 h 38"/>
                <a:gd name="T6" fmla="*/ 22 w 38"/>
                <a:gd name="T7" fmla="*/ 1 h 38"/>
                <a:gd name="T8" fmla="*/ 36 w 38"/>
                <a:gd name="T9" fmla="*/ 22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6" y="22"/>
                  </a:moveTo>
                  <a:cubicBezTo>
                    <a:pt x="35" y="31"/>
                    <a:pt x="26" y="38"/>
                    <a:pt x="16" y="36"/>
                  </a:cubicBezTo>
                  <a:cubicBezTo>
                    <a:pt x="7" y="34"/>
                    <a:pt x="0" y="25"/>
                    <a:pt x="2" y="16"/>
                  </a:cubicBezTo>
                  <a:cubicBezTo>
                    <a:pt x="3" y="6"/>
                    <a:pt x="12" y="0"/>
                    <a:pt x="22" y="1"/>
                  </a:cubicBezTo>
                  <a:cubicBezTo>
                    <a:pt x="32" y="3"/>
                    <a:pt x="38" y="12"/>
                    <a:pt x="36" y="22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任意多边形: 形状 264" descr="ea28922c-f9ea-4b2f-b85e-aa7a7e824965"/>
            <p:cNvSpPr/>
            <p:nvPr/>
          </p:nvSpPr>
          <p:spPr bwMode="auto">
            <a:xfrm>
              <a:off x="7863681" y="2538413"/>
              <a:ext cx="71438" cy="69850"/>
            </a:xfrm>
            <a:custGeom>
              <a:gdLst>
                <a:gd name="T0" fmla="*/ 25 w 26"/>
                <a:gd name="T1" fmla="*/ 15 h 26"/>
                <a:gd name="T2" fmla="*/ 11 w 26"/>
                <a:gd name="T3" fmla="*/ 25 h 26"/>
                <a:gd name="T4" fmla="*/ 1 w 26"/>
                <a:gd name="T5" fmla="*/ 11 h 26"/>
                <a:gd name="T6" fmla="*/ 15 w 26"/>
                <a:gd name="T7" fmla="*/ 1 h 26"/>
                <a:gd name="T8" fmla="*/ 25 w 26"/>
                <a:gd name="T9" fmla="*/ 15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25" y="15"/>
                  </a:moveTo>
                  <a:cubicBezTo>
                    <a:pt x="24" y="21"/>
                    <a:pt x="18" y="26"/>
                    <a:pt x="11" y="25"/>
                  </a:cubicBezTo>
                  <a:cubicBezTo>
                    <a:pt x="5" y="23"/>
                    <a:pt x="0" y="17"/>
                    <a:pt x="1" y="11"/>
                  </a:cubicBezTo>
                  <a:cubicBezTo>
                    <a:pt x="2" y="4"/>
                    <a:pt x="9" y="0"/>
                    <a:pt x="15" y="1"/>
                  </a:cubicBezTo>
                  <a:cubicBezTo>
                    <a:pt x="22" y="2"/>
                    <a:pt x="26" y="8"/>
                    <a:pt x="25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任意多边形: 形状 265" descr="d8c740b1-dd30-425e-b401-516d0d37dfeb"/>
            <p:cNvSpPr/>
            <p:nvPr/>
          </p:nvSpPr>
          <p:spPr bwMode="auto">
            <a:xfrm>
              <a:off x="7877968" y="2547938"/>
              <a:ext cx="46038" cy="47625"/>
            </a:xfrm>
            <a:custGeom>
              <a:gdLst>
                <a:gd name="T0" fmla="*/ 16 w 17"/>
                <a:gd name="T1" fmla="*/ 10 h 17"/>
                <a:gd name="T2" fmla="*/ 7 w 17"/>
                <a:gd name="T3" fmla="*/ 16 h 17"/>
                <a:gd name="T4" fmla="*/ 0 w 17"/>
                <a:gd name="T5" fmla="*/ 7 h 17"/>
                <a:gd name="T6" fmla="*/ 9 w 17"/>
                <a:gd name="T7" fmla="*/ 1 h 17"/>
                <a:gd name="T8" fmla="*/ 16 w 17"/>
                <a:gd name="T9" fmla="*/ 1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6" y="10"/>
                  </a:moveTo>
                  <a:cubicBezTo>
                    <a:pt x="15" y="14"/>
                    <a:pt x="11" y="17"/>
                    <a:pt x="7" y="16"/>
                  </a:cubicBezTo>
                  <a:cubicBezTo>
                    <a:pt x="3" y="16"/>
                    <a:pt x="0" y="12"/>
                    <a:pt x="0" y="7"/>
                  </a:cubicBezTo>
                  <a:cubicBezTo>
                    <a:pt x="1" y="3"/>
                    <a:pt x="5" y="0"/>
                    <a:pt x="9" y="1"/>
                  </a:cubicBezTo>
                  <a:cubicBezTo>
                    <a:pt x="14" y="2"/>
                    <a:pt x="17" y="6"/>
                    <a:pt x="16" y="1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任意多边形: 形状 266" descr="183b52a8-8d99-41f6-853f-e96d737e7e11"/>
            <p:cNvSpPr/>
            <p:nvPr/>
          </p:nvSpPr>
          <p:spPr bwMode="auto">
            <a:xfrm>
              <a:off x="7485856" y="2390775"/>
              <a:ext cx="101600" cy="103188"/>
            </a:xfrm>
            <a:custGeom>
              <a:gdLst>
                <a:gd name="T0" fmla="*/ 36 w 37"/>
                <a:gd name="T1" fmla="*/ 22 h 38"/>
                <a:gd name="T2" fmla="*/ 16 w 37"/>
                <a:gd name="T3" fmla="*/ 37 h 38"/>
                <a:gd name="T4" fmla="*/ 1 w 37"/>
                <a:gd name="T5" fmla="*/ 16 h 38"/>
                <a:gd name="T6" fmla="*/ 21 w 37"/>
                <a:gd name="T7" fmla="*/ 2 h 38"/>
                <a:gd name="T8" fmla="*/ 36 w 37"/>
                <a:gd name="T9" fmla="*/ 22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8">
                  <a:moveTo>
                    <a:pt x="36" y="22"/>
                  </a:moveTo>
                  <a:cubicBezTo>
                    <a:pt x="34" y="32"/>
                    <a:pt x="25" y="38"/>
                    <a:pt x="16" y="37"/>
                  </a:cubicBezTo>
                  <a:cubicBezTo>
                    <a:pt x="6" y="35"/>
                    <a:pt x="0" y="26"/>
                    <a:pt x="1" y="16"/>
                  </a:cubicBezTo>
                  <a:cubicBezTo>
                    <a:pt x="3" y="7"/>
                    <a:pt x="12" y="0"/>
                    <a:pt x="21" y="2"/>
                  </a:cubicBezTo>
                  <a:cubicBezTo>
                    <a:pt x="31" y="4"/>
                    <a:pt x="37" y="13"/>
                    <a:pt x="36" y="22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任意多边形: 形状 267" descr="6edc5cdf-0986-4365-bad8-279e1410b8bb"/>
            <p:cNvSpPr/>
            <p:nvPr/>
          </p:nvSpPr>
          <p:spPr bwMode="auto">
            <a:xfrm>
              <a:off x="7500143" y="2406650"/>
              <a:ext cx="69850" cy="71438"/>
            </a:xfrm>
            <a:custGeom>
              <a:gdLst>
                <a:gd name="T0" fmla="*/ 25 w 26"/>
                <a:gd name="T1" fmla="*/ 15 h 26"/>
                <a:gd name="T2" fmla="*/ 11 w 26"/>
                <a:gd name="T3" fmla="*/ 25 h 26"/>
                <a:gd name="T4" fmla="*/ 2 w 26"/>
                <a:gd name="T5" fmla="*/ 11 h 26"/>
                <a:gd name="T6" fmla="*/ 15 w 26"/>
                <a:gd name="T7" fmla="*/ 1 h 26"/>
                <a:gd name="T8" fmla="*/ 25 w 26"/>
                <a:gd name="T9" fmla="*/ 15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25" y="15"/>
                  </a:moveTo>
                  <a:cubicBezTo>
                    <a:pt x="24" y="22"/>
                    <a:pt x="18" y="26"/>
                    <a:pt x="11" y="25"/>
                  </a:cubicBezTo>
                  <a:cubicBezTo>
                    <a:pt x="5" y="24"/>
                    <a:pt x="0" y="18"/>
                    <a:pt x="2" y="11"/>
                  </a:cubicBezTo>
                  <a:cubicBezTo>
                    <a:pt x="3" y="5"/>
                    <a:pt x="9" y="0"/>
                    <a:pt x="15" y="1"/>
                  </a:cubicBezTo>
                  <a:cubicBezTo>
                    <a:pt x="22" y="2"/>
                    <a:pt x="26" y="9"/>
                    <a:pt x="25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任意多边形: 形状 268" descr="f6e891ce-d657-43f4-b99e-a228a8ed582c"/>
            <p:cNvSpPr/>
            <p:nvPr/>
          </p:nvSpPr>
          <p:spPr bwMode="auto">
            <a:xfrm>
              <a:off x="7512843" y="2420938"/>
              <a:ext cx="47625" cy="46038"/>
            </a:xfrm>
            <a:custGeom>
              <a:gdLst>
                <a:gd name="T0" fmla="*/ 16 w 17"/>
                <a:gd name="T1" fmla="*/ 10 h 17"/>
                <a:gd name="T2" fmla="*/ 7 w 17"/>
                <a:gd name="T3" fmla="*/ 16 h 17"/>
                <a:gd name="T4" fmla="*/ 1 w 17"/>
                <a:gd name="T5" fmla="*/ 7 h 17"/>
                <a:gd name="T6" fmla="*/ 10 w 17"/>
                <a:gd name="T7" fmla="*/ 0 h 17"/>
                <a:gd name="T8" fmla="*/ 16 w 17"/>
                <a:gd name="T9" fmla="*/ 10 h 1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6" y="10"/>
                  </a:moveTo>
                  <a:cubicBezTo>
                    <a:pt x="16" y="14"/>
                    <a:pt x="11" y="17"/>
                    <a:pt x="7" y="16"/>
                  </a:cubicBezTo>
                  <a:cubicBezTo>
                    <a:pt x="3" y="15"/>
                    <a:pt x="0" y="11"/>
                    <a:pt x="1" y="7"/>
                  </a:cubicBezTo>
                  <a:cubicBezTo>
                    <a:pt x="1" y="3"/>
                    <a:pt x="5" y="0"/>
                    <a:pt x="10" y="0"/>
                  </a:cubicBezTo>
                  <a:cubicBezTo>
                    <a:pt x="14" y="1"/>
                    <a:pt x="17" y="5"/>
                    <a:pt x="16" y="1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任意多边形: 形状 269" descr="8597ee3f-6326-4b65-a05e-3ae4a19825a0"/>
            <p:cNvSpPr/>
            <p:nvPr/>
          </p:nvSpPr>
          <p:spPr bwMode="auto">
            <a:xfrm>
              <a:off x="7877968" y="2398713"/>
              <a:ext cx="23813" cy="44450"/>
            </a:xfrm>
            <a:custGeom>
              <a:gdLst>
                <a:gd name="T0" fmla="*/ 8 w 9"/>
                <a:gd name="T1" fmla="*/ 7 h 16"/>
                <a:gd name="T2" fmla="*/ 5 w 9"/>
                <a:gd name="T3" fmla="*/ 15 h 16"/>
                <a:gd name="T4" fmla="*/ 0 w 9"/>
                <a:gd name="T5" fmla="*/ 8 h 16"/>
                <a:gd name="T6" fmla="*/ 4 w 9"/>
                <a:gd name="T7" fmla="*/ 0 h 16"/>
                <a:gd name="T8" fmla="*/ 8 w 9"/>
                <a:gd name="T9" fmla="*/ 7 h 1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6">
                  <a:moveTo>
                    <a:pt x="8" y="7"/>
                  </a:moveTo>
                  <a:cubicBezTo>
                    <a:pt x="9" y="12"/>
                    <a:pt x="7" y="15"/>
                    <a:pt x="5" y="15"/>
                  </a:cubicBezTo>
                  <a:cubicBezTo>
                    <a:pt x="3" y="16"/>
                    <a:pt x="1" y="12"/>
                    <a:pt x="0" y="8"/>
                  </a:cubicBezTo>
                  <a:cubicBezTo>
                    <a:pt x="0" y="4"/>
                    <a:pt x="1" y="0"/>
                    <a:pt x="4" y="0"/>
                  </a:cubicBezTo>
                  <a:cubicBezTo>
                    <a:pt x="6" y="0"/>
                    <a:pt x="8" y="3"/>
                    <a:pt x="8" y="7"/>
                  </a:cubicBezTo>
                  <a:close/>
                </a:path>
              </a:pathLst>
            </a:custGeom>
            <a:solidFill>
              <a:srgbClr val="FDE3A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任意多边形: 形状 270" descr="914d5348-54c5-4605-abc7-7465c3326f6a"/>
            <p:cNvSpPr/>
            <p:nvPr/>
          </p:nvSpPr>
          <p:spPr bwMode="auto">
            <a:xfrm>
              <a:off x="7477918" y="2341563"/>
              <a:ext cx="22225" cy="33338"/>
            </a:xfrm>
            <a:custGeom>
              <a:gdLst>
                <a:gd name="T0" fmla="*/ 7 w 8"/>
                <a:gd name="T1" fmla="*/ 7 h 12"/>
                <a:gd name="T2" fmla="*/ 2 w 8"/>
                <a:gd name="T3" fmla="*/ 11 h 12"/>
                <a:gd name="T4" fmla="*/ 1 w 8"/>
                <a:gd name="T5" fmla="*/ 5 h 12"/>
                <a:gd name="T6" fmla="*/ 6 w 8"/>
                <a:gd name="T7" fmla="*/ 1 h 12"/>
                <a:gd name="T8" fmla="*/ 7 w 8"/>
                <a:gd name="T9" fmla="*/ 7 h 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2">
                  <a:moveTo>
                    <a:pt x="7" y="7"/>
                  </a:moveTo>
                  <a:cubicBezTo>
                    <a:pt x="5" y="10"/>
                    <a:pt x="3" y="12"/>
                    <a:pt x="2" y="11"/>
                  </a:cubicBezTo>
                  <a:cubicBezTo>
                    <a:pt x="0" y="11"/>
                    <a:pt x="0" y="8"/>
                    <a:pt x="1" y="5"/>
                  </a:cubicBezTo>
                  <a:cubicBezTo>
                    <a:pt x="2" y="2"/>
                    <a:pt x="5" y="0"/>
                    <a:pt x="6" y="1"/>
                  </a:cubicBezTo>
                  <a:cubicBezTo>
                    <a:pt x="8" y="2"/>
                    <a:pt x="8" y="4"/>
                    <a:pt x="7" y="7"/>
                  </a:cubicBezTo>
                  <a:close/>
                </a:path>
              </a:pathLst>
            </a:custGeom>
            <a:solidFill>
              <a:srgbClr val="96281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任意多边形: 形状 271" descr="7c0343ab-f641-4407-847b-07d478743731"/>
            <p:cNvSpPr/>
            <p:nvPr/>
          </p:nvSpPr>
          <p:spPr bwMode="auto">
            <a:xfrm>
              <a:off x="7695406" y="2347913"/>
              <a:ext cx="38100" cy="19050"/>
            </a:xfrm>
            <a:custGeom>
              <a:gdLst>
                <a:gd name="T0" fmla="*/ 11 w 14"/>
                <a:gd name="T1" fmla="*/ 6 h 7"/>
                <a:gd name="T2" fmla="*/ 3 w 14"/>
                <a:gd name="T3" fmla="*/ 5 h 7"/>
                <a:gd name="T4" fmla="*/ 1 w 14"/>
                <a:gd name="T5" fmla="*/ 2 h 7"/>
                <a:gd name="T6" fmla="*/ 1 w 14"/>
                <a:gd name="T7" fmla="*/ 2 h 7"/>
                <a:gd name="T8" fmla="*/ 4 w 14"/>
                <a:gd name="T9" fmla="*/ 0 h 7"/>
                <a:gd name="T10" fmla="*/ 11 w 14"/>
                <a:gd name="T11" fmla="*/ 2 h 7"/>
                <a:gd name="T12" fmla="*/ 14 w 14"/>
                <a:gd name="T13" fmla="*/ 4 h 7"/>
                <a:gd name="T14" fmla="*/ 14 w 14"/>
                <a:gd name="T15" fmla="*/ 4 h 7"/>
                <a:gd name="T16" fmla="*/ 11 w 14"/>
                <a:gd name="T17" fmla="*/ 6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7">
                  <a:moveTo>
                    <a:pt x="11" y="6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3" y="2"/>
                    <a:pt x="14" y="3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6"/>
                    <a:pt x="12" y="7"/>
                    <a:pt x="11" y="6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任意多边形: 形状 272" descr="d5cd4d59-81b4-4284-a8e7-2fa228191498"/>
            <p:cNvSpPr/>
            <p:nvPr/>
          </p:nvSpPr>
          <p:spPr bwMode="auto">
            <a:xfrm>
              <a:off x="7752556" y="2482850"/>
              <a:ext cx="34925" cy="65088"/>
            </a:xfrm>
            <a:custGeom>
              <a:gdLst>
                <a:gd name="T0" fmla="*/ 12 w 22"/>
                <a:gd name="T1" fmla="*/ 41 h 41"/>
                <a:gd name="T2" fmla="*/ 0 w 22"/>
                <a:gd name="T3" fmla="*/ 38 h 41"/>
                <a:gd name="T4" fmla="*/ 10 w 22"/>
                <a:gd name="T5" fmla="*/ 0 h 41"/>
                <a:gd name="T6" fmla="*/ 22 w 22"/>
                <a:gd name="T7" fmla="*/ 2 h 41"/>
                <a:gd name="T8" fmla="*/ 12 w 22"/>
                <a:gd name="T9" fmla="*/ 41 h 4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1">
                  <a:moveTo>
                    <a:pt x="12" y="41"/>
                  </a:moveTo>
                  <a:lnTo>
                    <a:pt x="0" y="38"/>
                  </a:lnTo>
                  <a:lnTo>
                    <a:pt x="10" y="0"/>
                  </a:lnTo>
                  <a:lnTo>
                    <a:pt x="22" y="2"/>
                  </a:lnTo>
                  <a:lnTo>
                    <a:pt x="12" y="41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任意多边形: 形状 273" descr="de417f09-4247-4245-9149-3b1ca89a1834"/>
            <p:cNvSpPr/>
            <p:nvPr/>
          </p:nvSpPr>
          <p:spPr bwMode="auto">
            <a:xfrm>
              <a:off x="7733506" y="2538413"/>
              <a:ext cx="53975" cy="23813"/>
            </a:xfrm>
            <a:custGeom>
              <a:gdLst>
                <a:gd name="T0" fmla="*/ 33 w 34"/>
                <a:gd name="T1" fmla="*/ 15 h 15"/>
                <a:gd name="T2" fmla="*/ 0 w 34"/>
                <a:gd name="T3" fmla="*/ 6 h 15"/>
                <a:gd name="T4" fmla="*/ 2 w 34"/>
                <a:gd name="T5" fmla="*/ 0 h 15"/>
                <a:gd name="T6" fmla="*/ 34 w 34"/>
                <a:gd name="T7" fmla="*/ 8 h 15"/>
                <a:gd name="T8" fmla="*/ 33 w 34"/>
                <a:gd name="T9" fmla="*/ 15 h 1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5">
                  <a:moveTo>
                    <a:pt x="33" y="15"/>
                  </a:moveTo>
                  <a:lnTo>
                    <a:pt x="0" y="6"/>
                  </a:lnTo>
                  <a:lnTo>
                    <a:pt x="2" y="0"/>
                  </a:lnTo>
                  <a:lnTo>
                    <a:pt x="34" y="8"/>
                  </a:lnTo>
                  <a:lnTo>
                    <a:pt x="33" y="15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任意多边形: 形状 274" descr="ce81df42-2fb0-4c9a-a356-57320a3cac5b"/>
            <p:cNvSpPr/>
            <p:nvPr/>
          </p:nvSpPr>
          <p:spPr bwMode="auto">
            <a:xfrm>
              <a:off x="7312818" y="2360613"/>
              <a:ext cx="228600" cy="212725"/>
            </a:xfrm>
            <a:custGeom>
              <a:gdLst>
                <a:gd name="T0" fmla="*/ 84 w 84"/>
                <a:gd name="T1" fmla="*/ 22 h 78"/>
                <a:gd name="T2" fmla="*/ 54 w 84"/>
                <a:gd name="T3" fmla="*/ 5 h 78"/>
                <a:gd name="T4" fmla="*/ 20 w 84"/>
                <a:gd name="T5" fmla="*/ 5 h 78"/>
                <a:gd name="T6" fmla="*/ 34 w 84"/>
                <a:gd name="T7" fmla="*/ 78 h 78"/>
                <a:gd name="T8" fmla="*/ 84 w 84"/>
                <a:gd name="T9" fmla="*/ 22 h 7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78">
                  <a:moveTo>
                    <a:pt x="84" y="22"/>
                  </a:moveTo>
                  <a:cubicBezTo>
                    <a:pt x="84" y="22"/>
                    <a:pt x="75" y="11"/>
                    <a:pt x="54" y="5"/>
                  </a:cubicBezTo>
                  <a:cubicBezTo>
                    <a:pt x="34" y="0"/>
                    <a:pt x="20" y="5"/>
                    <a:pt x="20" y="5"/>
                  </a:cubicBezTo>
                  <a:cubicBezTo>
                    <a:pt x="20" y="5"/>
                    <a:pt x="0" y="47"/>
                    <a:pt x="34" y="78"/>
                  </a:cubicBezTo>
                  <a:cubicBezTo>
                    <a:pt x="79" y="70"/>
                    <a:pt x="84" y="22"/>
                    <a:pt x="84" y="22"/>
                  </a:cubicBezTo>
                  <a:close/>
                </a:path>
              </a:pathLst>
            </a:custGeom>
            <a:solidFill>
              <a:srgbClr val="71AB95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任意多边形: 形状 275" descr="d41db9af-da5b-4e33-b00f-2f3ba9ff5b24"/>
            <p:cNvSpPr/>
            <p:nvPr/>
          </p:nvSpPr>
          <p:spPr bwMode="auto">
            <a:xfrm>
              <a:off x="7320756" y="2368550"/>
              <a:ext cx="211138" cy="196850"/>
            </a:xfrm>
            <a:custGeom>
              <a:gdLst>
                <a:gd name="T0" fmla="*/ 78 w 78"/>
                <a:gd name="T1" fmla="*/ 21 h 72"/>
                <a:gd name="T2" fmla="*/ 51 w 78"/>
                <a:gd name="T3" fmla="*/ 6 h 72"/>
                <a:gd name="T4" fmla="*/ 19 w 78"/>
                <a:gd name="T5" fmla="*/ 5 h 72"/>
                <a:gd name="T6" fmla="*/ 32 w 78"/>
                <a:gd name="T7" fmla="*/ 72 h 72"/>
                <a:gd name="T8" fmla="*/ 78 w 78"/>
                <a:gd name="T9" fmla="*/ 21 h 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2">
                  <a:moveTo>
                    <a:pt x="78" y="21"/>
                  </a:moveTo>
                  <a:cubicBezTo>
                    <a:pt x="78" y="21"/>
                    <a:pt x="69" y="11"/>
                    <a:pt x="51" y="6"/>
                  </a:cubicBezTo>
                  <a:cubicBezTo>
                    <a:pt x="32" y="0"/>
                    <a:pt x="19" y="5"/>
                    <a:pt x="19" y="5"/>
                  </a:cubicBezTo>
                  <a:cubicBezTo>
                    <a:pt x="19" y="5"/>
                    <a:pt x="0" y="44"/>
                    <a:pt x="32" y="72"/>
                  </a:cubicBezTo>
                  <a:cubicBezTo>
                    <a:pt x="73" y="64"/>
                    <a:pt x="78" y="21"/>
                    <a:pt x="78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任意多边形: 形状 276" descr="e903a94b-6872-4d01-8a89-630e88b812af"/>
            <p:cNvSpPr/>
            <p:nvPr/>
          </p:nvSpPr>
          <p:spPr bwMode="auto">
            <a:xfrm>
              <a:off x="7331868" y="2378075"/>
              <a:ext cx="192088" cy="179388"/>
            </a:xfrm>
            <a:custGeom>
              <a:gdLst>
                <a:gd name="T0" fmla="*/ 71 w 71"/>
                <a:gd name="T1" fmla="*/ 20 h 66"/>
                <a:gd name="T2" fmla="*/ 46 w 71"/>
                <a:gd name="T3" fmla="*/ 5 h 66"/>
                <a:gd name="T4" fmla="*/ 17 w 71"/>
                <a:gd name="T5" fmla="*/ 5 h 66"/>
                <a:gd name="T6" fmla="*/ 29 w 71"/>
                <a:gd name="T7" fmla="*/ 66 h 66"/>
                <a:gd name="T8" fmla="*/ 71 w 71"/>
                <a:gd name="T9" fmla="*/ 20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6">
                  <a:moveTo>
                    <a:pt x="71" y="20"/>
                  </a:moveTo>
                  <a:cubicBezTo>
                    <a:pt x="71" y="20"/>
                    <a:pt x="63" y="10"/>
                    <a:pt x="46" y="5"/>
                  </a:cubicBezTo>
                  <a:cubicBezTo>
                    <a:pt x="29" y="0"/>
                    <a:pt x="17" y="5"/>
                    <a:pt x="17" y="5"/>
                  </a:cubicBezTo>
                  <a:cubicBezTo>
                    <a:pt x="17" y="5"/>
                    <a:pt x="0" y="41"/>
                    <a:pt x="29" y="66"/>
                  </a:cubicBezTo>
                  <a:cubicBezTo>
                    <a:pt x="67" y="59"/>
                    <a:pt x="71" y="20"/>
                    <a:pt x="71" y="20"/>
                  </a:cubicBezTo>
                  <a:close/>
                </a:path>
              </a:pathLst>
            </a:custGeom>
            <a:solidFill>
              <a:srgbClr val="5B8A78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任意多边形: 形状 277" descr="48e0c498-84dc-4284-817b-ced2635e4100"/>
            <p:cNvSpPr>
              <a:spLocks noEditPoints="1"/>
            </p:cNvSpPr>
            <p:nvPr/>
          </p:nvSpPr>
          <p:spPr bwMode="auto">
            <a:xfrm>
              <a:off x="7390606" y="2416175"/>
              <a:ext cx="90488" cy="92075"/>
            </a:xfrm>
            <a:custGeom>
              <a:gdLst>
                <a:gd name="T0" fmla="*/ 10 w 33"/>
                <a:gd name="T1" fmla="*/ 33 h 34"/>
                <a:gd name="T2" fmla="*/ 14 w 33"/>
                <a:gd name="T3" fmla="*/ 34 h 34"/>
                <a:gd name="T4" fmla="*/ 16 w 33"/>
                <a:gd name="T5" fmla="*/ 29 h 34"/>
                <a:gd name="T6" fmla="*/ 20 w 33"/>
                <a:gd name="T7" fmla="*/ 28 h 34"/>
                <a:gd name="T8" fmla="*/ 22 w 33"/>
                <a:gd name="T9" fmla="*/ 33 h 34"/>
                <a:gd name="T10" fmla="*/ 27 w 33"/>
                <a:gd name="T11" fmla="*/ 31 h 34"/>
                <a:gd name="T12" fmla="*/ 24 w 33"/>
                <a:gd name="T13" fmla="*/ 26 h 34"/>
                <a:gd name="T14" fmla="*/ 27 w 33"/>
                <a:gd name="T15" fmla="*/ 23 h 34"/>
                <a:gd name="T16" fmla="*/ 32 w 33"/>
                <a:gd name="T17" fmla="*/ 24 h 34"/>
                <a:gd name="T18" fmla="*/ 33 w 33"/>
                <a:gd name="T19" fmla="*/ 19 h 34"/>
                <a:gd name="T20" fmla="*/ 28 w 33"/>
                <a:gd name="T21" fmla="*/ 18 h 34"/>
                <a:gd name="T22" fmla="*/ 28 w 33"/>
                <a:gd name="T23" fmla="*/ 14 h 34"/>
                <a:gd name="T24" fmla="*/ 32 w 33"/>
                <a:gd name="T25" fmla="*/ 11 h 34"/>
                <a:gd name="T26" fmla="*/ 30 w 33"/>
                <a:gd name="T27" fmla="*/ 7 h 34"/>
                <a:gd name="T28" fmla="*/ 25 w 33"/>
                <a:gd name="T29" fmla="*/ 9 h 34"/>
                <a:gd name="T30" fmla="*/ 22 w 33"/>
                <a:gd name="T31" fmla="*/ 7 h 34"/>
                <a:gd name="T32" fmla="*/ 23 w 33"/>
                <a:gd name="T33" fmla="*/ 2 h 34"/>
                <a:gd name="T34" fmla="*/ 18 w 33"/>
                <a:gd name="T35" fmla="*/ 0 h 34"/>
                <a:gd name="T36" fmla="*/ 17 w 33"/>
                <a:gd name="T37" fmla="*/ 6 h 34"/>
                <a:gd name="T38" fmla="*/ 13 w 33"/>
                <a:gd name="T39" fmla="*/ 6 h 34"/>
                <a:gd name="T40" fmla="*/ 11 w 33"/>
                <a:gd name="T41" fmla="*/ 1 h 34"/>
                <a:gd name="T42" fmla="*/ 6 w 33"/>
                <a:gd name="T43" fmla="*/ 4 h 34"/>
                <a:gd name="T44" fmla="*/ 9 w 33"/>
                <a:gd name="T45" fmla="*/ 9 h 34"/>
                <a:gd name="T46" fmla="*/ 6 w 33"/>
                <a:gd name="T47" fmla="*/ 12 h 34"/>
                <a:gd name="T48" fmla="*/ 1 w 33"/>
                <a:gd name="T49" fmla="*/ 10 h 34"/>
                <a:gd name="T50" fmla="*/ 0 w 33"/>
                <a:gd name="T51" fmla="*/ 15 h 34"/>
                <a:gd name="T52" fmla="*/ 5 w 33"/>
                <a:gd name="T53" fmla="*/ 17 h 34"/>
                <a:gd name="T54" fmla="*/ 5 w 33"/>
                <a:gd name="T55" fmla="*/ 21 h 34"/>
                <a:gd name="T56" fmla="*/ 1 w 33"/>
                <a:gd name="T57" fmla="*/ 23 h 34"/>
                <a:gd name="T58" fmla="*/ 3 w 33"/>
                <a:gd name="T59" fmla="*/ 28 h 34"/>
                <a:gd name="T60" fmla="*/ 8 w 33"/>
                <a:gd name="T61" fmla="*/ 25 h 34"/>
                <a:gd name="T62" fmla="*/ 11 w 33"/>
                <a:gd name="T63" fmla="*/ 27 h 34"/>
                <a:gd name="T64" fmla="*/ 10 w 33"/>
                <a:gd name="T65" fmla="*/ 33 h 34"/>
                <a:gd name="T66" fmla="*/ 11 w 33"/>
                <a:gd name="T67" fmla="*/ 17 h 34"/>
                <a:gd name="T68" fmla="*/ 19 w 33"/>
                <a:gd name="T69" fmla="*/ 12 h 34"/>
                <a:gd name="T70" fmla="*/ 22 w 33"/>
                <a:gd name="T71" fmla="*/ 17 h 34"/>
                <a:gd name="T72" fmla="*/ 14 w 33"/>
                <a:gd name="T73" fmla="*/ 22 h 34"/>
                <a:gd name="T74" fmla="*/ 11 w 33"/>
                <a:gd name="T75" fmla="*/ 17 h 3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" h="34">
                  <a:moveTo>
                    <a:pt x="10" y="33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9" y="29"/>
                    <a:pt x="20" y="28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6" y="24"/>
                    <a:pt x="27" y="23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6"/>
                    <a:pt x="28" y="15"/>
                    <a:pt x="28" y="14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9"/>
                    <a:pt x="23" y="8"/>
                    <a:pt x="22" y="7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6"/>
                    <a:pt x="14" y="6"/>
                    <a:pt x="13" y="6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7" y="11"/>
                    <a:pt x="6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9"/>
                    <a:pt x="5" y="2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7"/>
                    <a:pt x="11" y="27"/>
                  </a:cubicBezTo>
                  <a:lnTo>
                    <a:pt x="10" y="33"/>
                  </a:lnTo>
                  <a:close/>
                  <a:moveTo>
                    <a:pt x="11" y="17"/>
                  </a:moveTo>
                  <a:cubicBezTo>
                    <a:pt x="11" y="13"/>
                    <a:pt x="15" y="10"/>
                    <a:pt x="19" y="12"/>
                  </a:cubicBezTo>
                  <a:cubicBezTo>
                    <a:pt x="21" y="13"/>
                    <a:pt x="22" y="15"/>
                    <a:pt x="22" y="17"/>
                  </a:cubicBezTo>
                  <a:cubicBezTo>
                    <a:pt x="22" y="22"/>
                    <a:pt x="17" y="24"/>
                    <a:pt x="14" y="22"/>
                  </a:cubicBezTo>
                  <a:cubicBezTo>
                    <a:pt x="12" y="21"/>
                    <a:pt x="11" y="19"/>
                    <a:pt x="11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任意多边形: 形状 278" descr="b26f2939-71cf-4d9b-93c5-7b154158010d"/>
            <p:cNvSpPr/>
            <p:nvPr/>
          </p:nvSpPr>
          <p:spPr bwMode="auto">
            <a:xfrm>
              <a:off x="4239418" y="2428875"/>
              <a:ext cx="496888" cy="373063"/>
            </a:xfrm>
            <a:custGeom>
              <a:gdLst>
                <a:gd name="T0" fmla="*/ 173 w 183"/>
                <a:gd name="T1" fmla="*/ 24 h 137"/>
                <a:gd name="T2" fmla="*/ 106 w 183"/>
                <a:gd name="T3" fmla="*/ 127 h 137"/>
                <a:gd name="T4" fmla="*/ 4 w 183"/>
                <a:gd name="T5" fmla="*/ 61 h 137"/>
                <a:gd name="T6" fmla="*/ 59 w 183"/>
                <a:gd name="T7" fmla="*/ 13 h 137"/>
                <a:gd name="T8" fmla="*/ 61 w 183"/>
                <a:gd name="T9" fmla="*/ 53 h 137"/>
                <a:gd name="T10" fmla="*/ 81 w 183"/>
                <a:gd name="T11" fmla="*/ 45 h 137"/>
                <a:gd name="T12" fmla="*/ 116 w 183"/>
                <a:gd name="T13" fmla="*/ 86 h 137"/>
                <a:gd name="T14" fmla="*/ 102 w 183"/>
                <a:gd name="T15" fmla="*/ 24 h 137"/>
                <a:gd name="T16" fmla="*/ 82 w 183"/>
                <a:gd name="T17" fmla="*/ 17 h 137"/>
                <a:gd name="T18" fmla="*/ 96 w 183"/>
                <a:gd name="T19" fmla="*/ 14 h 137"/>
                <a:gd name="T20" fmla="*/ 104 w 183"/>
                <a:gd name="T21" fmla="*/ 4 h 137"/>
                <a:gd name="T22" fmla="*/ 173 w 183"/>
                <a:gd name="T23" fmla="*/ 24 h 1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3" h="137">
                  <a:moveTo>
                    <a:pt x="173" y="24"/>
                  </a:moveTo>
                  <a:cubicBezTo>
                    <a:pt x="183" y="71"/>
                    <a:pt x="153" y="117"/>
                    <a:pt x="106" y="127"/>
                  </a:cubicBezTo>
                  <a:cubicBezTo>
                    <a:pt x="60" y="137"/>
                    <a:pt x="14" y="107"/>
                    <a:pt x="4" y="61"/>
                  </a:cubicBezTo>
                  <a:cubicBezTo>
                    <a:pt x="0" y="41"/>
                    <a:pt x="26" y="24"/>
                    <a:pt x="59" y="1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116" y="86"/>
                    <a:pt x="116" y="86"/>
                    <a:pt x="116" y="86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38" y="0"/>
                    <a:pt x="169" y="5"/>
                    <a:pt x="173" y="24"/>
                  </a:cubicBezTo>
                  <a:close/>
                </a:path>
              </a:pathLst>
            </a:custGeom>
            <a:solidFill>
              <a:srgbClr val="795547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任意多边形: 形状 279" descr="639148e4-9ad0-45cc-818b-64df465c5e49"/>
            <p:cNvSpPr/>
            <p:nvPr/>
          </p:nvSpPr>
          <p:spPr bwMode="auto">
            <a:xfrm>
              <a:off x="4242593" y="2459038"/>
              <a:ext cx="173038" cy="144463"/>
            </a:xfrm>
            <a:custGeom>
              <a:gdLst>
                <a:gd name="T0" fmla="*/ 56 w 64"/>
                <a:gd name="T1" fmla="*/ 0 h 53"/>
                <a:gd name="T2" fmla="*/ 0 w 64"/>
                <a:gd name="T3" fmla="*/ 44 h 53"/>
                <a:gd name="T4" fmla="*/ 6 w 64"/>
                <a:gd name="T5" fmla="*/ 53 h 53"/>
                <a:gd name="T6" fmla="*/ 10 w 64"/>
                <a:gd name="T7" fmla="*/ 48 h 53"/>
                <a:gd name="T8" fmla="*/ 13 w 64"/>
                <a:gd name="T9" fmla="*/ 50 h 53"/>
                <a:gd name="T10" fmla="*/ 17 w 64"/>
                <a:gd name="T11" fmla="*/ 42 h 53"/>
                <a:gd name="T12" fmla="*/ 20 w 64"/>
                <a:gd name="T13" fmla="*/ 45 h 53"/>
                <a:gd name="T14" fmla="*/ 21 w 64"/>
                <a:gd name="T15" fmla="*/ 38 h 53"/>
                <a:gd name="T16" fmla="*/ 27 w 64"/>
                <a:gd name="T17" fmla="*/ 40 h 53"/>
                <a:gd name="T18" fmla="*/ 28 w 64"/>
                <a:gd name="T19" fmla="*/ 34 h 53"/>
                <a:gd name="T20" fmla="*/ 32 w 64"/>
                <a:gd name="T21" fmla="*/ 35 h 53"/>
                <a:gd name="T22" fmla="*/ 34 w 64"/>
                <a:gd name="T23" fmla="*/ 27 h 53"/>
                <a:gd name="T24" fmla="*/ 40 w 64"/>
                <a:gd name="T25" fmla="*/ 30 h 53"/>
                <a:gd name="T26" fmla="*/ 41 w 64"/>
                <a:gd name="T27" fmla="*/ 25 h 53"/>
                <a:gd name="T28" fmla="*/ 45 w 64"/>
                <a:gd name="T29" fmla="*/ 26 h 53"/>
                <a:gd name="T30" fmla="*/ 45 w 64"/>
                <a:gd name="T31" fmla="*/ 20 h 53"/>
                <a:gd name="T32" fmla="*/ 50 w 64"/>
                <a:gd name="T33" fmla="*/ 21 h 53"/>
                <a:gd name="T34" fmla="*/ 51 w 64"/>
                <a:gd name="T35" fmla="*/ 14 h 53"/>
                <a:gd name="T36" fmla="*/ 55 w 64"/>
                <a:gd name="T37" fmla="*/ 16 h 53"/>
                <a:gd name="T38" fmla="*/ 55 w 64"/>
                <a:gd name="T39" fmla="*/ 11 h 53"/>
                <a:gd name="T40" fmla="*/ 61 w 64"/>
                <a:gd name="T41" fmla="*/ 14 h 53"/>
                <a:gd name="T42" fmla="*/ 59 w 64"/>
                <a:gd name="T43" fmla="*/ 8 h 53"/>
                <a:gd name="T44" fmla="*/ 64 w 64"/>
                <a:gd name="T45" fmla="*/ 10 h 53"/>
                <a:gd name="T46" fmla="*/ 56 w 64"/>
                <a:gd name="T47" fmla="*/ 0 h 53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52">
                  <a:moveTo>
                    <a:pt x="56" y="0"/>
                  </a:moveTo>
                  <a:cubicBezTo>
                    <a:pt x="56" y="0"/>
                    <a:pt x="0" y="18"/>
                    <a:pt x="0" y="44"/>
                  </a:cubicBezTo>
                  <a:cubicBezTo>
                    <a:pt x="0" y="48"/>
                    <a:pt x="6" y="53"/>
                    <a:pt x="6" y="5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4" y="10"/>
                    <a:pt x="64" y="10"/>
                    <a:pt x="64" y="10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79D0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任意多边形: 形状 280" descr="25a7129a-2be2-4c08-aebb-f168da5b409e"/>
            <p:cNvSpPr/>
            <p:nvPr/>
          </p:nvSpPr>
          <p:spPr bwMode="auto">
            <a:xfrm>
              <a:off x="4510881" y="2417763"/>
              <a:ext cx="201613" cy="95250"/>
            </a:xfrm>
            <a:custGeom>
              <a:gdLst>
                <a:gd name="T0" fmla="*/ 4 w 74"/>
                <a:gd name="T1" fmla="*/ 6 h 35"/>
                <a:gd name="T2" fmla="*/ 73 w 74"/>
                <a:gd name="T3" fmla="*/ 24 h 35"/>
                <a:gd name="T4" fmla="*/ 71 w 74"/>
                <a:gd name="T5" fmla="*/ 35 h 35"/>
                <a:gd name="T6" fmla="*/ 66 w 74"/>
                <a:gd name="T7" fmla="*/ 29 h 35"/>
                <a:gd name="T8" fmla="*/ 63 w 74"/>
                <a:gd name="T9" fmla="*/ 34 h 35"/>
                <a:gd name="T10" fmla="*/ 58 w 74"/>
                <a:gd name="T11" fmla="*/ 28 h 35"/>
                <a:gd name="T12" fmla="*/ 53 w 74"/>
                <a:gd name="T13" fmla="*/ 32 h 35"/>
                <a:gd name="T14" fmla="*/ 50 w 74"/>
                <a:gd name="T15" fmla="*/ 25 h 35"/>
                <a:gd name="T16" fmla="*/ 45 w 74"/>
                <a:gd name="T17" fmla="*/ 31 h 35"/>
                <a:gd name="T18" fmla="*/ 42 w 74"/>
                <a:gd name="T19" fmla="*/ 25 h 35"/>
                <a:gd name="T20" fmla="*/ 37 w 74"/>
                <a:gd name="T21" fmla="*/ 28 h 35"/>
                <a:gd name="T22" fmla="*/ 34 w 74"/>
                <a:gd name="T23" fmla="*/ 22 h 35"/>
                <a:gd name="T24" fmla="*/ 29 w 74"/>
                <a:gd name="T25" fmla="*/ 25 h 35"/>
                <a:gd name="T26" fmla="*/ 27 w 74"/>
                <a:gd name="T27" fmla="*/ 21 h 35"/>
                <a:gd name="T28" fmla="*/ 22 w 74"/>
                <a:gd name="T29" fmla="*/ 24 h 35"/>
                <a:gd name="T30" fmla="*/ 21 w 74"/>
                <a:gd name="T31" fmla="*/ 18 h 35"/>
                <a:gd name="T32" fmla="*/ 16 w 74"/>
                <a:gd name="T33" fmla="*/ 22 h 35"/>
                <a:gd name="T34" fmla="*/ 14 w 74"/>
                <a:gd name="T35" fmla="*/ 17 h 35"/>
                <a:gd name="T36" fmla="*/ 11 w 74"/>
                <a:gd name="T37" fmla="*/ 21 h 35"/>
                <a:gd name="T38" fmla="*/ 10 w 74"/>
                <a:gd name="T39" fmla="*/ 16 h 35"/>
                <a:gd name="T40" fmla="*/ 6 w 74"/>
                <a:gd name="T41" fmla="*/ 20 h 35"/>
                <a:gd name="T42" fmla="*/ 6 w 74"/>
                <a:gd name="T43" fmla="*/ 15 h 35"/>
                <a:gd name="T44" fmla="*/ 0 w 74"/>
                <a:gd name="T45" fmla="*/ 18 h 35"/>
                <a:gd name="T46" fmla="*/ 4 w 74"/>
                <a:gd name="T47" fmla="*/ 6 h 3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4" h="35">
                  <a:moveTo>
                    <a:pt x="4" y="6"/>
                  </a:moveTo>
                  <a:cubicBezTo>
                    <a:pt x="4" y="6"/>
                    <a:pt x="62" y="0"/>
                    <a:pt x="73" y="24"/>
                  </a:cubicBezTo>
                  <a:cubicBezTo>
                    <a:pt x="74" y="27"/>
                    <a:pt x="71" y="35"/>
                    <a:pt x="71" y="35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0" y="18"/>
                    <a:pt x="0" y="18"/>
                    <a:pt x="0" y="18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79D0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任意多边形: 形状 281" descr="c4f25358-c501-43ee-af6b-18ef40ae9ebe"/>
            <p:cNvSpPr/>
            <p:nvPr/>
          </p:nvSpPr>
          <p:spPr bwMode="auto">
            <a:xfrm>
              <a:off x="4552156" y="2336800"/>
              <a:ext cx="127000" cy="107950"/>
            </a:xfrm>
            <a:custGeom>
              <a:gdLst>
                <a:gd name="T0" fmla="*/ 70 w 80"/>
                <a:gd name="T1" fmla="*/ 68 h 68"/>
                <a:gd name="T2" fmla="*/ 0 w 80"/>
                <a:gd name="T3" fmla="*/ 55 h 68"/>
                <a:gd name="T4" fmla="*/ 10 w 80"/>
                <a:gd name="T5" fmla="*/ 0 h 68"/>
                <a:gd name="T6" fmla="*/ 80 w 80"/>
                <a:gd name="T7" fmla="*/ 15 h 68"/>
                <a:gd name="T8" fmla="*/ 70 w 80"/>
                <a:gd name="T9" fmla="*/ 68 h 6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68">
                  <a:moveTo>
                    <a:pt x="70" y="68"/>
                  </a:moveTo>
                  <a:lnTo>
                    <a:pt x="0" y="55"/>
                  </a:lnTo>
                  <a:lnTo>
                    <a:pt x="10" y="0"/>
                  </a:lnTo>
                  <a:lnTo>
                    <a:pt x="80" y="15"/>
                  </a:lnTo>
                  <a:lnTo>
                    <a:pt x="70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任意多边形: 形状 282" descr="862bd80f-6751-4ecc-bd16-5c2148c871d0"/>
            <p:cNvSpPr/>
            <p:nvPr/>
          </p:nvSpPr>
          <p:spPr bwMode="auto">
            <a:xfrm>
              <a:off x="4536281" y="2420938"/>
              <a:ext cx="138113" cy="46038"/>
            </a:xfrm>
            <a:custGeom>
              <a:gdLst>
                <a:gd name="T0" fmla="*/ 85 w 87"/>
                <a:gd name="T1" fmla="*/ 29 h 29"/>
                <a:gd name="T2" fmla="*/ 0 w 87"/>
                <a:gd name="T3" fmla="*/ 12 h 29"/>
                <a:gd name="T4" fmla="*/ 3 w 87"/>
                <a:gd name="T5" fmla="*/ 0 h 29"/>
                <a:gd name="T6" fmla="*/ 87 w 87"/>
                <a:gd name="T7" fmla="*/ 17 h 29"/>
                <a:gd name="T8" fmla="*/ 85 w 87"/>
                <a:gd name="T9" fmla="*/ 29 h 2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28">
                  <a:moveTo>
                    <a:pt x="85" y="29"/>
                  </a:moveTo>
                  <a:lnTo>
                    <a:pt x="0" y="12"/>
                  </a:lnTo>
                  <a:lnTo>
                    <a:pt x="3" y="0"/>
                  </a:lnTo>
                  <a:lnTo>
                    <a:pt x="87" y="17"/>
                  </a:lnTo>
                  <a:lnTo>
                    <a:pt x="85" y="29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任意多边形: 形状 283" descr="a3e3ce6b-6ca3-4961-8214-32c2dcb9b7d0"/>
            <p:cNvSpPr/>
            <p:nvPr/>
          </p:nvSpPr>
          <p:spPr bwMode="auto">
            <a:xfrm>
              <a:off x="4545806" y="2292350"/>
              <a:ext cx="158750" cy="71438"/>
            </a:xfrm>
            <a:custGeom>
              <a:gdLst>
                <a:gd name="T0" fmla="*/ 57 w 100"/>
                <a:gd name="T1" fmla="*/ 0 h 45"/>
                <a:gd name="T2" fmla="*/ 0 w 100"/>
                <a:gd name="T3" fmla="*/ 26 h 45"/>
                <a:gd name="T4" fmla="*/ 100 w 100"/>
                <a:gd name="T5" fmla="*/ 45 h 45"/>
                <a:gd name="T6" fmla="*/ 57 w 100"/>
                <a:gd name="T7" fmla="*/ 0 h 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45">
                  <a:moveTo>
                    <a:pt x="57" y="0"/>
                  </a:moveTo>
                  <a:lnTo>
                    <a:pt x="0" y="26"/>
                  </a:lnTo>
                  <a:lnTo>
                    <a:pt x="100" y="4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任意多边形: 形状 284" descr="67420cae-f117-46f2-8ede-d847d4719bd2"/>
            <p:cNvSpPr/>
            <p:nvPr/>
          </p:nvSpPr>
          <p:spPr bwMode="auto">
            <a:xfrm>
              <a:off x="4575968" y="2349500"/>
              <a:ext cx="30163" cy="30163"/>
            </a:xfrm>
            <a:custGeom>
              <a:gdLst>
                <a:gd name="T0" fmla="*/ 16 w 19"/>
                <a:gd name="T1" fmla="*/ 19 h 19"/>
                <a:gd name="T2" fmla="*/ 0 w 19"/>
                <a:gd name="T3" fmla="*/ 16 h 19"/>
                <a:gd name="T4" fmla="*/ 4 w 19"/>
                <a:gd name="T5" fmla="*/ 0 h 19"/>
                <a:gd name="T6" fmla="*/ 19 w 19"/>
                <a:gd name="T7" fmla="*/ 4 h 19"/>
                <a:gd name="T8" fmla="*/ 16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6" y="19"/>
                  </a:moveTo>
                  <a:lnTo>
                    <a:pt x="0" y="16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6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任意多边形: 形状 285" descr="daadfc69-73f0-487c-855d-4ea6b8d4b94f"/>
            <p:cNvSpPr/>
            <p:nvPr/>
          </p:nvSpPr>
          <p:spPr bwMode="auto">
            <a:xfrm>
              <a:off x="4582318" y="2352675"/>
              <a:ext cx="20638" cy="11113"/>
            </a:xfrm>
            <a:custGeom>
              <a:gdLst>
                <a:gd name="T0" fmla="*/ 12 w 13"/>
                <a:gd name="T1" fmla="*/ 7 h 7"/>
                <a:gd name="T2" fmla="*/ 0 w 13"/>
                <a:gd name="T3" fmla="*/ 5 h 7"/>
                <a:gd name="T4" fmla="*/ 0 w 13"/>
                <a:gd name="T5" fmla="*/ 0 h 7"/>
                <a:gd name="T6" fmla="*/ 13 w 13"/>
                <a:gd name="T7" fmla="*/ 2 h 7"/>
                <a:gd name="T8" fmla="*/ 12 w 13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2" y="7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13" y="2"/>
                  </a:lnTo>
                  <a:lnTo>
                    <a:pt x="12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任意多边形: 形状 286" descr="67303337-4843-4157-bab6-bae866d10cae"/>
            <p:cNvSpPr/>
            <p:nvPr/>
          </p:nvSpPr>
          <p:spPr bwMode="auto">
            <a:xfrm>
              <a:off x="4579143" y="2360613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9 h 9"/>
                <a:gd name="T4" fmla="*/ 0 w 7"/>
                <a:gd name="T5" fmla="*/ 0 h 9"/>
                <a:gd name="T6" fmla="*/ 7 w 7"/>
                <a:gd name="T7" fmla="*/ 2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" y="2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任意多边形: 形状 287" descr="161021d1-a016-4630-b0d9-6b2771242083"/>
            <p:cNvSpPr/>
            <p:nvPr/>
          </p:nvSpPr>
          <p:spPr bwMode="auto">
            <a:xfrm>
              <a:off x="4590256" y="2363788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7 h 9"/>
                <a:gd name="T4" fmla="*/ 2 w 7"/>
                <a:gd name="T5" fmla="*/ 0 h 9"/>
                <a:gd name="T6" fmla="*/ 7 w 7"/>
                <a:gd name="T7" fmla="*/ 0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7"/>
                  </a:lnTo>
                  <a:lnTo>
                    <a:pt x="2" y="0"/>
                  </a:lnTo>
                  <a:lnTo>
                    <a:pt x="7" y="0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任意多边形: 形状 288" descr="ec487140-6519-4a31-b134-cee471f4380b"/>
            <p:cNvSpPr/>
            <p:nvPr/>
          </p:nvSpPr>
          <p:spPr bwMode="auto">
            <a:xfrm>
              <a:off x="4568031" y="2387600"/>
              <a:ext cx="30163" cy="30163"/>
            </a:xfrm>
            <a:custGeom>
              <a:gdLst>
                <a:gd name="T0" fmla="*/ 16 w 19"/>
                <a:gd name="T1" fmla="*/ 19 h 19"/>
                <a:gd name="T2" fmla="*/ 0 w 19"/>
                <a:gd name="T3" fmla="*/ 16 h 19"/>
                <a:gd name="T4" fmla="*/ 4 w 19"/>
                <a:gd name="T5" fmla="*/ 0 h 19"/>
                <a:gd name="T6" fmla="*/ 19 w 19"/>
                <a:gd name="T7" fmla="*/ 4 h 19"/>
                <a:gd name="T8" fmla="*/ 16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6" y="19"/>
                  </a:moveTo>
                  <a:lnTo>
                    <a:pt x="0" y="16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6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任意多边形: 形状 289" descr="2c0c66a8-947c-4975-bb21-8417acd680a1"/>
            <p:cNvSpPr/>
            <p:nvPr/>
          </p:nvSpPr>
          <p:spPr bwMode="auto">
            <a:xfrm>
              <a:off x="4574381" y="2390775"/>
              <a:ext cx="20638" cy="11113"/>
            </a:xfrm>
            <a:custGeom>
              <a:gdLst>
                <a:gd name="T0" fmla="*/ 13 w 13"/>
                <a:gd name="T1" fmla="*/ 7 h 7"/>
                <a:gd name="T2" fmla="*/ 0 w 13"/>
                <a:gd name="T3" fmla="*/ 4 h 7"/>
                <a:gd name="T4" fmla="*/ 0 w 13"/>
                <a:gd name="T5" fmla="*/ 0 h 7"/>
                <a:gd name="T6" fmla="*/ 13 w 13"/>
                <a:gd name="T7" fmla="*/ 2 h 7"/>
                <a:gd name="T8" fmla="*/ 13 w 13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3" y="2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任意多边形: 形状 290" descr="7533905f-2fef-4078-b157-4c9fd224ee00"/>
            <p:cNvSpPr/>
            <p:nvPr/>
          </p:nvSpPr>
          <p:spPr bwMode="auto">
            <a:xfrm>
              <a:off x="4571206" y="2398713"/>
              <a:ext cx="11113" cy="14288"/>
            </a:xfrm>
            <a:custGeom>
              <a:gdLst>
                <a:gd name="T0" fmla="*/ 5 w 7"/>
                <a:gd name="T1" fmla="*/ 9 h 9"/>
                <a:gd name="T2" fmla="*/ 0 w 7"/>
                <a:gd name="T3" fmla="*/ 9 h 9"/>
                <a:gd name="T4" fmla="*/ 2 w 7"/>
                <a:gd name="T5" fmla="*/ 0 h 9"/>
                <a:gd name="T6" fmla="*/ 7 w 7"/>
                <a:gd name="T7" fmla="*/ 0 h 9"/>
                <a:gd name="T8" fmla="*/ 5 w 7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5" y="9"/>
                  </a:moveTo>
                  <a:lnTo>
                    <a:pt x="0" y="9"/>
                  </a:lnTo>
                  <a:lnTo>
                    <a:pt x="2" y="0"/>
                  </a:lnTo>
                  <a:lnTo>
                    <a:pt x="7" y="0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任意多边形: 形状 291" descr="3523e71c-06e8-4488-862e-603b42ea56d6"/>
            <p:cNvSpPr/>
            <p:nvPr/>
          </p:nvSpPr>
          <p:spPr bwMode="auto">
            <a:xfrm>
              <a:off x="4582318" y="2401888"/>
              <a:ext cx="12700" cy="14288"/>
            </a:xfrm>
            <a:custGeom>
              <a:gdLst>
                <a:gd name="T0" fmla="*/ 7 w 8"/>
                <a:gd name="T1" fmla="*/ 9 h 9"/>
                <a:gd name="T2" fmla="*/ 0 w 8"/>
                <a:gd name="T3" fmla="*/ 7 h 9"/>
                <a:gd name="T4" fmla="*/ 1 w 8"/>
                <a:gd name="T5" fmla="*/ 0 h 9"/>
                <a:gd name="T6" fmla="*/ 8 w 8"/>
                <a:gd name="T7" fmla="*/ 0 h 9"/>
                <a:gd name="T8" fmla="*/ 7 w 8"/>
                <a:gd name="T9" fmla="*/ 9 h 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7" y="9"/>
                  </a:moveTo>
                  <a:lnTo>
                    <a:pt x="0" y="7"/>
                  </a:lnTo>
                  <a:lnTo>
                    <a:pt x="1" y="0"/>
                  </a:lnTo>
                  <a:lnTo>
                    <a:pt x="8" y="0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任意多边形: 形状 292" descr="1b143c6d-09b9-4f80-b72b-08ceb55eca11"/>
            <p:cNvSpPr/>
            <p:nvPr/>
          </p:nvSpPr>
          <p:spPr bwMode="auto">
            <a:xfrm>
              <a:off x="4633118" y="2360613"/>
              <a:ext cx="30163" cy="30163"/>
            </a:xfrm>
            <a:custGeom>
              <a:gdLst>
                <a:gd name="T0" fmla="*/ 17 w 19"/>
                <a:gd name="T1" fmla="*/ 19 h 19"/>
                <a:gd name="T2" fmla="*/ 0 w 19"/>
                <a:gd name="T3" fmla="*/ 17 h 19"/>
                <a:gd name="T4" fmla="*/ 4 w 19"/>
                <a:gd name="T5" fmla="*/ 0 h 19"/>
                <a:gd name="T6" fmla="*/ 19 w 19"/>
                <a:gd name="T7" fmla="*/ 4 h 19"/>
                <a:gd name="T8" fmla="*/ 17 w 19"/>
                <a:gd name="T9" fmla="*/ 19 h 1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7" y="19"/>
                  </a:moveTo>
                  <a:lnTo>
                    <a:pt x="0" y="17"/>
                  </a:lnTo>
                  <a:lnTo>
                    <a:pt x="4" y="0"/>
                  </a:lnTo>
                  <a:lnTo>
                    <a:pt x="19" y="4"/>
                  </a:lnTo>
                  <a:lnTo>
                    <a:pt x="17" y="19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任意多边形: 形状 293" descr="508bb78d-8050-4518-bb55-5307d970bc0b"/>
            <p:cNvSpPr/>
            <p:nvPr/>
          </p:nvSpPr>
          <p:spPr bwMode="auto">
            <a:xfrm>
              <a:off x="4639468" y="2363788"/>
              <a:ext cx="23813" cy="11113"/>
            </a:xfrm>
            <a:custGeom>
              <a:gdLst>
                <a:gd name="T0" fmla="*/ 13 w 15"/>
                <a:gd name="T1" fmla="*/ 7 h 7"/>
                <a:gd name="T2" fmla="*/ 0 w 15"/>
                <a:gd name="T3" fmla="*/ 5 h 7"/>
                <a:gd name="T4" fmla="*/ 1 w 15"/>
                <a:gd name="T5" fmla="*/ 0 h 7"/>
                <a:gd name="T6" fmla="*/ 15 w 15"/>
                <a:gd name="T7" fmla="*/ 3 h 7"/>
                <a:gd name="T8" fmla="*/ 13 w 15"/>
                <a:gd name="T9" fmla="*/ 7 h 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7">
                  <a:moveTo>
                    <a:pt x="13" y="7"/>
                  </a:moveTo>
                  <a:lnTo>
                    <a:pt x="0" y="5"/>
                  </a:lnTo>
                  <a:lnTo>
                    <a:pt x="1" y="0"/>
                  </a:lnTo>
                  <a:lnTo>
                    <a:pt x="15" y="3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任意多边形: 形状 294" descr="62a1b8e4-d3d5-452b-8ae5-6754ca9fa30a"/>
            <p:cNvSpPr/>
            <p:nvPr/>
          </p:nvSpPr>
          <p:spPr bwMode="auto">
            <a:xfrm>
              <a:off x="4636293" y="2371725"/>
              <a:ext cx="14288" cy="15875"/>
            </a:xfrm>
            <a:custGeom>
              <a:gdLst>
                <a:gd name="T0" fmla="*/ 7 w 9"/>
                <a:gd name="T1" fmla="*/ 10 h 10"/>
                <a:gd name="T2" fmla="*/ 0 w 9"/>
                <a:gd name="T3" fmla="*/ 9 h 10"/>
                <a:gd name="T4" fmla="*/ 2 w 9"/>
                <a:gd name="T5" fmla="*/ 0 h 10"/>
                <a:gd name="T6" fmla="*/ 9 w 9"/>
                <a:gd name="T7" fmla="*/ 2 h 10"/>
                <a:gd name="T8" fmla="*/ 7 w 9"/>
                <a:gd name="T9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7" y="10"/>
                  </a:moveTo>
                  <a:lnTo>
                    <a:pt x="0" y="9"/>
                  </a:lnTo>
                  <a:lnTo>
                    <a:pt x="2" y="0"/>
                  </a:lnTo>
                  <a:lnTo>
                    <a:pt x="9" y="2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任意多边形: 形状 295" descr="649a78f6-2e51-4b51-848e-0db44533024d"/>
            <p:cNvSpPr/>
            <p:nvPr/>
          </p:nvSpPr>
          <p:spPr bwMode="auto">
            <a:xfrm>
              <a:off x="4647406" y="2374900"/>
              <a:ext cx="12700" cy="15875"/>
            </a:xfrm>
            <a:custGeom>
              <a:gdLst>
                <a:gd name="T0" fmla="*/ 7 w 8"/>
                <a:gd name="T1" fmla="*/ 10 h 10"/>
                <a:gd name="T2" fmla="*/ 0 w 8"/>
                <a:gd name="T3" fmla="*/ 8 h 10"/>
                <a:gd name="T4" fmla="*/ 2 w 8"/>
                <a:gd name="T5" fmla="*/ 0 h 10"/>
                <a:gd name="T6" fmla="*/ 8 w 8"/>
                <a:gd name="T7" fmla="*/ 2 h 10"/>
                <a:gd name="T8" fmla="*/ 7 w 8"/>
                <a:gd name="T9" fmla="*/ 10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0">
                  <a:moveTo>
                    <a:pt x="7" y="10"/>
                  </a:moveTo>
                  <a:lnTo>
                    <a:pt x="0" y="8"/>
                  </a:lnTo>
                  <a:lnTo>
                    <a:pt x="2" y="0"/>
                  </a:lnTo>
                  <a:lnTo>
                    <a:pt x="8" y="2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任意多边形: 形状 296" descr="fc6db319-a5d0-4cf5-9f94-5d4e92ed1fce"/>
            <p:cNvSpPr/>
            <p:nvPr/>
          </p:nvSpPr>
          <p:spPr bwMode="auto">
            <a:xfrm>
              <a:off x="4620418" y="2401888"/>
              <a:ext cx="31750" cy="41275"/>
            </a:xfrm>
            <a:custGeom>
              <a:gdLst>
                <a:gd name="T0" fmla="*/ 20 w 20"/>
                <a:gd name="T1" fmla="*/ 3 h 26"/>
                <a:gd name="T2" fmla="*/ 5 w 20"/>
                <a:gd name="T3" fmla="*/ 0 h 26"/>
                <a:gd name="T4" fmla="*/ 0 w 20"/>
                <a:gd name="T5" fmla="*/ 22 h 26"/>
                <a:gd name="T6" fmla="*/ 15 w 20"/>
                <a:gd name="T7" fmla="*/ 26 h 26"/>
                <a:gd name="T8" fmla="*/ 20 w 20"/>
                <a:gd name="T9" fmla="*/ 3 h 2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6">
                  <a:moveTo>
                    <a:pt x="20" y="3"/>
                  </a:moveTo>
                  <a:lnTo>
                    <a:pt x="5" y="0"/>
                  </a:lnTo>
                  <a:lnTo>
                    <a:pt x="0" y="22"/>
                  </a:lnTo>
                  <a:lnTo>
                    <a:pt x="15" y="26"/>
                  </a:lnTo>
                  <a:lnTo>
                    <a:pt x="20" y="3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任意多边形: 形状 297" descr="cdabc1d8-000a-41e0-ab15-3822cfe3227e"/>
            <p:cNvSpPr/>
            <p:nvPr/>
          </p:nvSpPr>
          <p:spPr bwMode="auto">
            <a:xfrm>
              <a:off x="4201318" y="2382838"/>
              <a:ext cx="155575" cy="149225"/>
            </a:xfrm>
            <a:custGeom>
              <a:gdLst>
                <a:gd name="T0" fmla="*/ 98 w 98"/>
                <a:gd name="T1" fmla="*/ 50 h 94"/>
                <a:gd name="T2" fmla="*/ 34 w 98"/>
                <a:gd name="T3" fmla="*/ 94 h 94"/>
                <a:gd name="T4" fmla="*/ 0 w 98"/>
                <a:gd name="T5" fmla="*/ 44 h 94"/>
                <a:gd name="T6" fmla="*/ 63 w 98"/>
                <a:gd name="T7" fmla="*/ 0 h 94"/>
                <a:gd name="T8" fmla="*/ 98 w 98"/>
                <a:gd name="T9" fmla="*/ 50 h 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4">
                  <a:moveTo>
                    <a:pt x="98" y="50"/>
                  </a:moveTo>
                  <a:lnTo>
                    <a:pt x="34" y="94"/>
                  </a:lnTo>
                  <a:lnTo>
                    <a:pt x="0" y="44"/>
                  </a:lnTo>
                  <a:lnTo>
                    <a:pt x="63" y="0"/>
                  </a:lnTo>
                  <a:lnTo>
                    <a:pt x="98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任意多边形: 形状 298" descr="5c90e4aa-7114-4d2a-8413-3f5bb43e3e81"/>
            <p:cNvSpPr/>
            <p:nvPr/>
          </p:nvSpPr>
          <p:spPr bwMode="auto">
            <a:xfrm>
              <a:off x="4244181" y="2452688"/>
              <a:ext cx="136525" cy="104775"/>
            </a:xfrm>
            <a:custGeom>
              <a:gdLst>
                <a:gd name="T0" fmla="*/ 86 w 86"/>
                <a:gd name="T1" fmla="*/ 12 h 66"/>
                <a:gd name="T2" fmla="*/ 9 w 86"/>
                <a:gd name="T3" fmla="*/ 66 h 66"/>
                <a:gd name="T4" fmla="*/ 0 w 86"/>
                <a:gd name="T5" fmla="*/ 55 h 66"/>
                <a:gd name="T6" fmla="*/ 77 w 86"/>
                <a:gd name="T7" fmla="*/ 0 h 66"/>
                <a:gd name="T8" fmla="*/ 86 w 86"/>
                <a:gd name="T9" fmla="*/ 12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66">
                  <a:moveTo>
                    <a:pt x="86" y="12"/>
                  </a:moveTo>
                  <a:lnTo>
                    <a:pt x="9" y="66"/>
                  </a:lnTo>
                  <a:lnTo>
                    <a:pt x="0" y="55"/>
                  </a:lnTo>
                  <a:lnTo>
                    <a:pt x="77" y="0"/>
                  </a:lnTo>
                  <a:lnTo>
                    <a:pt x="86" y="12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任意多边形: 形状 299" descr="cc1f41b1-c956-4d5c-bcff-b57cdf67c7fa"/>
            <p:cNvSpPr/>
            <p:nvPr/>
          </p:nvSpPr>
          <p:spPr bwMode="auto">
            <a:xfrm>
              <a:off x="4182268" y="2368550"/>
              <a:ext cx="141288" cy="98425"/>
            </a:xfrm>
            <a:custGeom>
              <a:gdLst>
                <a:gd name="T0" fmla="*/ 22 w 89"/>
                <a:gd name="T1" fmla="*/ 0 h 62"/>
                <a:gd name="T2" fmla="*/ 0 w 89"/>
                <a:gd name="T3" fmla="*/ 62 h 62"/>
                <a:gd name="T4" fmla="*/ 89 w 89"/>
                <a:gd name="T5" fmla="*/ 0 h 62"/>
                <a:gd name="T6" fmla="*/ 22 w 89"/>
                <a:gd name="T7" fmla="*/ 0 h 6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62">
                  <a:moveTo>
                    <a:pt x="22" y="0"/>
                  </a:moveTo>
                  <a:lnTo>
                    <a:pt x="0" y="62"/>
                  </a:lnTo>
                  <a:lnTo>
                    <a:pt x="89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4E667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任意多边形: 形状 300" descr="f72ca9c2-a82b-4893-bee2-d00f010b6d46"/>
            <p:cNvSpPr/>
            <p:nvPr/>
          </p:nvSpPr>
          <p:spPr bwMode="auto">
            <a:xfrm>
              <a:off x="4247356" y="2424113"/>
              <a:ext cx="65088" cy="66675"/>
            </a:xfrm>
            <a:custGeom>
              <a:gdLst>
                <a:gd name="T0" fmla="*/ 41 w 41"/>
                <a:gd name="T1" fmla="*/ 25 h 42"/>
                <a:gd name="T2" fmla="*/ 17 w 41"/>
                <a:gd name="T3" fmla="*/ 42 h 42"/>
                <a:gd name="T4" fmla="*/ 0 w 41"/>
                <a:gd name="T5" fmla="*/ 17 h 42"/>
                <a:gd name="T6" fmla="*/ 24 w 41"/>
                <a:gd name="T7" fmla="*/ 0 h 42"/>
                <a:gd name="T8" fmla="*/ 41 w 41"/>
                <a:gd name="T9" fmla="*/ 25 h 4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2">
                  <a:moveTo>
                    <a:pt x="41" y="25"/>
                  </a:moveTo>
                  <a:lnTo>
                    <a:pt x="17" y="42"/>
                  </a:lnTo>
                  <a:lnTo>
                    <a:pt x="0" y="17"/>
                  </a:lnTo>
                  <a:lnTo>
                    <a:pt x="24" y="0"/>
                  </a:lnTo>
                  <a:lnTo>
                    <a:pt x="41" y="25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任意多边形: 形状 301" descr="24861d96-f9e0-4999-82ae-c8e83563732e"/>
            <p:cNvSpPr/>
            <p:nvPr/>
          </p:nvSpPr>
          <p:spPr bwMode="auto">
            <a:xfrm>
              <a:off x="4252118" y="2428875"/>
              <a:ext cx="38100" cy="34925"/>
            </a:xfrm>
            <a:custGeom>
              <a:gdLst>
                <a:gd name="T0" fmla="*/ 24 w 24"/>
                <a:gd name="T1" fmla="*/ 7 h 22"/>
                <a:gd name="T2" fmla="*/ 4 w 24"/>
                <a:gd name="T3" fmla="*/ 22 h 22"/>
                <a:gd name="T4" fmla="*/ 0 w 24"/>
                <a:gd name="T5" fmla="*/ 15 h 22"/>
                <a:gd name="T6" fmla="*/ 21 w 24"/>
                <a:gd name="T7" fmla="*/ 0 h 22"/>
                <a:gd name="T8" fmla="*/ 24 w 24"/>
                <a:gd name="T9" fmla="*/ 7 h 2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2">
                  <a:moveTo>
                    <a:pt x="24" y="7"/>
                  </a:moveTo>
                  <a:lnTo>
                    <a:pt x="4" y="22"/>
                  </a:lnTo>
                  <a:lnTo>
                    <a:pt x="0" y="15"/>
                  </a:lnTo>
                  <a:lnTo>
                    <a:pt x="21" y="0"/>
                  </a:lnTo>
                  <a:lnTo>
                    <a:pt x="24" y="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任意多边形: 形状 302" descr="1fac04fd-c5fc-422a-b071-f64530e8e922"/>
            <p:cNvSpPr/>
            <p:nvPr/>
          </p:nvSpPr>
          <p:spPr bwMode="auto">
            <a:xfrm>
              <a:off x="4261643" y="2452688"/>
              <a:ext cx="28575" cy="33338"/>
            </a:xfrm>
            <a:custGeom>
              <a:gdLst>
                <a:gd name="T0" fmla="*/ 18 w 18"/>
                <a:gd name="T1" fmla="*/ 14 h 21"/>
                <a:gd name="T2" fmla="*/ 8 w 18"/>
                <a:gd name="T3" fmla="*/ 21 h 21"/>
                <a:gd name="T4" fmla="*/ 0 w 18"/>
                <a:gd name="T5" fmla="*/ 7 h 21"/>
                <a:gd name="T6" fmla="*/ 8 w 18"/>
                <a:gd name="T7" fmla="*/ 0 h 21"/>
                <a:gd name="T8" fmla="*/ 18 w 18"/>
                <a:gd name="T9" fmla="*/ 14 h 2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1">
                  <a:moveTo>
                    <a:pt x="18" y="14"/>
                  </a:moveTo>
                  <a:lnTo>
                    <a:pt x="8" y="21"/>
                  </a:lnTo>
                  <a:lnTo>
                    <a:pt x="0" y="7"/>
                  </a:lnTo>
                  <a:lnTo>
                    <a:pt x="8" y="0"/>
                  </a:lnTo>
                  <a:lnTo>
                    <a:pt x="18" y="14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任意多边形: 形状 303" descr="d31e142d-8187-48d2-9691-0e1094e41f2d"/>
            <p:cNvSpPr/>
            <p:nvPr/>
          </p:nvSpPr>
          <p:spPr bwMode="auto">
            <a:xfrm>
              <a:off x="4277518" y="2443163"/>
              <a:ext cx="30163" cy="28575"/>
            </a:xfrm>
            <a:custGeom>
              <a:gdLst>
                <a:gd name="T0" fmla="*/ 19 w 19"/>
                <a:gd name="T1" fmla="*/ 12 h 18"/>
                <a:gd name="T2" fmla="*/ 8 w 19"/>
                <a:gd name="T3" fmla="*/ 18 h 18"/>
                <a:gd name="T4" fmla="*/ 0 w 19"/>
                <a:gd name="T5" fmla="*/ 6 h 18"/>
                <a:gd name="T6" fmla="*/ 10 w 19"/>
                <a:gd name="T7" fmla="*/ 0 h 18"/>
                <a:gd name="T8" fmla="*/ 19 w 19"/>
                <a:gd name="T9" fmla="*/ 12 h 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9" y="12"/>
                  </a:moveTo>
                  <a:lnTo>
                    <a:pt x="8" y="1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任意多边形: 形状 304" descr="ed5a8314-1c72-4fa8-bdd6-a7d22544bcdd"/>
            <p:cNvSpPr/>
            <p:nvPr/>
          </p:nvSpPr>
          <p:spPr bwMode="auto">
            <a:xfrm>
              <a:off x="4418806" y="1887538"/>
              <a:ext cx="304800" cy="261938"/>
            </a:xfrm>
            <a:custGeom>
              <a:gdLst>
                <a:gd name="T0" fmla="*/ 192 w 192"/>
                <a:gd name="T1" fmla="*/ 125 h 165"/>
                <a:gd name="T2" fmla="*/ 31 w 192"/>
                <a:gd name="T3" fmla="*/ 165 h 165"/>
                <a:gd name="T4" fmla="*/ 0 w 192"/>
                <a:gd name="T5" fmla="*/ 40 h 165"/>
                <a:gd name="T6" fmla="*/ 161 w 192"/>
                <a:gd name="T7" fmla="*/ 0 h 165"/>
                <a:gd name="T8" fmla="*/ 192 w 192"/>
                <a:gd name="T9" fmla="*/ 125 h 16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165">
                  <a:moveTo>
                    <a:pt x="192" y="125"/>
                  </a:moveTo>
                  <a:lnTo>
                    <a:pt x="31" y="165"/>
                  </a:lnTo>
                  <a:lnTo>
                    <a:pt x="0" y="40"/>
                  </a:lnTo>
                  <a:lnTo>
                    <a:pt x="161" y="0"/>
                  </a:lnTo>
                  <a:lnTo>
                    <a:pt x="192" y="1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任意多边形: 形状 305" descr="622cf926-4fbb-451c-8ccb-4f4cb83497bc"/>
            <p:cNvSpPr/>
            <p:nvPr/>
          </p:nvSpPr>
          <p:spPr bwMode="auto">
            <a:xfrm>
              <a:off x="4441031" y="2081213"/>
              <a:ext cx="320675" cy="119063"/>
            </a:xfrm>
            <a:custGeom>
              <a:gdLst>
                <a:gd name="T0" fmla="*/ 202 w 202"/>
                <a:gd name="T1" fmla="*/ 27 h 75"/>
                <a:gd name="T2" fmla="*/ 7 w 202"/>
                <a:gd name="T3" fmla="*/ 75 h 75"/>
                <a:gd name="T4" fmla="*/ 0 w 202"/>
                <a:gd name="T5" fmla="*/ 48 h 75"/>
                <a:gd name="T6" fmla="*/ 197 w 202"/>
                <a:gd name="T7" fmla="*/ 0 h 75"/>
                <a:gd name="T8" fmla="*/ 202 w 202"/>
                <a:gd name="T9" fmla="*/ 27 h 7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75">
                  <a:moveTo>
                    <a:pt x="202" y="27"/>
                  </a:moveTo>
                  <a:lnTo>
                    <a:pt x="7" y="75"/>
                  </a:lnTo>
                  <a:lnTo>
                    <a:pt x="0" y="48"/>
                  </a:lnTo>
                  <a:lnTo>
                    <a:pt x="197" y="0"/>
                  </a:lnTo>
                  <a:lnTo>
                    <a:pt x="202" y="27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任意多边形: 形状 306" descr="6d040c0a-07bc-4251-9223-11bca650cfa4"/>
            <p:cNvSpPr/>
            <p:nvPr/>
          </p:nvSpPr>
          <p:spPr bwMode="auto">
            <a:xfrm>
              <a:off x="4364831" y="1790700"/>
              <a:ext cx="363538" cy="173038"/>
            </a:xfrm>
            <a:custGeom>
              <a:gdLst>
                <a:gd name="T0" fmla="*/ 96 w 229"/>
                <a:gd name="T1" fmla="*/ 0 h 109"/>
                <a:gd name="T2" fmla="*/ 0 w 229"/>
                <a:gd name="T3" fmla="*/ 109 h 109"/>
                <a:gd name="T4" fmla="*/ 229 w 229"/>
                <a:gd name="T5" fmla="*/ 53 h 109"/>
                <a:gd name="T6" fmla="*/ 96 w 229"/>
                <a:gd name="T7" fmla="*/ 0 h 1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109">
                  <a:moveTo>
                    <a:pt x="96" y="0"/>
                  </a:moveTo>
                  <a:lnTo>
                    <a:pt x="0" y="109"/>
                  </a:lnTo>
                  <a:lnTo>
                    <a:pt x="229" y="5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任意多边形: 形状 307" descr="409f853e-e8c1-4921-b1ea-3572172c6d41"/>
            <p:cNvSpPr/>
            <p:nvPr/>
          </p:nvSpPr>
          <p:spPr bwMode="auto">
            <a:xfrm>
              <a:off x="4509293" y="1955800"/>
              <a:ext cx="123825" cy="125413"/>
            </a:xfrm>
            <a:custGeom>
              <a:gdLst>
                <a:gd name="T0" fmla="*/ 78 w 78"/>
                <a:gd name="T1" fmla="*/ 63 h 79"/>
                <a:gd name="T2" fmla="*/ 15 w 78"/>
                <a:gd name="T3" fmla="*/ 79 h 79"/>
                <a:gd name="T4" fmla="*/ 0 w 78"/>
                <a:gd name="T5" fmla="*/ 15 h 79"/>
                <a:gd name="T6" fmla="*/ 63 w 78"/>
                <a:gd name="T7" fmla="*/ 0 h 79"/>
                <a:gd name="T8" fmla="*/ 78 w 78"/>
                <a:gd name="T9" fmla="*/ 63 h 7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9">
                  <a:moveTo>
                    <a:pt x="78" y="63"/>
                  </a:moveTo>
                  <a:lnTo>
                    <a:pt x="15" y="79"/>
                  </a:lnTo>
                  <a:lnTo>
                    <a:pt x="0" y="15"/>
                  </a:lnTo>
                  <a:lnTo>
                    <a:pt x="63" y="0"/>
                  </a:lnTo>
                  <a:lnTo>
                    <a:pt x="78" y="63"/>
                  </a:lnTo>
                  <a:close/>
                </a:path>
              </a:pathLst>
            </a:custGeom>
            <a:solidFill>
              <a:srgbClr val="7D645A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任意多边形: 形状 308" descr="beb8a5af-2fd7-479f-9642-3a7c96016ce4"/>
            <p:cNvSpPr/>
            <p:nvPr/>
          </p:nvSpPr>
          <p:spPr bwMode="auto">
            <a:xfrm>
              <a:off x="4518818" y="1966913"/>
              <a:ext cx="90488" cy="49213"/>
            </a:xfrm>
            <a:custGeom>
              <a:gdLst>
                <a:gd name="T0" fmla="*/ 57 w 57"/>
                <a:gd name="T1" fmla="*/ 17 h 31"/>
                <a:gd name="T2" fmla="*/ 4 w 57"/>
                <a:gd name="T3" fmla="*/ 31 h 31"/>
                <a:gd name="T4" fmla="*/ 0 w 57"/>
                <a:gd name="T5" fmla="*/ 12 h 31"/>
                <a:gd name="T6" fmla="*/ 53 w 57"/>
                <a:gd name="T7" fmla="*/ 0 h 31"/>
                <a:gd name="T8" fmla="*/ 57 w 57"/>
                <a:gd name="T9" fmla="*/ 17 h 3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1">
                  <a:moveTo>
                    <a:pt x="57" y="17"/>
                  </a:moveTo>
                  <a:lnTo>
                    <a:pt x="4" y="31"/>
                  </a:lnTo>
                  <a:lnTo>
                    <a:pt x="0" y="12"/>
                  </a:lnTo>
                  <a:lnTo>
                    <a:pt x="53" y="0"/>
                  </a:lnTo>
                  <a:lnTo>
                    <a:pt x="57" y="17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任意多边形: 形状 309" descr="d7b1d427-5490-4f89-82ac-4cf707844c2e"/>
            <p:cNvSpPr/>
            <p:nvPr/>
          </p:nvSpPr>
          <p:spPr bwMode="auto">
            <a:xfrm>
              <a:off x="4528343" y="2009775"/>
              <a:ext cx="50800" cy="60325"/>
            </a:xfrm>
            <a:custGeom>
              <a:gdLst>
                <a:gd name="T0" fmla="*/ 32 w 32"/>
                <a:gd name="T1" fmla="*/ 33 h 38"/>
                <a:gd name="T2" fmla="*/ 6 w 32"/>
                <a:gd name="T3" fmla="*/ 38 h 38"/>
                <a:gd name="T4" fmla="*/ 0 w 32"/>
                <a:gd name="T5" fmla="*/ 5 h 38"/>
                <a:gd name="T6" fmla="*/ 23 w 32"/>
                <a:gd name="T7" fmla="*/ 0 h 38"/>
                <a:gd name="T8" fmla="*/ 32 w 32"/>
                <a:gd name="T9" fmla="*/ 33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32" y="33"/>
                  </a:moveTo>
                  <a:lnTo>
                    <a:pt x="6" y="38"/>
                  </a:lnTo>
                  <a:lnTo>
                    <a:pt x="0" y="5"/>
                  </a:lnTo>
                  <a:lnTo>
                    <a:pt x="23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任意多边形: 形状 310" descr="049e32ea-0f96-4e22-bac8-04da0a63618d"/>
            <p:cNvSpPr/>
            <p:nvPr/>
          </p:nvSpPr>
          <p:spPr bwMode="auto">
            <a:xfrm>
              <a:off x="4571206" y="1998663"/>
              <a:ext cx="50800" cy="60325"/>
            </a:xfrm>
            <a:custGeom>
              <a:gdLst>
                <a:gd name="T0" fmla="*/ 32 w 32"/>
                <a:gd name="T1" fmla="*/ 33 h 38"/>
                <a:gd name="T2" fmla="*/ 8 w 32"/>
                <a:gd name="T3" fmla="*/ 38 h 38"/>
                <a:gd name="T4" fmla="*/ 0 w 32"/>
                <a:gd name="T5" fmla="*/ 6 h 38"/>
                <a:gd name="T6" fmla="*/ 26 w 32"/>
                <a:gd name="T7" fmla="*/ 0 h 38"/>
                <a:gd name="T8" fmla="*/ 32 w 32"/>
                <a:gd name="T9" fmla="*/ 33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32" y="33"/>
                  </a:moveTo>
                  <a:lnTo>
                    <a:pt x="8" y="38"/>
                  </a:lnTo>
                  <a:lnTo>
                    <a:pt x="0" y="6"/>
                  </a:lnTo>
                  <a:lnTo>
                    <a:pt x="26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77A7FB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任意多边形: 形状 311" descr="18b2aa84-69fc-45a5-86c9-55c916912943"/>
            <p:cNvSpPr/>
            <p:nvPr/>
          </p:nvSpPr>
          <p:spPr bwMode="auto">
            <a:xfrm>
              <a:off x="7028656" y="1531938"/>
              <a:ext cx="304800" cy="304800"/>
            </a:xfrm>
            <a:custGeom>
              <a:gdLst>
                <a:gd name="T0" fmla="*/ 96 w 112"/>
                <a:gd name="T1" fmla="*/ 76 h 112"/>
                <a:gd name="T2" fmla="*/ 83 w 112"/>
                <a:gd name="T3" fmla="*/ 64 h 112"/>
                <a:gd name="T4" fmla="*/ 87 w 112"/>
                <a:gd name="T5" fmla="*/ 54 h 112"/>
                <a:gd name="T6" fmla="*/ 91 w 112"/>
                <a:gd name="T7" fmla="*/ 58 h 112"/>
                <a:gd name="T8" fmla="*/ 93 w 112"/>
                <a:gd name="T9" fmla="*/ 59 h 112"/>
                <a:gd name="T10" fmla="*/ 98 w 112"/>
                <a:gd name="T11" fmla="*/ 55 h 112"/>
                <a:gd name="T12" fmla="*/ 97 w 112"/>
                <a:gd name="T13" fmla="*/ 53 h 112"/>
                <a:gd name="T14" fmla="*/ 91 w 112"/>
                <a:gd name="T15" fmla="*/ 47 h 112"/>
                <a:gd name="T16" fmla="*/ 94 w 112"/>
                <a:gd name="T17" fmla="*/ 40 h 112"/>
                <a:gd name="T18" fmla="*/ 98 w 112"/>
                <a:gd name="T19" fmla="*/ 44 h 112"/>
                <a:gd name="T20" fmla="*/ 100 w 112"/>
                <a:gd name="T21" fmla="*/ 45 h 112"/>
                <a:gd name="T22" fmla="*/ 104 w 112"/>
                <a:gd name="T23" fmla="*/ 41 h 112"/>
                <a:gd name="T24" fmla="*/ 104 w 112"/>
                <a:gd name="T25" fmla="*/ 39 h 112"/>
                <a:gd name="T26" fmla="*/ 97 w 112"/>
                <a:gd name="T27" fmla="*/ 32 h 112"/>
                <a:gd name="T28" fmla="*/ 106 w 112"/>
                <a:gd name="T29" fmla="*/ 12 h 112"/>
                <a:gd name="T30" fmla="*/ 106 w 112"/>
                <a:gd name="T31" fmla="*/ 9 h 112"/>
                <a:gd name="T32" fmla="*/ 99 w 112"/>
                <a:gd name="T33" fmla="*/ 3 h 112"/>
                <a:gd name="T34" fmla="*/ 96 w 112"/>
                <a:gd name="T35" fmla="*/ 3 h 112"/>
                <a:gd name="T36" fmla="*/ 62 w 112"/>
                <a:gd name="T37" fmla="*/ 45 h 112"/>
                <a:gd name="T38" fmla="*/ 40 w 112"/>
                <a:gd name="T39" fmla="*/ 28 h 112"/>
                <a:gd name="T40" fmla="*/ 46 w 112"/>
                <a:gd name="T41" fmla="*/ 6 h 112"/>
                <a:gd name="T42" fmla="*/ 45 w 112"/>
                <a:gd name="T43" fmla="*/ 5 h 112"/>
                <a:gd name="T44" fmla="*/ 41 w 112"/>
                <a:gd name="T45" fmla="*/ 1 h 112"/>
                <a:gd name="T46" fmla="*/ 39 w 112"/>
                <a:gd name="T47" fmla="*/ 0 h 112"/>
                <a:gd name="T48" fmla="*/ 26 w 112"/>
                <a:gd name="T49" fmla="*/ 19 h 112"/>
                <a:gd name="T50" fmla="*/ 15 w 112"/>
                <a:gd name="T51" fmla="*/ 15 h 112"/>
                <a:gd name="T52" fmla="*/ 19 w 112"/>
                <a:gd name="T53" fmla="*/ 26 h 112"/>
                <a:gd name="T54" fmla="*/ 1 w 112"/>
                <a:gd name="T55" fmla="*/ 39 h 112"/>
                <a:gd name="T56" fmla="*/ 1 w 112"/>
                <a:gd name="T57" fmla="*/ 41 h 112"/>
                <a:gd name="T58" fmla="*/ 5 w 112"/>
                <a:gd name="T59" fmla="*/ 45 h 112"/>
                <a:gd name="T60" fmla="*/ 7 w 112"/>
                <a:gd name="T61" fmla="*/ 46 h 112"/>
                <a:gd name="T62" fmla="*/ 28 w 112"/>
                <a:gd name="T63" fmla="*/ 40 h 112"/>
                <a:gd name="T64" fmla="*/ 45 w 112"/>
                <a:gd name="T65" fmla="*/ 62 h 112"/>
                <a:gd name="T66" fmla="*/ 2 w 112"/>
                <a:gd name="T67" fmla="*/ 96 h 112"/>
                <a:gd name="T68" fmla="*/ 3 w 112"/>
                <a:gd name="T69" fmla="*/ 99 h 112"/>
                <a:gd name="T70" fmla="*/ 9 w 112"/>
                <a:gd name="T71" fmla="*/ 106 h 112"/>
                <a:gd name="T72" fmla="*/ 12 w 112"/>
                <a:gd name="T73" fmla="*/ 106 h 112"/>
                <a:gd name="T74" fmla="*/ 32 w 112"/>
                <a:gd name="T75" fmla="*/ 97 h 112"/>
                <a:gd name="T76" fmla="*/ 39 w 112"/>
                <a:gd name="T77" fmla="*/ 104 h 112"/>
                <a:gd name="T78" fmla="*/ 41 w 112"/>
                <a:gd name="T79" fmla="*/ 105 h 112"/>
                <a:gd name="T80" fmla="*/ 45 w 112"/>
                <a:gd name="T81" fmla="*/ 100 h 112"/>
                <a:gd name="T82" fmla="*/ 44 w 112"/>
                <a:gd name="T83" fmla="*/ 98 h 112"/>
                <a:gd name="T84" fmla="*/ 40 w 112"/>
                <a:gd name="T85" fmla="*/ 94 h 112"/>
                <a:gd name="T86" fmla="*/ 46 w 112"/>
                <a:gd name="T87" fmla="*/ 91 h 112"/>
                <a:gd name="T88" fmla="*/ 53 w 112"/>
                <a:gd name="T89" fmla="*/ 97 h 112"/>
                <a:gd name="T90" fmla="*/ 55 w 112"/>
                <a:gd name="T91" fmla="*/ 98 h 112"/>
                <a:gd name="T92" fmla="*/ 59 w 112"/>
                <a:gd name="T93" fmla="*/ 93 h 112"/>
                <a:gd name="T94" fmla="*/ 58 w 112"/>
                <a:gd name="T95" fmla="*/ 91 h 112"/>
                <a:gd name="T96" fmla="*/ 54 w 112"/>
                <a:gd name="T97" fmla="*/ 88 h 112"/>
                <a:gd name="T98" fmla="*/ 65 w 112"/>
                <a:gd name="T99" fmla="*/ 83 h 112"/>
                <a:gd name="T100" fmla="*/ 77 w 112"/>
                <a:gd name="T101" fmla="*/ 96 h 112"/>
                <a:gd name="T102" fmla="*/ 105 w 112"/>
                <a:gd name="T103" fmla="*/ 105 h 112"/>
                <a:gd name="T104" fmla="*/ 96 w 112"/>
                <a:gd name="T105" fmla="*/ 76 h 11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2" h="112">
                  <a:moveTo>
                    <a:pt x="96" y="76"/>
                  </a:moveTo>
                  <a:cubicBezTo>
                    <a:pt x="91" y="72"/>
                    <a:pt x="87" y="68"/>
                    <a:pt x="83" y="6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9" y="56"/>
                    <a:pt x="90" y="57"/>
                    <a:pt x="91" y="58"/>
                  </a:cubicBezTo>
                  <a:cubicBezTo>
                    <a:pt x="92" y="59"/>
                    <a:pt x="93" y="59"/>
                    <a:pt x="93" y="59"/>
                  </a:cubicBezTo>
                  <a:cubicBezTo>
                    <a:pt x="98" y="55"/>
                    <a:pt x="98" y="55"/>
                    <a:pt x="98" y="55"/>
                  </a:cubicBezTo>
                  <a:cubicBezTo>
                    <a:pt x="98" y="54"/>
                    <a:pt x="98" y="53"/>
                    <a:pt x="97" y="53"/>
                  </a:cubicBezTo>
                  <a:cubicBezTo>
                    <a:pt x="96" y="51"/>
                    <a:pt x="93" y="49"/>
                    <a:pt x="91" y="47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42"/>
                    <a:pt x="97" y="43"/>
                    <a:pt x="98" y="44"/>
                  </a:cubicBezTo>
                  <a:cubicBezTo>
                    <a:pt x="99" y="45"/>
                    <a:pt x="100" y="45"/>
                    <a:pt x="100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5" y="40"/>
                    <a:pt x="105" y="39"/>
                    <a:pt x="104" y="39"/>
                  </a:cubicBezTo>
                  <a:cubicBezTo>
                    <a:pt x="102" y="37"/>
                    <a:pt x="100" y="34"/>
                    <a:pt x="97" y="3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11"/>
                    <a:pt x="106" y="10"/>
                    <a:pt x="106" y="9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98" y="2"/>
                    <a:pt x="97" y="2"/>
                    <a:pt x="96" y="3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53" y="37"/>
                    <a:pt x="46" y="32"/>
                    <a:pt x="40" y="28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5"/>
                    <a:pt x="45" y="5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0"/>
                    <a:pt x="40" y="0"/>
                    <a:pt x="39" y="0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18" y="15"/>
                    <a:pt x="15" y="15"/>
                    <a:pt x="15" y="15"/>
                  </a:cubicBezTo>
                  <a:cubicBezTo>
                    <a:pt x="15" y="15"/>
                    <a:pt x="15" y="18"/>
                    <a:pt x="19" y="26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6"/>
                    <a:pt x="6" y="46"/>
                    <a:pt x="7" y="46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33" y="46"/>
                    <a:pt x="45" y="62"/>
                    <a:pt x="45" y="62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7"/>
                    <a:pt x="2" y="98"/>
                    <a:pt x="3" y="99"/>
                  </a:cubicBezTo>
                  <a:cubicBezTo>
                    <a:pt x="9" y="106"/>
                    <a:pt x="9" y="106"/>
                    <a:pt x="9" y="106"/>
                  </a:cubicBezTo>
                  <a:cubicBezTo>
                    <a:pt x="10" y="106"/>
                    <a:pt x="11" y="107"/>
                    <a:pt x="12" y="10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4" y="100"/>
                    <a:pt x="37" y="103"/>
                    <a:pt x="39" y="104"/>
                  </a:cubicBezTo>
                  <a:cubicBezTo>
                    <a:pt x="39" y="105"/>
                    <a:pt x="40" y="105"/>
                    <a:pt x="41" y="105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00"/>
                    <a:pt x="45" y="99"/>
                    <a:pt x="44" y="98"/>
                  </a:cubicBezTo>
                  <a:cubicBezTo>
                    <a:pt x="43" y="97"/>
                    <a:pt x="42" y="96"/>
                    <a:pt x="40" y="94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9" y="93"/>
                    <a:pt x="51" y="96"/>
                    <a:pt x="53" y="97"/>
                  </a:cubicBezTo>
                  <a:cubicBezTo>
                    <a:pt x="53" y="98"/>
                    <a:pt x="54" y="98"/>
                    <a:pt x="55" y="98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59" y="93"/>
                    <a:pt x="59" y="92"/>
                    <a:pt x="58" y="91"/>
                  </a:cubicBezTo>
                  <a:cubicBezTo>
                    <a:pt x="57" y="90"/>
                    <a:pt x="56" y="89"/>
                    <a:pt x="54" y="88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8" y="87"/>
                    <a:pt x="72" y="91"/>
                    <a:pt x="77" y="96"/>
                  </a:cubicBezTo>
                  <a:cubicBezTo>
                    <a:pt x="93" y="112"/>
                    <a:pt x="105" y="105"/>
                    <a:pt x="105" y="105"/>
                  </a:cubicBezTo>
                  <a:cubicBezTo>
                    <a:pt x="105" y="105"/>
                    <a:pt x="112" y="93"/>
                    <a:pt x="96" y="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任意多边形: 形状 312" descr="0fbc288b-e3c7-4edf-832c-307569be9598"/>
            <p:cNvSpPr/>
            <p:nvPr/>
          </p:nvSpPr>
          <p:spPr bwMode="auto">
            <a:xfrm>
              <a:off x="7287418" y="1790700"/>
              <a:ext cx="30163" cy="26988"/>
            </a:xfrm>
            <a:custGeom>
              <a:gdLst>
                <a:gd name="T0" fmla="*/ 0 w 11"/>
                <a:gd name="T1" fmla="*/ 7 h 10"/>
                <a:gd name="T2" fmla="*/ 3 w 11"/>
                <a:gd name="T3" fmla="*/ 7 h 10"/>
                <a:gd name="T4" fmla="*/ 7 w 11"/>
                <a:gd name="T5" fmla="*/ 6 h 10"/>
                <a:gd name="T6" fmla="*/ 6 w 11"/>
                <a:gd name="T7" fmla="*/ 7 h 10"/>
                <a:gd name="T8" fmla="*/ 7 w 11"/>
                <a:gd name="T9" fmla="*/ 3 h 10"/>
                <a:gd name="T10" fmla="*/ 7 w 11"/>
                <a:gd name="T11" fmla="*/ 0 h 10"/>
                <a:gd name="T12" fmla="*/ 11 w 11"/>
                <a:gd name="T13" fmla="*/ 1 h 10"/>
                <a:gd name="T14" fmla="*/ 10 w 11"/>
                <a:gd name="T15" fmla="*/ 5 h 10"/>
                <a:gd name="T16" fmla="*/ 9 w 11"/>
                <a:gd name="T17" fmla="*/ 9 h 10"/>
                <a:gd name="T18" fmla="*/ 9 w 11"/>
                <a:gd name="T19" fmla="*/ 9 h 10"/>
                <a:gd name="T20" fmla="*/ 9 w 11"/>
                <a:gd name="T21" fmla="*/ 9 h 10"/>
                <a:gd name="T22" fmla="*/ 5 w 11"/>
                <a:gd name="T23" fmla="*/ 10 h 10"/>
                <a:gd name="T24" fmla="*/ 1 w 11"/>
                <a:gd name="T25" fmla="*/ 10 h 10"/>
                <a:gd name="T26" fmla="*/ 0 w 11"/>
                <a:gd name="T27" fmla="*/ 7 h 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0">
                  <a:moveTo>
                    <a:pt x="0" y="7"/>
                  </a:moveTo>
                  <a:cubicBezTo>
                    <a:pt x="1" y="7"/>
                    <a:pt x="2" y="7"/>
                    <a:pt x="3" y="7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6"/>
                    <a:pt x="7" y="4"/>
                    <a:pt x="7" y="3"/>
                  </a:cubicBezTo>
                  <a:cubicBezTo>
                    <a:pt x="8" y="2"/>
                    <a:pt x="8" y="1"/>
                    <a:pt x="7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2"/>
                    <a:pt x="11" y="3"/>
                    <a:pt x="10" y="5"/>
                  </a:cubicBezTo>
                  <a:cubicBezTo>
                    <a:pt x="10" y="6"/>
                    <a:pt x="10" y="7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6" y="10"/>
                    <a:pt x="5" y="10"/>
                  </a:cubicBezTo>
                  <a:cubicBezTo>
                    <a:pt x="4" y="10"/>
                    <a:pt x="2" y="10"/>
                    <a:pt x="1" y="1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5B86C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任意多边形: 形状 313" descr="91b59334-6339-4a45-94cb-a0cb7b71a414"/>
            <p:cNvSpPr/>
            <p:nvPr/>
          </p:nvSpPr>
          <p:spPr bwMode="auto">
            <a:xfrm>
              <a:off x="5914231" y="2020888"/>
              <a:ext cx="388938" cy="354013"/>
            </a:xfrm>
            <a:custGeom>
              <a:gdLst>
                <a:gd name="T0" fmla="*/ 129 w 143"/>
                <a:gd name="T1" fmla="*/ 15 h 130"/>
                <a:gd name="T2" fmla="*/ 72 w 143"/>
                <a:gd name="T3" fmla="*/ 0 h 130"/>
                <a:gd name="T4" fmla="*/ 14 w 143"/>
                <a:gd name="T5" fmla="*/ 15 h 130"/>
                <a:gd name="T6" fmla="*/ 72 w 143"/>
                <a:gd name="T7" fmla="*/ 130 h 130"/>
                <a:gd name="T8" fmla="*/ 129 w 143"/>
                <a:gd name="T9" fmla="*/ 15 h 13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30">
                  <a:moveTo>
                    <a:pt x="129" y="15"/>
                  </a:moveTo>
                  <a:cubicBezTo>
                    <a:pt x="129" y="15"/>
                    <a:pt x="108" y="0"/>
                    <a:pt x="72" y="0"/>
                  </a:cubicBezTo>
                  <a:cubicBezTo>
                    <a:pt x="36" y="0"/>
                    <a:pt x="14" y="15"/>
                    <a:pt x="14" y="15"/>
                  </a:cubicBezTo>
                  <a:cubicBezTo>
                    <a:pt x="14" y="15"/>
                    <a:pt x="0" y="95"/>
                    <a:pt x="72" y="130"/>
                  </a:cubicBezTo>
                  <a:cubicBezTo>
                    <a:pt x="143" y="95"/>
                    <a:pt x="129" y="15"/>
                    <a:pt x="129" y="15"/>
                  </a:cubicBezTo>
                  <a:close/>
                </a:path>
              </a:pathLst>
            </a:custGeom>
            <a:solidFill>
              <a:srgbClr val="6A90D9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任意多边形: 形状 314" descr="8e5254c4-59f3-4518-85e2-1bf239b7fb64"/>
            <p:cNvSpPr/>
            <p:nvPr/>
          </p:nvSpPr>
          <p:spPr bwMode="auto">
            <a:xfrm>
              <a:off x="5930106" y="2036763"/>
              <a:ext cx="357188" cy="322263"/>
            </a:xfrm>
            <a:custGeom>
              <a:gdLst>
                <a:gd name="T0" fmla="*/ 118 w 131"/>
                <a:gd name="T1" fmla="*/ 13 h 118"/>
                <a:gd name="T2" fmla="*/ 66 w 131"/>
                <a:gd name="T3" fmla="*/ 0 h 118"/>
                <a:gd name="T4" fmla="*/ 13 w 131"/>
                <a:gd name="T5" fmla="*/ 13 h 118"/>
                <a:gd name="T6" fmla="*/ 66 w 131"/>
                <a:gd name="T7" fmla="*/ 118 h 118"/>
                <a:gd name="T8" fmla="*/ 118 w 131"/>
                <a:gd name="T9" fmla="*/ 13 h 11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18">
                  <a:moveTo>
                    <a:pt x="118" y="13"/>
                  </a:moveTo>
                  <a:cubicBezTo>
                    <a:pt x="118" y="13"/>
                    <a:pt x="99" y="0"/>
                    <a:pt x="66" y="0"/>
                  </a:cubicBezTo>
                  <a:cubicBezTo>
                    <a:pt x="33" y="0"/>
                    <a:pt x="13" y="13"/>
                    <a:pt x="13" y="13"/>
                  </a:cubicBezTo>
                  <a:cubicBezTo>
                    <a:pt x="13" y="13"/>
                    <a:pt x="0" y="87"/>
                    <a:pt x="66" y="118"/>
                  </a:cubicBezTo>
                  <a:cubicBezTo>
                    <a:pt x="131" y="87"/>
                    <a:pt x="118" y="13"/>
                    <a:pt x="118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任意多边形: 形状 315" descr="1ad33f85-d7db-4def-a1dd-83dbfb255c76"/>
            <p:cNvSpPr/>
            <p:nvPr/>
          </p:nvSpPr>
          <p:spPr bwMode="auto">
            <a:xfrm>
              <a:off x="5947568" y="2047875"/>
              <a:ext cx="323850" cy="300038"/>
            </a:xfrm>
            <a:custGeom>
              <a:gdLst>
                <a:gd name="T0" fmla="*/ 108 w 119"/>
                <a:gd name="T1" fmla="*/ 13 h 110"/>
                <a:gd name="T2" fmla="*/ 60 w 119"/>
                <a:gd name="T3" fmla="*/ 0 h 110"/>
                <a:gd name="T4" fmla="*/ 12 w 119"/>
                <a:gd name="T5" fmla="*/ 13 h 110"/>
                <a:gd name="T6" fmla="*/ 60 w 119"/>
                <a:gd name="T7" fmla="*/ 110 h 110"/>
                <a:gd name="T8" fmla="*/ 108 w 119"/>
                <a:gd name="T9" fmla="*/ 13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0">
                  <a:moveTo>
                    <a:pt x="108" y="13"/>
                  </a:moveTo>
                  <a:cubicBezTo>
                    <a:pt x="108" y="13"/>
                    <a:pt x="90" y="0"/>
                    <a:pt x="60" y="0"/>
                  </a:cubicBezTo>
                  <a:cubicBezTo>
                    <a:pt x="29" y="0"/>
                    <a:pt x="12" y="13"/>
                    <a:pt x="12" y="13"/>
                  </a:cubicBezTo>
                  <a:cubicBezTo>
                    <a:pt x="12" y="13"/>
                    <a:pt x="0" y="81"/>
                    <a:pt x="60" y="110"/>
                  </a:cubicBezTo>
                  <a:cubicBezTo>
                    <a:pt x="119" y="81"/>
                    <a:pt x="108" y="13"/>
                    <a:pt x="108" y="13"/>
                  </a:cubicBezTo>
                  <a:close/>
                </a:path>
              </a:pathLst>
            </a:custGeom>
            <a:solidFill>
              <a:srgbClr val="5675B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任意多边形: 形状 316" descr="b9af940f-dc49-4930-b342-2d0a92c5cf19"/>
            <p:cNvSpPr/>
            <p:nvPr/>
          </p:nvSpPr>
          <p:spPr bwMode="auto">
            <a:xfrm>
              <a:off x="6039643" y="2132013"/>
              <a:ext cx="149225" cy="101600"/>
            </a:xfrm>
            <a:custGeom>
              <a:gdLst>
                <a:gd name="T0" fmla="*/ 23 w 55"/>
                <a:gd name="T1" fmla="*/ 37 h 37"/>
                <a:gd name="T2" fmla="*/ 20 w 55"/>
                <a:gd name="T3" fmla="*/ 35 h 37"/>
                <a:gd name="T4" fmla="*/ 2 w 55"/>
                <a:gd name="T5" fmla="*/ 17 h 37"/>
                <a:gd name="T6" fmla="*/ 2 w 55"/>
                <a:gd name="T7" fmla="*/ 11 h 37"/>
                <a:gd name="T8" fmla="*/ 8 w 55"/>
                <a:gd name="T9" fmla="*/ 11 h 37"/>
                <a:gd name="T10" fmla="*/ 23 w 55"/>
                <a:gd name="T11" fmla="*/ 25 h 37"/>
                <a:gd name="T12" fmla="*/ 47 w 55"/>
                <a:gd name="T13" fmla="*/ 2 h 37"/>
                <a:gd name="T14" fmla="*/ 53 w 55"/>
                <a:gd name="T15" fmla="*/ 2 h 37"/>
                <a:gd name="T16" fmla="*/ 53 w 55"/>
                <a:gd name="T17" fmla="*/ 8 h 37"/>
                <a:gd name="T18" fmla="*/ 26 w 55"/>
                <a:gd name="T19" fmla="*/ 35 h 37"/>
                <a:gd name="T20" fmla="*/ 23 w 55"/>
                <a:gd name="T21" fmla="*/ 37 h 3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37">
                  <a:moveTo>
                    <a:pt x="23" y="37"/>
                  </a:moveTo>
                  <a:cubicBezTo>
                    <a:pt x="22" y="37"/>
                    <a:pt x="21" y="36"/>
                    <a:pt x="20" y="35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0" y="15"/>
                    <a:pt x="0" y="13"/>
                    <a:pt x="2" y="11"/>
                  </a:cubicBezTo>
                  <a:cubicBezTo>
                    <a:pt x="4" y="9"/>
                    <a:pt x="7" y="9"/>
                    <a:pt x="8" y="11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9" y="0"/>
                    <a:pt x="52" y="0"/>
                    <a:pt x="53" y="2"/>
                  </a:cubicBezTo>
                  <a:cubicBezTo>
                    <a:pt x="55" y="4"/>
                    <a:pt x="55" y="7"/>
                    <a:pt x="53" y="8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6"/>
                    <a:pt x="24" y="37"/>
                    <a:pt x="2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任意多边形: 形状 317" descr="72f81402-6e32-4057-8868-911068683799"/>
            <p:cNvSpPr/>
            <p:nvPr/>
          </p:nvSpPr>
          <p:spPr bwMode="auto">
            <a:xfrm>
              <a:off x="7519193" y="3214688"/>
              <a:ext cx="484188" cy="508000"/>
            </a:xfrm>
            <a:custGeom>
              <a:gdLst>
                <a:gd name="T0" fmla="*/ 174 w 178"/>
                <a:gd name="T1" fmla="*/ 56 h 187"/>
                <a:gd name="T2" fmla="*/ 125 w 178"/>
                <a:gd name="T3" fmla="*/ 86 h 187"/>
                <a:gd name="T4" fmla="*/ 129 w 178"/>
                <a:gd name="T5" fmla="*/ 0 h 187"/>
                <a:gd name="T6" fmla="*/ 47 w 178"/>
                <a:gd name="T7" fmla="*/ 75 h 187"/>
                <a:gd name="T8" fmla="*/ 26 w 178"/>
                <a:gd name="T9" fmla="*/ 38 h 187"/>
                <a:gd name="T10" fmla="*/ 64 w 178"/>
                <a:gd name="T11" fmla="*/ 161 h 187"/>
                <a:gd name="T12" fmla="*/ 174 w 178"/>
                <a:gd name="T13" fmla="*/ 56 h 18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87">
                  <a:moveTo>
                    <a:pt x="174" y="56"/>
                  </a:moveTo>
                  <a:cubicBezTo>
                    <a:pt x="160" y="74"/>
                    <a:pt x="140" y="82"/>
                    <a:pt x="125" y="86"/>
                  </a:cubicBezTo>
                  <a:cubicBezTo>
                    <a:pt x="121" y="62"/>
                    <a:pt x="105" y="38"/>
                    <a:pt x="129" y="0"/>
                  </a:cubicBezTo>
                  <a:cubicBezTo>
                    <a:pt x="85" y="13"/>
                    <a:pt x="62" y="44"/>
                    <a:pt x="47" y="75"/>
                  </a:cubicBezTo>
                  <a:cubicBezTo>
                    <a:pt x="38" y="61"/>
                    <a:pt x="28" y="57"/>
                    <a:pt x="26" y="38"/>
                  </a:cubicBezTo>
                  <a:cubicBezTo>
                    <a:pt x="7" y="73"/>
                    <a:pt x="0" y="139"/>
                    <a:pt x="64" y="161"/>
                  </a:cubicBezTo>
                  <a:cubicBezTo>
                    <a:pt x="141" y="187"/>
                    <a:pt x="178" y="109"/>
                    <a:pt x="174" y="56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任意多边形: 形状 318" descr="be38f833-a5fb-4852-be8e-ab37f44d003e"/>
            <p:cNvSpPr/>
            <p:nvPr/>
          </p:nvSpPr>
          <p:spPr bwMode="auto">
            <a:xfrm>
              <a:off x="7554118" y="3290888"/>
              <a:ext cx="419100" cy="411163"/>
            </a:xfrm>
            <a:custGeom>
              <a:gdLst>
                <a:gd name="T0" fmla="*/ 152 w 154"/>
                <a:gd name="T1" fmla="*/ 50 h 151"/>
                <a:gd name="T2" fmla="*/ 100 w 154"/>
                <a:gd name="T3" fmla="*/ 72 h 151"/>
                <a:gd name="T4" fmla="*/ 86 w 154"/>
                <a:gd name="T5" fmla="*/ 0 h 151"/>
                <a:gd name="T6" fmla="*/ 40 w 154"/>
                <a:gd name="T7" fmla="*/ 69 h 151"/>
                <a:gd name="T8" fmla="*/ 12 w 154"/>
                <a:gd name="T9" fmla="*/ 39 h 151"/>
                <a:gd name="T10" fmla="*/ 52 w 154"/>
                <a:gd name="T11" fmla="*/ 128 h 151"/>
                <a:gd name="T12" fmla="*/ 152 w 154"/>
                <a:gd name="T13" fmla="*/ 50 h 1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151">
                  <a:moveTo>
                    <a:pt x="152" y="50"/>
                  </a:moveTo>
                  <a:cubicBezTo>
                    <a:pt x="136" y="68"/>
                    <a:pt x="111" y="68"/>
                    <a:pt x="100" y="72"/>
                  </a:cubicBezTo>
                  <a:cubicBezTo>
                    <a:pt x="97" y="54"/>
                    <a:pt x="74" y="30"/>
                    <a:pt x="86" y="0"/>
                  </a:cubicBezTo>
                  <a:cubicBezTo>
                    <a:pt x="57" y="13"/>
                    <a:pt x="51" y="47"/>
                    <a:pt x="40" y="69"/>
                  </a:cubicBezTo>
                  <a:cubicBezTo>
                    <a:pt x="34" y="64"/>
                    <a:pt x="15" y="50"/>
                    <a:pt x="12" y="39"/>
                  </a:cubicBezTo>
                  <a:cubicBezTo>
                    <a:pt x="0" y="61"/>
                    <a:pt x="3" y="111"/>
                    <a:pt x="52" y="128"/>
                  </a:cubicBezTo>
                  <a:cubicBezTo>
                    <a:pt x="121" y="151"/>
                    <a:pt x="154" y="85"/>
                    <a:pt x="152" y="5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任意多边形: 形状 319" descr="4d5a1dcd-26af-4d03-9aad-0878c4bbbd49"/>
            <p:cNvSpPr/>
            <p:nvPr/>
          </p:nvSpPr>
          <p:spPr bwMode="auto">
            <a:xfrm>
              <a:off x="7576343" y="3375025"/>
              <a:ext cx="344488" cy="300038"/>
            </a:xfrm>
            <a:custGeom>
              <a:gdLst>
                <a:gd name="T0" fmla="*/ 127 w 127"/>
                <a:gd name="T1" fmla="*/ 44 h 110"/>
                <a:gd name="T2" fmla="*/ 79 w 127"/>
                <a:gd name="T3" fmla="*/ 56 h 110"/>
                <a:gd name="T4" fmla="*/ 62 w 127"/>
                <a:gd name="T5" fmla="*/ 0 h 110"/>
                <a:gd name="T6" fmla="*/ 34 w 127"/>
                <a:gd name="T7" fmla="*/ 50 h 110"/>
                <a:gd name="T8" fmla="*/ 8 w 127"/>
                <a:gd name="T9" fmla="*/ 28 h 110"/>
                <a:gd name="T10" fmla="*/ 47 w 127"/>
                <a:gd name="T11" fmla="*/ 93 h 110"/>
                <a:gd name="T12" fmla="*/ 127 w 127"/>
                <a:gd name="T13" fmla="*/ 44 h 11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110">
                  <a:moveTo>
                    <a:pt x="127" y="44"/>
                  </a:moveTo>
                  <a:cubicBezTo>
                    <a:pt x="120" y="53"/>
                    <a:pt x="86" y="54"/>
                    <a:pt x="79" y="56"/>
                  </a:cubicBezTo>
                  <a:cubicBezTo>
                    <a:pt x="77" y="44"/>
                    <a:pt x="55" y="21"/>
                    <a:pt x="62" y="0"/>
                  </a:cubicBezTo>
                  <a:cubicBezTo>
                    <a:pt x="45" y="14"/>
                    <a:pt x="41" y="34"/>
                    <a:pt x="34" y="50"/>
                  </a:cubicBezTo>
                  <a:cubicBezTo>
                    <a:pt x="29" y="46"/>
                    <a:pt x="12" y="38"/>
                    <a:pt x="8" y="28"/>
                  </a:cubicBezTo>
                  <a:cubicBezTo>
                    <a:pt x="0" y="44"/>
                    <a:pt x="7" y="79"/>
                    <a:pt x="47" y="93"/>
                  </a:cubicBezTo>
                  <a:cubicBezTo>
                    <a:pt x="95" y="110"/>
                    <a:pt x="123" y="71"/>
                    <a:pt x="127" y="44"/>
                  </a:cubicBezTo>
                  <a:close/>
                </a:path>
              </a:pathLst>
            </a:custGeom>
            <a:solidFill>
              <a:srgbClr val="F6D07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任意多边形: 形状 320" descr="381f570f-50a5-4481-808d-18d4176d55cc"/>
            <p:cNvSpPr/>
            <p:nvPr/>
          </p:nvSpPr>
          <p:spPr bwMode="auto">
            <a:xfrm>
              <a:off x="7843043" y="3249613"/>
              <a:ext cx="115888" cy="179388"/>
            </a:xfrm>
            <a:custGeom>
              <a:gdLst>
                <a:gd name="T0" fmla="*/ 33 w 43"/>
                <a:gd name="T1" fmla="*/ 0 h 66"/>
                <a:gd name="T2" fmla="*/ 3 w 43"/>
                <a:gd name="T3" fmla="*/ 31 h 66"/>
                <a:gd name="T4" fmla="*/ 9 w 43"/>
                <a:gd name="T5" fmla="*/ 66 h 66"/>
                <a:gd name="T6" fmla="*/ 35 w 43"/>
                <a:gd name="T7" fmla="*/ 54 h 66"/>
                <a:gd name="T8" fmla="*/ 33 w 43"/>
                <a:gd name="T9" fmla="*/ 0 h 6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66">
                  <a:moveTo>
                    <a:pt x="33" y="0"/>
                  </a:moveTo>
                  <a:cubicBezTo>
                    <a:pt x="27" y="17"/>
                    <a:pt x="5" y="30"/>
                    <a:pt x="3" y="31"/>
                  </a:cubicBezTo>
                  <a:cubicBezTo>
                    <a:pt x="0" y="37"/>
                    <a:pt x="11" y="63"/>
                    <a:pt x="9" y="66"/>
                  </a:cubicBezTo>
                  <a:cubicBezTo>
                    <a:pt x="20" y="65"/>
                    <a:pt x="35" y="54"/>
                    <a:pt x="35" y="54"/>
                  </a:cubicBezTo>
                  <a:cubicBezTo>
                    <a:pt x="35" y="54"/>
                    <a:pt x="43" y="25"/>
                    <a:pt x="33" y="0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2" name="任意多边形: 形状 321" descr="31e99ebf-5334-47e1-9b51-e45ac6befc16"/>
            <p:cNvSpPr/>
            <p:nvPr/>
          </p:nvSpPr>
          <p:spPr bwMode="auto">
            <a:xfrm>
              <a:off x="7858918" y="3279775"/>
              <a:ext cx="95250" cy="139700"/>
            </a:xfrm>
            <a:custGeom>
              <a:gdLst>
                <a:gd name="T0" fmla="*/ 27 w 35"/>
                <a:gd name="T1" fmla="*/ 0 h 51"/>
                <a:gd name="T2" fmla="*/ 2 w 35"/>
                <a:gd name="T3" fmla="*/ 24 h 51"/>
                <a:gd name="T4" fmla="*/ 7 w 35"/>
                <a:gd name="T5" fmla="*/ 51 h 51"/>
                <a:gd name="T6" fmla="*/ 27 w 35"/>
                <a:gd name="T7" fmla="*/ 41 h 51"/>
                <a:gd name="T8" fmla="*/ 27 w 35"/>
                <a:gd name="T9" fmla="*/ 0 h 5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1">
                  <a:moveTo>
                    <a:pt x="27" y="0"/>
                  </a:moveTo>
                  <a:cubicBezTo>
                    <a:pt x="23" y="12"/>
                    <a:pt x="4" y="23"/>
                    <a:pt x="2" y="24"/>
                  </a:cubicBezTo>
                  <a:cubicBezTo>
                    <a:pt x="0" y="28"/>
                    <a:pt x="8" y="48"/>
                    <a:pt x="7" y="51"/>
                  </a:cubicBezTo>
                  <a:cubicBezTo>
                    <a:pt x="15" y="50"/>
                    <a:pt x="27" y="41"/>
                    <a:pt x="27" y="41"/>
                  </a:cubicBezTo>
                  <a:cubicBezTo>
                    <a:pt x="27" y="41"/>
                    <a:pt x="35" y="19"/>
                    <a:pt x="27" y="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3" name="任意多边形: 形状 322" descr="0b1b32ca-31d3-4c96-8050-499158a4e06e"/>
            <p:cNvSpPr/>
            <p:nvPr/>
          </p:nvSpPr>
          <p:spPr bwMode="auto">
            <a:xfrm>
              <a:off x="7873206" y="3324225"/>
              <a:ext cx="65088" cy="85725"/>
            </a:xfrm>
            <a:custGeom>
              <a:gdLst>
                <a:gd name="T0" fmla="*/ 19 w 24"/>
                <a:gd name="T1" fmla="*/ 0 h 32"/>
                <a:gd name="T2" fmla="*/ 2 w 24"/>
                <a:gd name="T3" fmla="*/ 15 h 32"/>
                <a:gd name="T4" fmla="*/ 5 w 24"/>
                <a:gd name="T5" fmla="*/ 32 h 32"/>
                <a:gd name="T6" fmla="*/ 16 w 24"/>
                <a:gd name="T7" fmla="*/ 27 h 32"/>
                <a:gd name="T8" fmla="*/ 19 w 24"/>
                <a:gd name="T9" fmla="*/ 0 h 3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2">
                  <a:moveTo>
                    <a:pt x="19" y="0"/>
                  </a:moveTo>
                  <a:cubicBezTo>
                    <a:pt x="16" y="8"/>
                    <a:pt x="3" y="15"/>
                    <a:pt x="2" y="15"/>
                  </a:cubicBezTo>
                  <a:cubicBezTo>
                    <a:pt x="0" y="18"/>
                    <a:pt x="5" y="30"/>
                    <a:pt x="5" y="32"/>
                  </a:cubicBezTo>
                  <a:cubicBezTo>
                    <a:pt x="10" y="32"/>
                    <a:pt x="16" y="27"/>
                    <a:pt x="16" y="27"/>
                  </a:cubicBezTo>
                  <a:cubicBezTo>
                    <a:pt x="16" y="27"/>
                    <a:pt x="24" y="12"/>
                    <a:pt x="19" y="0"/>
                  </a:cubicBez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任意多边形: 形状 323" descr="58cd20b8-898f-4fde-808d-9ab1b5b28513"/>
            <p:cNvSpPr/>
            <p:nvPr/>
          </p:nvSpPr>
          <p:spPr bwMode="auto">
            <a:xfrm>
              <a:off x="7611268" y="3236913"/>
              <a:ext cx="79375" cy="160338"/>
            </a:xfrm>
            <a:custGeom>
              <a:gdLst>
                <a:gd name="T0" fmla="*/ 29 w 29"/>
                <a:gd name="T1" fmla="*/ 0 h 59"/>
                <a:gd name="T2" fmla="*/ 29 w 29"/>
                <a:gd name="T3" fmla="*/ 34 h 59"/>
                <a:gd name="T4" fmla="*/ 11 w 29"/>
                <a:gd name="T5" fmla="*/ 59 h 59"/>
                <a:gd name="T6" fmla="*/ 0 w 29"/>
                <a:gd name="T7" fmla="*/ 43 h 59"/>
                <a:gd name="T8" fmla="*/ 29 w 29"/>
                <a:gd name="T9" fmla="*/ 0 h 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59">
                  <a:moveTo>
                    <a:pt x="29" y="0"/>
                  </a:moveTo>
                  <a:cubicBezTo>
                    <a:pt x="25" y="19"/>
                    <a:pt x="29" y="34"/>
                    <a:pt x="29" y="34"/>
                  </a:cubicBezTo>
                  <a:cubicBezTo>
                    <a:pt x="29" y="34"/>
                    <a:pt x="16" y="48"/>
                    <a:pt x="11" y="59"/>
                  </a:cubicBezTo>
                  <a:cubicBezTo>
                    <a:pt x="9" y="54"/>
                    <a:pt x="1" y="49"/>
                    <a:pt x="0" y="43"/>
                  </a:cubicBezTo>
                  <a:cubicBezTo>
                    <a:pt x="1" y="30"/>
                    <a:pt x="19" y="7"/>
                    <a:pt x="29" y="0"/>
                  </a:cubicBezTo>
                  <a:close/>
                </a:path>
              </a:pathLst>
            </a:custGeom>
            <a:solidFill>
              <a:srgbClr val="EB5C50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任意多边形: 形状 324" descr="d1f04dca-77b5-4173-a0c1-fd7ecfebec52"/>
            <p:cNvSpPr/>
            <p:nvPr/>
          </p:nvSpPr>
          <p:spPr bwMode="auto">
            <a:xfrm>
              <a:off x="7619206" y="3260725"/>
              <a:ext cx="57150" cy="125413"/>
            </a:xfrm>
            <a:custGeom>
              <a:gdLst>
                <a:gd name="T0" fmla="*/ 20 w 21"/>
                <a:gd name="T1" fmla="*/ 0 h 46"/>
                <a:gd name="T2" fmla="*/ 21 w 21"/>
                <a:gd name="T3" fmla="*/ 27 h 46"/>
                <a:gd name="T4" fmla="*/ 7 w 21"/>
                <a:gd name="T5" fmla="*/ 46 h 46"/>
                <a:gd name="T6" fmla="*/ 0 w 21"/>
                <a:gd name="T7" fmla="*/ 35 h 46"/>
                <a:gd name="T8" fmla="*/ 20 w 21"/>
                <a:gd name="T9" fmla="*/ 0 h 4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46">
                  <a:moveTo>
                    <a:pt x="20" y="0"/>
                  </a:moveTo>
                  <a:cubicBezTo>
                    <a:pt x="17" y="14"/>
                    <a:pt x="21" y="27"/>
                    <a:pt x="21" y="27"/>
                  </a:cubicBezTo>
                  <a:cubicBezTo>
                    <a:pt x="21" y="27"/>
                    <a:pt x="11" y="38"/>
                    <a:pt x="7" y="46"/>
                  </a:cubicBezTo>
                  <a:cubicBezTo>
                    <a:pt x="6" y="42"/>
                    <a:pt x="1" y="40"/>
                    <a:pt x="0" y="35"/>
                  </a:cubicBezTo>
                  <a:cubicBezTo>
                    <a:pt x="1" y="25"/>
                    <a:pt x="12" y="5"/>
                    <a:pt x="20" y="0"/>
                  </a:cubicBezTo>
                  <a:close/>
                </a:path>
              </a:pathLst>
            </a:custGeom>
            <a:solidFill>
              <a:srgbClr val="DC9061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任意多边形: 形状 325" descr="28a9bfe4-2e8e-4112-a360-f1436568d483"/>
            <p:cNvSpPr/>
            <p:nvPr/>
          </p:nvSpPr>
          <p:spPr bwMode="auto">
            <a:xfrm>
              <a:off x="7627143" y="3302000"/>
              <a:ext cx="33338" cy="73025"/>
            </a:xfrm>
            <a:custGeom>
              <a:gdLst>
                <a:gd name="T0" fmla="*/ 11 w 12"/>
                <a:gd name="T1" fmla="*/ 0 h 27"/>
                <a:gd name="T2" fmla="*/ 12 w 12"/>
                <a:gd name="T3" fmla="*/ 16 h 27"/>
                <a:gd name="T4" fmla="*/ 4 w 12"/>
                <a:gd name="T5" fmla="*/ 27 h 27"/>
                <a:gd name="T6" fmla="*/ 0 w 12"/>
                <a:gd name="T7" fmla="*/ 22 h 27"/>
                <a:gd name="T8" fmla="*/ 11 w 12"/>
                <a:gd name="T9" fmla="*/ 0 h 2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7">
                  <a:moveTo>
                    <a:pt x="11" y="0"/>
                  </a:moveTo>
                  <a:cubicBezTo>
                    <a:pt x="9" y="8"/>
                    <a:pt x="12" y="16"/>
                    <a:pt x="12" y="16"/>
                  </a:cubicBezTo>
                  <a:cubicBezTo>
                    <a:pt x="12" y="16"/>
                    <a:pt x="6" y="22"/>
                    <a:pt x="4" y="27"/>
                  </a:cubicBezTo>
                  <a:cubicBezTo>
                    <a:pt x="3" y="25"/>
                    <a:pt x="1" y="25"/>
                    <a:pt x="0" y="22"/>
                  </a:cubicBezTo>
                  <a:cubicBezTo>
                    <a:pt x="1" y="16"/>
                    <a:pt x="6" y="3"/>
                    <a:pt x="11" y="0"/>
                  </a:cubicBez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标题 1" descr="38c611cc-c579-49de-a34c-a59d52869179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5872586" y="1130300"/>
            <a:ext cx="5633475" cy="31877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bc4ccbeb-82fa-4192-9efb-f044ff46766c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5873046" y="5221644"/>
            <a:ext cx="5645853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7e1345fa-a67f-4247-a068-18a75d5fcb23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5873046" y="5495964"/>
            <a:ext cx="5645853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accent2">
            <a:lumMod val="20000"/>
            <a:lumOff val="80000"/>
            <a:alpha val="6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 flipV="false" flipH="false"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7399aaec0a294245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52112c227dc24efc" Target="../slideLayouts/slideLayout5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023ba40456a94860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a38d3162a7fa4a7b" Target="../slideLayouts/slideLayout5.xml" Type="http://schemas.openxmlformats.org/officeDocument/2006/relationships/slideLayout"/><Relationship Id="rId1" Target="../tags/tag1422.xml" Type="http://schemas.openxmlformats.org/officeDocument/2006/relationships/tags"/><Relationship Id="rId4" Target="../media/image322.jpg" Type="http://schemas.openxmlformats.org/officeDocument/2006/relationships/image"/><Relationship Id="rId5" Target="../media/pic-13fe16cc8b7c4956828cfc8d2e57ce8c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34764cbceeec4b6b" Target="../slideLayouts/slideLayout5.xml" Type="http://schemas.openxmlformats.org/officeDocument/2006/relationships/slideLayout"/><Relationship Id="rId1" Target="../tags/tag323.xml" Type="http://schemas.openxmlformats.org/officeDocument/2006/relationships/tags"/></Relationships>
</file>

<file path=ppt/slides/_rels/slide11.xml.rels><?xml version="1.0" encoding="UTF-8" standalone="yes"?><Relationships xmlns="http://schemas.openxmlformats.org/package/2006/relationships"><Relationship Id="R2ec47ad2360c44e9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b19b1fed8b3641c8" Target="../slideLayouts/slideLayout5.xml" Type="http://schemas.openxmlformats.org/officeDocument/2006/relationships/slideLayout"/><Relationship Id="rId1" Target="../tags/tag1024.xml" Type="http://schemas.openxmlformats.org/officeDocument/2006/relationships/tags"/></Relationships>
</file>

<file path=ppt/slides/_rels/slide13.xml.rels><?xml version="1.0" encoding="UTF-8" standalone="yes"?><Relationships xmlns="http://schemas.openxmlformats.org/package/2006/relationships"><Relationship Id="Rb556c6f173af4404" Target="../slideLayouts/slideLayout5.xml" Type="http://schemas.openxmlformats.org/officeDocument/2006/relationships/slideLayout"/><Relationship Id="rId1" Target="../tags/tag3025.xml" Type="http://schemas.openxmlformats.org/officeDocument/2006/relationships/tags"/></Relationships>
</file>

<file path=ppt/slides/_rels/slide14.xml.rels><?xml version="1.0" encoding="UTF-8" standalone="yes"?><Relationships xmlns="http://schemas.openxmlformats.org/package/2006/relationships"><Relationship Id="Rc5a21f23476c4a9b" Target="../slideLayouts/slideLayout5.xml" Type="http://schemas.openxmlformats.org/officeDocument/2006/relationships/slideLayout"/><Relationship Id="rId1" Target="../tags/tag3026.xml" Type="http://schemas.openxmlformats.org/officeDocument/2006/relationships/tags"/></Relationships>
</file>

<file path=ppt/slides/_rels/slide15.xml.rels><?xml version="1.0" encoding="UTF-8" standalone="yes"?><Relationships xmlns="http://schemas.openxmlformats.org/package/2006/relationships"><Relationship Id="Rc91d17fb80be441c" Target="../slideLayouts/slideLayout4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0fba5aaa877d4339" Target="../slideLayouts/slideLayout5.xml" Type="http://schemas.openxmlformats.org/officeDocument/2006/relationships/slideLayout"/><Relationship Id="rId1" Target="../tags/tag2527.xml" Type="http://schemas.openxmlformats.org/officeDocument/2006/relationships/tags"/></Relationships>
</file>

<file path=ppt/slides/_rels/slide17.xml.rels><?xml version="1.0" encoding="UTF-8" standalone="yes"?><Relationships xmlns="http://schemas.openxmlformats.org/package/2006/relationships"><Relationship Id="R26b8301bdda24940" Target="../slideLayouts/slideLayout5.xml" Type="http://schemas.openxmlformats.org/officeDocument/2006/relationships/slideLayout"/><Relationship Id="rId1" Target="../tags/tag18.xml" Type="http://schemas.openxmlformats.org/officeDocument/2006/relationships/tags"/></Relationships>
</file>

<file path=ppt/slides/_rels/slide18.xml.rels><?xml version="1.0" encoding="UTF-8" standalone="yes"?><Relationships xmlns="http://schemas.openxmlformats.org/package/2006/relationships"><Relationship Id="Rf42069eef22c47a7" Target="../slideLayouts/slideLayout4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aaf240c11be14264" Target="../slideLayouts/slideLayout5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ca5e5812fb324924" Target="../slideLayouts/slideLayout5.xml" Type="http://schemas.openxmlformats.org/officeDocument/2006/relationships/slideLayout"/><Relationship Id="rId2" Target="../tags/tag19.xml" Type="http://schemas.openxmlformats.org/officeDocument/2006/relationships/tags"/></Relationships>
</file>

<file path=ppt/slides/_rels/slide21.xml.rels><?xml version="1.0" encoding="UTF-8" standalone="yes"?><Relationships xmlns="http://schemas.openxmlformats.org/package/2006/relationships"><Relationship Id="R06ac146291da45fd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e52afc57-2ba1-41e1-9642-4fe0f5a928c6" id="2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b="true" i="false" lang="en-US" sz="4800" u="none">
                <a:solidFill>
                  <a:srgbClr val="000000"/>
                </a:solidFill>
                <a:ea typeface="微软雅黑"/>
              </a:rPr>
              <a:t>香港大火与保险思考</a:t>
            </a:r>
          </a:p>
        </p:txBody>
      </p:sp>
      <p:sp>
        <p:nvSpPr>
          <p:cNvPr descr="9ae6677f-3521-4646-bccd-8750b861eca3" id="3" name=""/>
          <p:cNvSpPr>
            <a:spLocks noGrp="1"/>
          </p:cNvSpPr>
          <p:nvPr>
            <p:ph hasCustomPrompt="1" idx="1" type="subTitle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400" u="none">
                <a:solidFill>
                  <a:srgbClr val="000000"/>
                </a:solidFill>
                <a:ea typeface="微软雅黑"/>
              </a:rPr>
              <a:t>从宏福苑火灾看家庭保险配置策略</a:t>
            </a:r>
          </a:p>
        </p:txBody>
      </p:sp>
      <p:sp>
        <p:nvSpPr>
          <p:cNvPr descr="4d06daf9-4728-4372-a2fd-17d119f352f2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10" u="none">
                <a:solidFill>
                  <a:srgbClr val="000000"/>
                </a:solidFill>
                <a:ea typeface="微软雅黑"/>
              </a:rPr>
              <a:t>报告人名称</a:t>
            </a:r>
          </a:p>
        </p:txBody>
      </p:sp>
      <p:sp>
        <p:nvSpPr>
          <p:cNvPr descr="38355edc-650d-416a-b2d0-c4636d4e7634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60326755-37c4-4564-9533-43960396969b" id="11" name="4caed9d6-c0d5-402d-a13c-963d60d56e8c.source.4.zh-Hans.pptx">
            <a:extLst>
              <a:ext uri="{FF2B5EF4-FFF2-40B4-BE49-F238E27FC236}">
                <a16:creationId id="{DC8F4CB4-FEB1-0C11-C4E9-B2C06E36BB31}"/>
              </a:ext>
            </a:extLst>
          </p:cNvPr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descr="c46659f6-a98e-4c7e-8b0f-b6d1c17036d4" id="2" name="矩形 1">
              <a:extLst>
                <a:ext uri="{FF2B5EF4-FFF2-40B4-BE49-F238E27FC236}">
                  <a16:creationId id="{C9714C48-ED47-D088-728E-5F679704490C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cxnSp>
          <p:nvCxnSpPr>
            <p:cNvPr descr="564a357d-cf1e-4009-bbae-1fc794102711" id="83" name="直接箭头连接符 82">
              <a:extLst>
                <a:ext uri="{FF2B5EF4-FFF2-40B4-BE49-F238E27FC236}">
                  <a16:creationId id="{10B93CA4-5F1C-D813-B0F4-51ED4A86624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097e2b64-be7d-45ad-aee4-38596d932558" id="3" name="组合 2">
              <a:extLst>
                <a:ext uri="{FF2B5EF4-FFF2-40B4-BE49-F238E27FC236}">
                  <a16:creationId id="{99746AE9-2055-3F32-E42F-67B9546548D3}"/>
                </a:ext>
              </a:extLst>
            </p:cNvPr>
            <p:cNvGrpSpPr/>
            <p:nvPr/>
          </p:nvGrpSpPr>
          <p:grpSpPr>
            <a:xfrm>
              <a:off x="660400" y="3650127"/>
              <a:ext cx="2860864" cy="1785484"/>
              <a:chOff x="290432" y="3650127"/>
              <a:chExt cx="2860864" cy="1785484"/>
            </a:xfrm>
          </p:grpSpPr>
          <p:sp>
            <p:nvSpPr>
              <p:cNvPr descr="d07b2c5a-8d9f-4823-8d8d-a9b566169a93" id="50" name="Number1">
                <a:extLst>
                  <a:ext uri="{FF2B5EF4-FFF2-40B4-BE49-F238E27FC236}">
                    <a16:creationId id="{331940AB-E903-CBB5-42DB-196ECBE6E6DE}"/>
                  </a:ext>
                </a:extLst>
              </p:cNvPr>
              <p:cNvSpPr/>
              <p:nvPr/>
            </p:nvSpPr>
            <p:spPr>
              <a:xfrm flipH="false" flipV="false"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grpSp>
            <p:nvGrpSpPr>
              <p:cNvPr descr="af319968-34f6-4462-954c-6ec60c986bc8" id="56" name="组合 55">
                <a:extLst>
                  <a:ext uri="{FF2B5EF4-FFF2-40B4-BE49-F238E27FC236}">
                    <a16:creationId id="{248E5141-C510-C3C9-542B-9551CACCE0A7}"/>
                  </a:ext>
                </a:extLst>
              </p:cNvPr>
              <p:cNvGrpSpPr/>
              <p:nvPr/>
            </p:nvGrpSpPr>
            <p:grpSpPr>
              <a:xfrm>
                <a:off x="290432" y="4236631"/>
                <a:ext cx="2860864" cy="1198980"/>
                <a:chOff x="1530184" y="4601292"/>
                <a:chExt cx="2860864" cy="1198980"/>
              </a:xfrm>
            </p:grpSpPr>
            <p:sp>
              <p:nvSpPr>
                <p:cNvPr descr="f16f02bd-9e00-4912-8a51-87913cc60cb1" id="79" name="Bullet1">
                  <a:extLst>
                    <a:ext uri="{FF2B5EF4-FFF2-40B4-BE49-F238E27FC236}">
                      <a16:creationId id="{26485645-A9B5-716A-E9FE-CAA8A411F20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30184" y="5090848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000000"/>
                      </a:solidFill>
                      <a:ea typeface="微软雅黑"/>
                    </a:rPr>
                    <a:t>火灾事故警示</a:t>
                  </a:r>
                </a:p>
              </p:txBody>
            </p:sp>
            <p:cxnSp>
              <p:nvCxnSpPr>
                <p:cNvPr descr="f5f67e79-a050-4295-b850-2766b0ce74d3" id="81" name="直接连接符 80">
                  <a:extLst>
                    <a:ext uri="{FF2B5EF4-FFF2-40B4-BE49-F238E27FC236}">
                      <a16:creationId id="{4EBBE39F-F648-A8B5-ADB3-84E87CA14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48769de1-bbd9-4b7a-9926-e76c0ae5b5be" id="4" name="组合 3">
              <a:extLst>
                <a:ext uri="{FF2B5EF4-FFF2-40B4-BE49-F238E27FC236}">
                  <a16:creationId id="{58E56BC4-115B-73AE-8DF1-459608F0D06D}"/>
                </a:ext>
              </a:extLst>
            </p:cNvPr>
            <p:cNvGrpSpPr/>
            <p:nvPr/>
          </p:nvGrpSpPr>
          <p:grpSpPr>
            <a:xfrm>
              <a:off x="3326278" y="2441361"/>
              <a:ext cx="2860864" cy="1795270"/>
              <a:chOff x="1951305" y="2441361"/>
              <a:chExt cx="2860864" cy="1795270"/>
            </a:xfrm>
          </p:grpSpPr>
          <p:sp>
            <p:nvSpPr>
              <p:cNvPr descr="e1b84a87-1c61-4368-b8ed-5aacd02087a0" id="51" name="Number2">
                <a:extLst>
                  <a:ext uri="{FF2B5EF4-FFF2-40B4-BE49-F238E27FC236}">
                    <a16:creationId id="{C3B94DC8-A13E-BFF7-BAA3-4BB64FAA315D}"/>
                  </a:ext>
                </a:extLst>
              </p:cNvPr>
              <p:cNvSpPr/>
              <p:nvPr/>
            </p:nvSpPr>
            <p:spPr>
              <a:xfrm flipH="false" flipV="false"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grpSp>
            <p:nvGrpSpPr>
              <p:cNvPr descr="ee0b683b-6c0b-47c2-9188-19dfb0007312" id="65" name="组合 64">
                <a:extLst>
                  <a:ext uri="{FF2B5EF4-FFF2-40B4-BE49-F238E27FC236}">
                    <a16:creationId id="{BEBE0FB9-8842-ACAA-C81F-9B0BA655DE58}"/>
                  </a:ext>
                </a:extLst>
              </p:cNvPr>
              <p:cNvGrpSpPr/>
              <p:nvPr/>
            </p:nvGrpSpPr>
            <p:grpSpPr>
              <a:xfrm>
                <a:off x="1951305" y="2441361"/>
                <a:ext cx="2860864" cy="1205891"/>
                <a:chOff x="1523834" y="5316110"/>
                <a:chExt cx="2860864" cy="1205891"/>
              </a:xfrm>
            </p:grpSpPr>
            <p:sp>
              <p:nvSpPr>
                <p:cNvPr descr="4c17351b-059b-4a70-a95c-2fd012e9493b" id="70" name="Bullet2">
                  <a:extLst>
                    <a:ext uri="{FF2B5EF4-FFF2-40B4-BE49-F238E27FC236}">
                      <a16:creationId id="{EDCE61C6-6656-1E2B-5064-54B9A280708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23834" y="5316110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000000"/>
                      </a:solidFill>
                      <a:ea typeface="微软雅黑"/>
                    </a:rPr>
                    <a:t>必备保险解析</a:t>
                  </a:r>
                </a:p>
              </p:txBody>
            </p:sp>
            <p:cxnSp>
              <p:nvCxnSpPr>
                <p:cNvPr descr="a401baa4-ec56-4ced-b4a1-30934c337191" id="72" name="直接连接符 71">
                  <a:extLst>
                    <a:ext uri="{FF2B5EF4-FFF2-40B4-BE49-F238E27FC236}">
                      <a16:creationId id="{99BF09C9-45C6-C4F6-5BA4-D5A239A8C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true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descr="52068949-deae-4283-af15-cf2b44f2893f" id="84" name="Title">
              <a:extLst>
                <a:ext uri="{FF2B5EF4-FFF2-40B4-BE49-F238E27FC236}">
                  <a16:creationId id="{39FC13C3-340B-FC8F-289C-1AC8FECAA947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4800" u="none">
                  <a:solidFill>
                    <a:srgbClr val="000000"/>
                  </a:solidFill>
                  <a:latin typeface="Arial"/>
                </a:rPr>
                <a:t/>
              </a:r>
            </a:p>
          </p:txBody>
        </p:sp>
        <p:grpSp>
          <p:nvGrpSpPr>
            <p:cNvPr descr="d1acee43-b800-42b1-9f4a-86616d8955db" id="5" name="组合 4">
              <a:extLst>
                <a:ext uri="{FF2B5EF4-FFF2-40B4-BE49-F238E27FC236}">
                  <a16:creationId id="{90B8F8B4-79BF-2F56-2F3A-B2F5474F568F}"/>
                </a:ext>
              </a:extLst>
            </p:cNvPr>
            <p:cNvGrpSpPr/>
            <p:nvPr/>
          </p:nvGrpSpPr>
          <p:grpSpPr>
            <a:xfrm>
              <a:off x="5992156" y="3650127"/>
              <a:ext cx="2860864" cy="1785484"/>
              <a:chOff x="3611454" y="3650127"/>
              <a:chExt cx="2860864" cy="1785484"/>
            </a:xfrm>
          </p:grpSpPr>
          <p:sp>
            <p:nvSpPr>
              <p:cNvPr descr="7930b2d2-e1d0-453f-8051-066df99ee262" id="52" name="Number3">
                <a:extLst>
                  <a:ext uri="{FF2B5EF4-FFF2-40B4-BE49-F238E27FC236}">
                    <a16:creationId id="{9C5F2C3D-B1AB-40CC-E21D-781CA62B9623}"/>
                  </a:ext>
                </a:extLst>
              </p:cNvPr>
              <p:cNvSpPr/>
              <p:nvPr/>
            </p:nvSpPr>
            <p:spPr>
              <a:xfrm flipH="false" flipV="false"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grpSp>
            <p:nvGrpSpPr>
              <p:cNvPr descr="470fac11-21c6-4709-8b6d-18a8c9c33b6e" id="91" name="组合 90">
                <a:extLst>
                  <a:ext uri="{FF2B5EF4-FFF2-40B4-BE49-F238E27FC236}">
                    <a16:creationId id="{875B6E1A-C5F4-24A4-EC25-0D55B388F0AF}"/>
                  </a:ext>
                </a:extLst>
              </p:cNvPr>
              <p:cNvGrpSpPr/>
              <p:nvPr/>
            </p:nvGrpSpPr>
            <p:grpSpPr>
              <a:xfrm>
                <a:off x="3611454" y="4236631"/>
                <a:ext cx="2860864" cy="1198980"/>
                <a:chOff x="1530184" y="4601292"/>
                <a:chExt cx="2860864" cy="1198980"/>
              </a:xfrm>
            </p:grpSpPr>
            <p:sp>
              <p:nvSpPr>
                <p:cNvPr descr="3ce5eeca-b4f1-4d93-b501-20e4b4c8272a" id="92" name="Bullet3">
                  <a:extLst>
                    <a:ext uri="{FF2B5EF4-FFF2-40B4-BE49-F238E27FC236}">
                      <a16:creationId id="{4463FF7D-ECE0-AC16-BA46-E4098DF95B3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30184" y="5090848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000000"/>
                      </a:solidFill>
                      <a:ea typeface="微软雅黑"/>
                    </a:rPr>
                    <a:t>科学投保指南</a:t>
                  </a:r>
                </a:p>
              </p:txBody>
            </p:sp>
            <p:cxnSp>
              <p:nvCxnSpPr>
                <p:cNvPr descr="5e14b872-642a-4f03-8156-7d4edbff01d6" id="94" name="直接连接符 93">
                  <a:extLst>
                    <a:ext uri="{FF2B5EF4-FFF2-40B4-BE49-F238E27FC236}">
                      <a16:creationId id="{0B6890B8-DFDC-C387-6CE8-27FE69F53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d4396f5e-8f1f-45ea-ad28-e4cc6538fb58" id="6" name="组合 5">
              <a:extLst>
                <a:ext uri="{FF2B5EF4-FFF2-40B4-BE49-F238E27FC236}">
                  <a16:creationId id="{BCF5D0BA-3B6C-2B7D-8ECB-26DB449B0357}"/>
                </a:ext>
              </a:extLst>
            </p:cNvPr>
            <p:cNvGrpSpPr/>
            <p:nvPr/>
          </p:nvGrpSpPr>
          <p:grpSpPr>
            <a:xfrm>
              <a:off x="8658033" y="2441361"/>
              <a:ext cx="2860864" cy="1795270"/>
              <a:chOff x="5304669" y="2441361"/>
              <a:chExt cx="2860864" cy="1795270"/>
            </a:xfrm>
          </p:grpSpPr>
          <p:sp>
            <p:nvSpPr>
              <p:cNvPr descr="38eb5f0b-94c6-47f3-ba2c-cbb48d454946" id="53" name="Number4">
                <a:extLst>
                  <a:ext uri="{FF2B5EF4-FFF2-40B4-BE49-F238E27FC236}">
                    <a16:creationId id="{771B8C0A-613C-A6ED-F850-B7B2EA155BF4}"/>
                  </a:ext>
                </a:extLst>
              </p:cNvPr>
              <p:cNvSpPr/>
              <p:nvPr/>
            </p:nvSpPr>
            <p:spPr>
              <a:xfrm flipH="false" flipV="false"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  <p:grpSp>
            <p:nvGrpSpPr>
              <p:cNvPr descr="34ac8ebd-2c78-45b8-9ce5-574163ff0cc7" id="95" name="组合 94">
                <a:extLst>
                  <a:ext uri="{FF2B5EF4-FFF2-40B4-BE49-F238E27FC236}">
                    <a16:creationId id="{06C30757-2C2F-8677-8A77-750800896B96}"/>
                  </a:ext>
                </a:extLst>
              </p:cNvPr>
              <p:cNvGrpSpPr/>
              <p:nvPr/>
            </p:nvGrpSpPr>
            <p:grpSpPr>
              <a:xfrm>
                <a:off x="5304669" y="2441361"/>
                <a:ext cx="2860864" cy="1205891"/>
                <a:chOff x="1523834" y="5316110"/>
                <a:chExt cx="2860864" cy="1205891"/>
              </a:xfrm>
            </p:grpSpPr>
            <p:sp>
              <p:nvSpPr>
                <p:cNvPr descr="b50711c8-c209-4e5d-a653-ce17b102eed8" id="96" name="Bullet4">
                  <a:extLst>
                    <a:ext uri="{FF2B5EF4-FFF2-40B4-BE49-F238E27FC236}">
                      <a16:creationId id="{2697C799-E926-4D22-DDAF-513E0A5DD13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23834" y="5316110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200" u="none">
                      <a:solidFill>
                        <a:srgbClr val="000000"/>
                      </a:solidFill>
                      <a:ea typeface="微软雅黑"/>
                    </a:rPr>
                    <a:t>展望与建议</a:t>
                  </a:r>
                </a:p>
              </p:txBody>
            </p:sp>
            <p:cxnSp>
              <p:nvCxnSpPr>
                <p:cNvPr descr="ebede6aa-6dad-47e2-abbb-a620816c84bb" id="98" name="直接连接符 97">
                  <a:extLst>
                    <a:ext uri="{FF2B5EF4-FFF2-40B4-BE49-F238E27FC236}">
                      <a16:creationId id="{4932436E-120D-78F4-40BA-1574046CB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true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fef16b2-381f-41cb-89fb-bd2e87181ce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ea typeface="微软雅黑"/>
              </a:rPr>
              <a:t>火灾事故警示</a:t>
            </a:r>
          </a:p>
        </p:txBody>
      </p:sp>
      <p:sp>
        <p:nvSpPr>
          <p:cNvPr descr="85bdc26f-60ce-4e4b-b9c4-9c8fad5115b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ea typeface="微软雅黑"/>
              </a:rPr>
              <a:t>剖析香港宏福苑大火，揭示个人及家庭面临的潜在风险，强调未雨绸缪的重要性。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7a007fb-4878-4e9f-a2db-476968d4baf7" id="5" name="6d649ebf-74bc-446c-add3-cfd664cd660c.source.3.zh-Hans.pptx">
            <a:extLst>
              <a:ext uri="{FF2B5EF4-FFF2-40B4-BE49-F238E27FC236}">
                <a16:creationId id="{863987AA-CAC8-6A3F-3599-0C2FB61D1227}"/>
              </a:ext>
            </a:extLst>
          </p:cNvPr>
          <p:cNvGrpSpPr/>
          <p:nvPr/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descr="dc327a52-86fb-4b64-ad19-b0575044ce86" id="65" name="PictureMisc1">
              <a:extLst>
                <a:ext uri="{FF2B5EF4-FFF2-40B4-BE49-F238E27FC236}">
                  <a16:creationId id="{5DB9263E-74BC-324D-8274-8640186FCC47}"/>
                </a:ext>
              </a:extLst>
            </p:cNvPr>
            <p:cNvSpPr/>
            <p:nvPr/>
          </p:nvSpPr>
          <p:spPr>
            <a:xfrm flipH="false" flipV="false">
              <a:off x="1" y="4454604"/>
              <a:ext cx="12191999" cy="2403396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184535" l="0" r="0" t="-534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57f825d6-94cb-4389-abad-10a642d23543" id="10" name="c">
              <a:extLst>
                <a:ext uri="{FF2B5EF4-FFF2-40B4-BE49-F238E27FC236}">
                  <a16:creationId id="{F586F91A-F926-94C4-B940-7B33FA137CEB}"/>
                </a:ext>
              </a:extLst>
            </p:cNvPr>
            <p:cNvSpPr/>
            <p:nvPr/>
          </p:nvSpPr>
          <p:spPr>
            <a:xfrm flipH="false" flipV="false">
              <a:off x="598591" y="1824048"/>
              <a:ext cx="10994819" cy="4310052"/>
            </a:xfrm>
            <a:prstGeom prst="roundRect">
              <a:avLst>
                <a:gd fmla="val 3015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non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cxnSp>
          <p:nvCxnSpPr>
            <p:cNvPr descr="dac5d439-7eda-4656-8a7c-1d735399ae92" id="226" name="直接连接符 225">
              <a:extLst>
                <a:ext uri="{FF2B5EF4-FFF2-40B4-BE49-F238E27FC236}">
                  <a16:creationId id="{0CA1E6CF-3DAE-9AF9-D21F-100AE9D7D50B}"/>
                </a:ext>
              </a:extLst>
            </p:cNvPr>
            <p:cNvCxnSpPr>
              <a:cxnSpLocks/>
              <a:stCxn id="72" idx="3"/>
              <a:endCxn id="76" idx="1"/>
            </p:cNvCxnSpPr>
            <p:nvPr/>
          </p:nvCxnSpPr>
          <p:spPr>
            <a:xfrm flipH="false" flipV="false">
              <a:off x="3771398" y="2158127"/>
              <a:ext cx="475617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46a4605b-a720-439c-a1b1-159a778ec22b" id="158" name="Title">
              <a:extLst>
                <a:ext uri="{FF2B5EF4-FFF2-40B4-BE49-F238E27FC236}">
                  <a16:creationId id="{AC341146-36D4-4164-92F2-A18213FC327C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微软雅黑"/>
                </a:rPr>
                <a:t>2025年香港大埔五级大火事件剖析</a:t>
              </a:r>
            </a:p>
          </p:txBody>
        </p:sp>
        <p:grpSp>
          <p:nvGrpSpPr>
            <p:cNvPr descr="fc306c34-b247-48d3-a181-bc496b2e9dce" id="2" name="组合 1">
              <a:extLst>
                <a:ext uri="{FF2B5EF4-FFF2-40B4-BE49-F238E27FC236}">
                  <a16:creationId id="{1E89B8CC-B55C-FA98-E6BC-B702007FD8AC}"/>
                </a:ext>
              </a:extLst>
            </p:cNvPr>
            <p:cNvGrpSpPr/>
            <p:nvPr/>
          </p:nvGrpSpPr>
          <p:grpSpPr>
            <a:xfrm>
              <a:off x="666750" y="2008394"/>
              <a:ext cx="5306495" cy="1985305"/>
              <a:chOff x="666750" y="2008394"/>
              <a:chExt cx="5306495" cy="1985305"/>
            </a:xfrm>
          </p:grpSpPr>
          <p:sp>
            <p:nvSpPr>
              <p:cNvPr descr="d6a79fb6-7846-4c78-a1e1-77663588a57e" id="95" name="Bullet1">
                <a:extLst>
                  <a:ext uri="{FF2B5EF4-FFF2-40B4-BE49-F238E27FC236}">
                    <a16:creationId id="{A668A0D6-A050-C5D4-2140-BEC7BDF9645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6750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事件概述</a:t>
                </a:r>
              </a:p>
            </p:txBody>
          </p:sp>
          <p:sp>
            <p:nvSpPr>
              <p:cNvPr descr="e17ed25b-e645-4acf-a310-50eddc656dc2" id="96" name="Text1">
                <a:extLst>
                  <a:ext uri="{FF2B5EF4-FFF2-40B4-BE49-F238E27FC236}">
                    <a16:creationId id="{C10F2A4E-8E15-900B-40D8-D6F05CAE289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6750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微软雅黑"/>
                  </a:rPr>
                  <a:t>2025年12月，香港大埔宏福苑发生五级大火，造成严重人员伤亡与财产损失，引发社会广泛关注。</a:t>
                </a:r>
              </a:p>
            </p:txBody>
          </p:sp>
          <p:sp>
            <p:nvSpPr>
              <p:cNvPr descr="ecd8c741-42f9-48b5-a544-2783cb87ac08" id="72" name="Number1">
                <a:extLst>
                  <a:ext uri="{FF2B5EF4-FFF2-40B4-BE49-F238E27FC236}">
                    <a16:creationId id="{3A43B319-7C97-320B-D093-0821E4490A89}"/>
                  </a:ext>
                </a:extLst>
              </p:cNvPr>
              <p:cNvSpPr txBox="1"/>
              <p:nvPr/>
            </p:nvSpPr>
            <p:spPr>
              <a:xfrm flipH="false" flipV="false">
                <a:off x="2868596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0071C0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dc0132b2-887b-4342-b4ed-c33bffd7a45f" id="3" name="组合 2">
              <a:extLst>
                <a:ext uri="{FF2B5EF4-FFF2-40B4-BE49-F238E27FC236}">
                  <a16:creationId id="{B0A3E6F0-1CCC-3A7F-CCBB-55D0E54811EA}"/>
                </a:ext>
              </a:extLst>
            </p:cNvPr>
            <p:cNvGrpSpPr/>
            <p:nvPr/>
          </p:nvGrpSpPr>
          <p:grpSpPr>
            <a:xfrm>
              <a:off x="6212405" y="2008394"/>
              <a:ext cx="5306495" cy="1985305"/>
              <a:chOff x="6212405" y="2008394"/>
              <a:chExt cx="5306495" cy="1985305"/>
            </a:xfrm>
          </p:grpSpPr>
          <p:sp>
            <p:nvSpPr>
              <p:cNvPr descr="09fbd46d-031f-4d60-b0c6-5abeca306fe6" id="77" name="Bullet2">
                <a:extLst>
                  <a:ext uri="{FF2B5EF4-FFF2-40B4-BE49-F238E27FC236}">
                    <a16:creationId id="{35D93B8A-EB98-534E-5776-A723F2AB36A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212405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惨痛损失</a:t>
                </a:r>
              </a:p>
            </p:txBody>
          </p:sp>
          <p:sp>
            <p:nvSpPr>
              <p:cNvPr descr="9d3cdd36-9cfd-4008-9dcf-29c5aee76dac" id="78" name="Text2">
                <a:extLst>
                  <a:ext uri="{FF2B5EF4-FFF2-40B4-BE49-F238E27FC236}">
                    <a16:creationId id="{33947B64-2C69-EEC4-7500-302DC2E6215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212405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火灾导致多人死伤，楼宇结构受损，居民财物焚毁，灾后重建与安置面临巨大挑战。</a:t>
                </a:r>
              </a:p>
            </p:txBody>
          </p:sp>
          <p:sp>
            <p:nvSpPr>
              <p:cNvPr descr="048a3013-2ca6-49f4-b6b5-ee9106f83404" id="76" name="Number2">
                <a:extLst>
                  <a:ext uri="{FF2B5EF4-FFF2-40B4-BE49-F238E27FC236}">
                    <a16:creationId id="{9ED18147-10F1-0FD3-7B83-519D3BE0179A}"/>
                  </a:ext>
                </a:extLst>
              </p:cNvPr>
              <p:cNvSpPr txBox="1"/>
              <p:nvPr/>
            </p:nvSpPr>
            <p:spPr>
              <a:xfrm flipH="false" flipV="false">
                <a:off x="8414251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0071C0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c5344d8f-9ecf-4f4c-b948-70734841bf24" id="4" name="组合 3">
              <a:extLst>
                <a:ext uri="{FF2B5EF4-FFF2-40B4-BE49-F238E27FC236}">
                  <a16:creationId id="{81A8D727-5F88-3DC7-C9BF-3E45258BD934}"/>
                </a:ext>
              </a:extLst>
            </p:cNvPr>
            <p:cNvGrpSpPr/>
            <p:nvPr/>
          </p:nvGrpSpPr>
          <p:grpSpPr>
            <a:xfrm>
              <a:off x="660399" y="4026774"/>
              <a:ext cx="10858500" cy="1985305"/>
              <a:chOff x="660399" y="4026774"/>
              <a:chExt cx="10858500" cy="1985305"/>
            </a:xfrm>
          </p:grpSpPr>
          <p:sp>
            <p:nvSpPr>
              <p:cNvPr descr="7967fa0a-3bee-4a5c-8ad1-ea84465d394a" id="240" name="Bullet3">
                <a:extLst>
                  <a:ext uri="{FF2B5EF4-FFF2-40B4-BE49-F238E27FC236}">
                    <a16:creationId id="{95832515-E09E-D65E-A6AE-5FE08AABDE4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399" y="4446509"/>
                <a:ext cx="10858500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风险暴露</a:t>
                </a:r>
              </a:p>
            </p:txBody>
          </p:sp>
          <p:sp>
            <p:nvSpPr>
              <p:cNvPr descr="71005dde-04de-4a21-96b8-356cb4e04cdc" id="241" name="Text3">
                <a:extLst>
                  <a:ext uri="{FF2B5EF4-FFF2-40B4-BE49-F238E27FC236}">
                    <a16:creationId id="{0E9832D8-661F-47F5-2487-8337E3ACDDD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399" y="5104476"/>
                <a:ext cx="10858500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事故暴露出高层建筑在消防、材料、管理等方面存在的风险，尤其在天干物燥的季节风险更为突出。</a:t>
                </a:r>
              </a:p>
            </p:txBody>
          </p:sp>
          <p:sp>
            <p:nvSpPr>
              <p:cNvPr descr="71e9b640-20dc-4492-a63c-5ef6372dc91c" id="242" name="Number3">
                <a:extLst>
                  <a:ext uri="{FF2B5EF4-FFF2-40B4-BE49-F238E27FC236}">
                    <a16:creationId id="{0D3019D7-A355-676E-AC51-5F37A193A9FA}"/>
                  </a:ext>
                </a:extLst>
              </p:cNvPr>
              <p:cNvSpPr txBox="1"/>
              <p:nvPr/>
            </p:nvSpPr>
            <p:spPr>
              <a:xfrm flipH="true" flipV="false">
                <a:off x="5644599" y="402677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0071C0"/>
                    </a:solidFill>
                    <a:latin typeface="Arial"/>
                  </a:rPr>
                  <a:t>3</a:t>
                </a:r>
              </a:p>
            </p:txBody>
          </p: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宏福苑火灾回顾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e55b1f4-988f-463e-8a24-7237373ce9a0" id="28" name="dfb8e719-bc77-4df4-ad66-c9f63a1f8954.source.3.zh-Hans.pptx">
            <a:extLst>
              <a:ext uri="{FF2B5EF4-FFF2-40B4-BE49-F238E27FC236}">
                <a16:creationId id="{9F9B73C6-F9DE-3007-1258-A0EDFEF138D6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descr="61608afd-8ef7-4c65-a293-856d021d7efb" id="7" name="组合 6">
              <a:extLst>
                <a:ext uri="{FF2B5EF4-FFF2-40B4-BE49-F238E27FC236}">
                  <a16:creationId id="{81F727F6-B4E6-C5EE-970D-52EC19B76A6B}"/>
                </a:ext>
              </a:extLst>
            </p:cNvPr>
            <p:cNvGrpSpPr/>
            <p:nvPr/>
          </p:nvGrpSpPr>
          <p:grpSpPr>
            <a:xfrm>
              <a:off x="660400" y="1130300"/>
              <a:ext cx="10858500" cy="5003800"/>
              <a:chOff x="660400" y="1130300"/>
              <a:chExt cx="10858500" cy="5003800"/>
            </a:xfrm>
          </p:grpSpPr>
          <p:sp>
            <p:nvSpPr>
              <p:cNvPr descr="18a6bf37-0d65-484a-ab32-aa3ffa3e24e9" id="6" name="Title">
                <a:extLst>
                  <a:ext uri="{FF2B5EF4-FFF2-40B4-BE49-F238E27FC236}">
                    <a16:creationId id="{872EC952-9A65-E2AC-9CF1-6F1C7E859967}"/>
                  </a:ext>
                </a:extLst>
              </p:cNvPr>
              <p:cNvSpPr/>
              <p:nvPr/>
            </p:nvSpPr>
            <p:spPr>
              <a:xfrm flipH="false" flipV="false">
                <a:off x="660400" y="1130300"/>
                <a:ext cx="10858500" cy="720000"/>
              </a:xfrm>
              <a:prstGeom prst="roundRect">
                <a:avLst>
                  <a:gd fmla="val 0" name="adj"/>
                </a:avLst>
              </a:prstGeom>
              <a:noFill/>
              <a:ln cap="rnd" w="6350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>
                <a:outerShdw algn="ctr" blurRad="254000" dir="5400000" dist="127000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l"/>
                <a:r>
                  <a:rPr b="true" i="false" lang="en-US" sz="2400" u="none">
                    <a:solidFill>
                      <a:srgbClr val="000000"/>
                    </a:solidFill>
                    <a:ea typeface="微软雅黑"/>
                  </a:rPr>
                  <a:t>厘清对火灾风险的常见错误观念</a:t>
                </a:r>
              </a:p>
            </p:txBody>
          </p:sp>
          <p:grpSp>
            <p:nvGrpSpPr>
              <p:cNvPr descr="3c1db335-1691-4746-b110-dae218fab515" id="5" name="组合 4">
                <a:extLst>
                  <a:ext uri="{FF2B5EF4-FFF2-40B4-BE49-F238E27FC236}">
                    <a16:creationId id="{320BE578-47FA-03AB-A1D3-7D00ACA3AF47}"/>
                  </a:ext>
                </a:extLst>
              </p:cNvPr>
              <p:cNvGrpSpPr/>
              <p:nvPr/>
            </p:nvGrpSpPr>
            <p:grpSpPr>
              <a:xfrm>
                <a:off x="660400" y="2729918"/>
                <a:ext cx="3167600" cy="3404182"/>
                <a:chOff x="660400" y="2729918"/>
                <a:chExt cx="3167600" cy="3404182"/>
              </a:xfrm>
            </p:grpSpPr>
            <p:sp>
              <p:nvSpPr>
                <p:cNvPr descr="64a69f96-ead4-4c20-8707-4e0f09df514c" id="8" name="Bullet1">
                  <a:extLst>
                    <a:ext uri="{FF2B5EF4-FFF2-40B4-BE49-F238E27FC236}">
                      <a16:creationId id="{626BE08C-C97A-574A-F1AC-DF6586712B85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3094745"/>
                  <a:ext cx="31676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ea typeface="微软雅黑"/>
                    </a:rPr>
                    <a:t>心存侥幸</a:t>
                  </a:r>
                </a:p>
              </p:txBody>
            </p:sp>
            <p:sp>
              <p:nvSpPr>
                <p:cNvPr descr="b36ae48e-9f17-4d53-bb9c-1346a158b9d4" id="9" name="Text1">
                  <a:extLst>
                    <a:ext uri="{FF2B5EF4-FFF2-40B4-BE49-F238E27FC236}">
                      <a16:creationId id="{6289FCB8-58EC-389D-70D0-C38C5EF44937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3773714"/>
                  <a:ext cx="3167600" cy="23603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rtlCol="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ea typeface="微软雅黑"/>
                    </a:rPr>
                    <a:t>认为火灾是小概率事件，不会发生在自己身上，缺乏必要的风险防范意识和准备。</a:t>
                  </a:r>
                </a:p>
              </p:txBody>
            </p:sp>
            <p:sp>
              <p:nvSpPr>
                <p:cNvPr descr="554e76b2-1125-4435-9d29-0496781293d3" id="10" name="Number1">
                  <a:extLst>
                    <a:ext uri="{FF2B5EF4-FFF2-40B4-BE49-F238E27FC236}">
                      <a16:creationId id="{0ECBF7BD-8BFF-004A-23D0-3CA445EFFDD2}"/>
                    </a:ext>
                  </a:extLst>
                </p:cNvPr>
                <p:cNvSpPr/>
                <p:nvPr/>
              </p:nvSpPr>
              <p:spPr>
                <a:xfrm flipH="false" flipV="false">
                  <a:off x="1787176" y="2729918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false" i="false" lang="en-US" sz="16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descr="51b4818e-b75e-4df5-b388-a3c6623b3f91" id="19" name="组合 18">
                <a:extLst>
                  <a:ext uri="{FF2B5EF4-FFF2-40B4-BE49-F238E27FC236}">
                    <a16:creationId id="{1EECB156-0575-B003-77DD-1699272972CB}"/>
                  </a:ext>
                </a:extLst>
              </p:cNvPr>
              <p:cNvGrpSpPr/>
              <p:nvPr/>
            </p:nvGrpSpPr>
            <p:grpSpPr>
              <a:xfrm>
                <a:off x="4505850" y="2729918"/>
                <a:ext cx="3167600" cy="3404182"/>
                <a:chOff x="4505850" y="2729918"/>
                <a:chExt cx="3167600" cy="3404182"/>
              </a:xfrm>
            </p:grpSpPr>
            <p:sp>
              <p:nvSpPr>
                <p:cNvPr descr="f6b748c1-1d2e-4c93-9eb1-ef3808d6bdaf" id="12" name="Bullet2">
                  <a:extLst>
                    <a:ext uri="{FF2B5EF4-FFF2-40B4-BE49-F238E27FC236}">
                      <a16:creationId id="{EFFAA690-93A2-ED70-6CCB-365147BE6B20}"/>
                    </a:ext>
                  </a:extLst>
                </p:cNvPr>
                <p:cNvSpPr/>
                <p:nvPr/>
              </p:nvSpPr>
              <p:spPr>
                <a:xfrm flipH="false" flipV="false">
                  <a:off x="4505850" y="3094745"/>
                  <a:ext cx="31676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ea typeface="微软雅黑"/>
                    </a:rPr>
                    <a:t>依赖公共</a:t>
                  </a:r>
                </a:p>
              </p:txBody>
            </p:sp>
            <p:sp>
              <p:nvSpPr>
                <p:cNvPr descr="60c7c6f6-f133-43e8-84c6-6ea0a2235660" id="13" name="Text2">
                  <a:extLst>
                    <a:ext uri="{FF2B5EF4-FFF2-40B4-BE49-F238E27FC236}">
                      <a16:creationId id="{F25D72E2-0AF3-72FE-FEC2-4CF3B630B7BE}"/>
                    </a:ext>
                  </a:extLst>
                </p:cNvPr>
                <p:cNvSpPr/>
                <p:nvPr/>
              </p:nvSpPr>
              <p:spPr>
                <a:xfrm flipH="false" flipV="false">
                  <a:off x="4505850" y="3773714"/>
                  <a:ext cx="3167600" cy="23603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rtlCol="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ea typeface="微软雅黑"/>
                    </a:rPr>
                    <a:t>错误地以为小区的公共保险已足够，忽视个人财物及人身风险需要单独投保的事实。</a:t>
                  </a:r>
                </a:p>
              </p:txBody>
            </p:sp>
            <p:sp>
              <p:nvSpPr>
                <p:cNvPr descr="0a6511b4-67da-49db-ab4c-130172f928e6" id="14" name="Number2">
                  <a:extLst>
                    <a:ext uri="{FF2B5EF4-FFF2-40B4-BE49-F238E27FC236}">
                      <a16:creationId id="{CD910456-EC70-6C79-858A-01F9E1556FB6}"/>
                    </a:ext>
                  </a:extLst>
                </p:cNvPr>
                <p:cNvSpPr/>
                <p:nvPr/>
              </p:nvSpPr>
              <p:spPr>
                <a:xfrm flipH="false" flipV="false">
                  <a:off x="5632626" y="2729918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/>
                <a:p>
                  <a:pPr algn="ctr"/>
                  <a:r>
                    <a:rPr b="false" i="false" lang="en-US" sz="16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descr="34410b93-6a0a-4807-8eb7-6edcf19962ed" id="20" name="组合 19">
                <a:extLst>
                  <a:ext uri="{FF2B5EF4-FFF2-40B4-BE49-F238E27FC236}">
                    <a16:creationId id="{6D370799-A264-9333-C2BE-5F587C3E72F2}"/>
                  </a:ext>
                </a:extLst>
              </p:cNvPr>
              <p:cNvGrpSpPr/>
              <p:nvPr/>
            </p:nvGrpSpPr>
            <p:grpSpPr>
              <a:xfrm>
                <a:off x="8351300" y="2729918"/>
                <a:ext cx="3167600" cy="3404182"/>
                <a:chOff x="8351300" y="2729918"/>
                <a:chExt cx="3167600" cy="3404182"/>
              </a:xfrm>
            </p:grpSpPr>
            <p:sp>
              <p:nvSpPr>
                <p:cNvPr descr="84eb8f46-f37e-4082-b3dd-cc7a17ab1446" id="16" name="Bullet3">
                  <a:extLst>
                    <a:ext uri="{FF2B5EF4-FFF2-40B4-BE49-F238E27FC236}">
                      <a16:creationId id="{24E48F3C-223C-9AE6-73BB-48470469640C}"/>
                    </a:ext>
                  </a:extLst>
                </p:cNvPr>
                <p:cNvSpPr/>
                <p:nvPr/>
              </p:nvSpPr>
              <p:spPr>
                <a:xfrm flipH="false" flipV="false">
                  <a:off x="8351300" y="3094745"/>
                  <a:ext cx="31676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ea typeface="微软雅黑"/>
                    </a:rPr>
                    <a:t>忽视后果</a:t>
                  </a:r>
                </a:p>
              </p:txBody>
            </p:sp>
            <p:sp>
              <p:nvSpPr>
                <p:cNvPr descr="397d666f-88e7-4f2a-ba9e-e128e4c3152a" id="17" name="Text3">
                  <a:extLst>
                    <a:ext uri="{FF2B5EF4-FFF2-40B4-BE49-F238E27FC236}">
                      <a16:creationId id="{19DA7E39-8F33-6D36-1553-36FEEDF416EA}"/>
                    </a:ext>
                  </a:extLst>
                </p:cNvPr>
                <p:cNvSpPr/>
                <p:nvPr/>
              </p:nvSpPr>
              <p:spPr>
                <a:xfrm flipH="false" flipV="false">
                  <a:off x="8351300" y="3773714"/>
                  <a:ext cx="3167600" cy="23603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rtlCol="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ea typeface="微软雅黑"/>
                    </a:rPr>
                    <a:t>低估火灾造成的间接损失，如营业中断、临时安置、医疗费用等，保障范围存在严重缺口。</a:t>
                  </a:r>
                </a:p>
              </p:txBody>
            </p:sp>
            <p:sp>
              <p:nvSpPr>
                <p:cNvPr descr="fb2fa8fa-0ace-4f57-9b70-22cc6ebd0351" id="18" name="Number3">
                  <a:extLst>
                    <a:ext uri="{FF2B5EF4-FFF2-40B4-BE49-F238E27FC236}">
                      <a16:creationId id="{C7C96E3F-033D-D60B-71B1-ED6129EAC6BF}"/>
                    </a:ext>
                  </a:extLst>
                </p:cNvPr>
                <p:cNvSpPr/>
                <p:nvPr/>
              </p:nvSpPr>
              <p:spPr>
                <a:xfrm flipH="false" flipV="false">
                  <a:off x="9478076" y="2729918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/>
                <a:p>
                  <a:pPr algn="ctr"/>
                  <a:r>
                    <a:rPr b="false" i="false" lang="en-US" sz="160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</p:grpSp>
        <p:cxnSp>
          <p:nvCxnSpPr>
            <p:cNvPr descr="5209a393-f66c-443c-99bd-b248e4ad8e5c" id="11" name="连接符: 肘形 10">
              <a:extLst>
                <a:ext uri="{FF2B5EF4-FFF2-40B4-BE49-F238E27FC236}">
                  <a16:creationId id="{0E7FA6AD-8A6D-7A33-17AE-F55336E6F08D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 flipH="false" flipV="false" rot="5400000">
              <a:off x="3727116" y="367384"/>
              <a:ext cx="879618" cy="3845450"/>
            </a:xfrm>
            <a:prstGeom prst="bentConnector3">
              <a:avLst>
                <a:gd fmla="val 50000" name="adj1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4af4ef07-85a2-4df7-9a19-bd6648f29796" id="23" name="连接符: 肘形 22">
              <a:extLst>
                <a:ext uri="{FF2B5EF4-FFF2-40B4-BE49-F238E27FC236}">
                  <a16:creationId id="{B2E05C6C-4766-3390-76E5-2F6408532A3B}"/>
                </a:ext>
              </a:extLst>
            </p:cNvPr>
            <p:cNvCxnSpPr>
              <a:cxnSpLocks/>
              <a:stCxn id="6" idx="2"/>
              <a:endCxn id="18" idx="0"/>
            </p:cNvCxnSpPr>
            <p:nvPr/>
          </p:nvCxnSpPr>
          <p:spPr>
            <a:xfrm flipH="true" flipV="false" rot="16200000">
              <a:off x="7572566" y="367384"/>
              <a:ext cx="879618" cy="3845450"/>
            </a:xfrm>
            <a:prstGeom prst="bentConnector3">
              <a:avLst>
                <a:gd fmla="val 50000" name="adj1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825d0ba-41e6-421b-8402-34c0ef34606e" id="27" name="直接箭头连接符 26">
              <a:extLst>
                <a:ext uri="{FF2B5EF4-FFF2-40B4-BE49-F238E27FC236}">
                  <a16:creationId id="{AFD8A379-7F51-F0C4-2ABE-30E8D8541F4A}"/>
                </a:ext>
              </a:extLst>
            </p:cNvPr>
            <p:cNvCxnSpPr>
              <a:stCxn id="6" idx="2"/>
              <a:endCxn id="14" idx="0"/>
            </p:cNvCxnSpPr>
            <p:nvPr/>
          </p:nvCxnSpPr>
          <p:spPr>
            <a:xfrm flipH="false" flipV="false">
              <a:off x="6089650" y="1850300"/>
              <a:ext cx="0" cy="879618"/>
            </a:xfrm>
            <a:prstGeom prst="straightConnector1">
              <a:avLst/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风险认知误区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fef16b2-381f-41cb-89fb-bd2e87181ce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ea typeface="微软雅黑"/>
              </a:rPr>
              <a:t>必备保险解析</a:t>
            </a:r>
          </a:p>
        </p:txBody>
      </p:sp>
      <p:sp>
        <p:nvSpPr>
          <p:cNvPr descr="85bdc26f-60ce-4e4b-b9c4-9c8fad5115b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ea typeface="微软雅黑"/>
              </a:rPr>
              <a:t>针对火灾风险，介绍三类家庭必备保险产品，构建全面的个人及家庭风险防火墙。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080f8882-b540-4411-9210-1e2255fb48ed" id="5" name="209b288e-08fb-4dd4-aa76-a4b68b900cab.source.3.zh-Hans.pptx">
            <a:extLst>
              <a:ext uri="{FF2B5EF4-FFF2-40B4-BE49-F238E27FC236}">
                <a16:creationId id="{56FD7539-1289-558E-997D-49C156A78256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08333e16-713c-435d-9fe9-1d8b7971f187" id="2" name="Title">
              <a:extLst>
                <a:ext uri="{FF2B5EF4-FFF2-40B4-BE49-F238E27FC236}">
                  <a16:creationId id="{748D3429-CE1D-FFF0-8CD0-E6DD2ADBBD6C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0" y="1130300"/>
              <a:ext cx="10858500" cy="490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2400" u="none">
                  <a:solidFill>
                    <a:srgbClr val="000000"/>
                  </a:solidFill>
                  <a:ea typeface="微软雅黑"/>
                </a:rPr>
                <a:t>守护你的家：房屋与室内财产险</a:t>
              </a:r>
            </a:p>
          </p:txBody>
        </p:sp>
        <p:grpSp>
          <p:nvGrpSpPr>
            <p:cNvPr descr="b1dd61c6-f4f8-424f-baa1-e385a881c989" id="7" name="组合 6">
              <a:extLst>
                <a:ext uri="{FF2B5EF4-FFF2-40B4-BE49-F238E27FC236}">
                  <a16:creationId id="{57B99AC8-0583-E565-BE92-8D22AEEC9E95}"/>
                </a:ext>
              </a:extLst>
            </p:cNvPr>
            <p:cNvGrpSpPr/>
            <p:nvPr/>
          </p:nvGrpSpPr>
          <p:grpSpPr>
            <a:xfrm>
              <a:off x="660400" y="1655179"/>
              <a:ext cx="10858500" cy="1331051"/>
              <a:chOff x="660400" y="1655179"/>
              <a:chExt cx="10858500" cy="1331051"/>
            </a:xfrm>
          </p:grpSpPr>
          <p:sp>
            <p:nvSpPr>
              <p:cNvPr descr="25d1fc54-88c9-4647-9da7-909bb75edaef" id="6" name="ComponentBackground1">
                <a:extLst>
                  <a:ext uri="{FF2B5EF4-FFF2-40B4-BE49-F238E27FC236}">
                    <a16:creationId id="{5DF76B54-72A8-A151-D83F-EE981552DCA6}"/>
                  </a:ext>
                </a:extLst>
              </p:cNvPr>
              <p:cNvSpPr/>
              <p:nvPr/>
            </p:nvSpPr>
            <p:spPr>
              <a:xfrm flipH="false" flipV="false">
                <a:off x="660400" y="1655179"/>
                <a:ext cx="10858500" cy="1331051"/>
              </a:xfrm>
              <a:prstGeom prst="roundRect">
                <a:avLst>
                  <a:gd fmla="val 7854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00e7e23-1b04-4611-9845-5702b81167a8" id="3" name="Text1">
                <a:extLst>
                  <a:ext uri="{FF2B5EF4-FFF2-40B4-BE49-F238E27FC236}">
                    <a16:creationId id="{32C6CE0C-D239-84FC-53D9-2D60439F388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2088336"/>
                <a:ext cx="10197843" cy="783593"/>
              </a:xfrm>
              <a:prstGeom prst="rect">
                <a:avLst/>
              </a:prstGeom>
              <a:noFill/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保障房屋自身的建筑结构，因火灾、爆炸等自然灾害或意外事故造成的损毁。</a:t>
                </a:r>
              </a:p>
            </p:txBody>
          </p:sp>
          <p:sp>
            <p:nvSpPr>
              <p:cNvPr descr="2be4ad23-ed70-4668-a00d-e569ef1e3942" id="4" name="Bullet1">
                <a:extLst>
                  <a:ext uri="{FF2B5EF4-FFF2-40B4-BE49-F238E27FC236}">
                    <a16:creationId id="{BA5443AE-4AC2-8A48-67B9-9DB2D4AA5AE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1697384"/>
                <a:ext cx="10197843" cy="390954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ea typeface="微软雅黑"/>
                  </a:rPr>
                  <a:t>房屋结构险</a:t>
                </a:r>
              </a:p>
            </p:txBody>
          </p:sp>
          <p:sp>
            <p:nvSpPr>
              <p:cNvPr descr="279b8fb5-8f3a-40af-9cbd-f2ed9a90f125" id="26" name="Number1">
                <a:extLst>
                  <a:ext uri="{FF2B5EF4-FFF2-40B4-BE49-F238E27FC236}">
                    <a16:creationId id="{84FADAD4-C0D6-3DC9-ACF3-74605DBD71F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165735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3ebef08f-eb1b-464b-af5b-0ce953d8a2dd" id="9" name="组合 8">
              <a:extLst>
                <a:ext uri="{FF2B5EF4-FFF2-40B4-BE49-F238E27FC236}">
                  <a16:creationId id="{B1AA6C1E-8A55-ECE1-A67D-9D1763137689}"/>
                </a:ext>
              </a:extLst>
            </p:cNvPr>
            <p:cNvGrpSpPr/>
            <p:nvPr/>
          </p:nvGrpSpPr>
          <p:grpSpPr>
            <a:xfrm>
              <a:off x="660400" y="3229114"/>
              <a:ext cx="10858500" cy="1331051"/>
              <a:chOff x="660400" y="2791234"/>
              <a:chExt cx="10858500" cy="1331051"/>
            </a:xfrm>
          </p:grpSpPr>
          <p:sp>
            <p:nvSpPr>
              <p:cNvPr descr="4037f9a9-1825-4da7-b7ea-a6ddb06e8277" id="146" name="ComponentBackground2">
                <a:extLst>
                  <a:ext uri="{FF2B5EF4-FFF2-40B4-BE49-F238E27FC236}">
                    <a16:creationId id="{AC8EEDD4-DC84-BB67-8641-7DAEC7E5249C}"/>
                  </a:ext>
                </a:extLst>
              </p:cNvPr>
              <p:cNvSpPr/>
              <p:nvPr/>
            </p:nvSpPr>
            <p:spPr>
              <a:xfrm flipH="false" flipV="false">
                <a:off x="660400" y="2791234"/>
                <a:ext cx="10858500" cy="1331051"/>
              </a:xfrm>
              <a:prstGeom prst="roundRect">
                <a:avLst>
                  <a:gd fmla="val 7854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7ae8571-b7d1-45f1-8ba0-a300ff69bd6a" id="148" name="Text2">
                <a:extLst>
                  <a:ext uri="{FF2B5EF4-FFF2-40B4-BE49-F238E27FC236}">
                    <a16:creationId id="{DE745480-5300-D4CC-0FBD-FFE65A11011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3224391"/>
                <a:ext cx="10197843" cy="783593"/>
              </a:xfrm>
              <a:prstGeom prst="rect">
                <a:avLst/>
              </a:prstGeom>
              <a:noFill/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覆盖家具、电器、衣物等室内个人财物，在火灾中遭受的损失可获得赔偿。</a:t>
                </a:r>
              </a:p>
            </p:txBody>
          </p:sp>
          <p:sp>
            <p:nvSpPr>
              <p:cNvPr descr="94efb225-508b-4d9a-a971-61497285f439" id="149" name="Bullet2">
                <a:extLst>
                  <a:ext uri="{FF2B5EF4-FFF2-40B4-BE49-F238E27FC236}">
                    <a16:creationId id="{0497B67B-76D1-1D23-23A6-0E878A6457D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2833439"/>
                <a:ext cx="10197843" cy="390954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ea typeface="微软雅黑"/>
                  </a:rPr>
                  <a:t>家居财产险</a:t>
                </a:r>
              </a:p>
            </p:txBody>
          </p:sp>
          <p:sp>
            <p:nvSpPr>
              <p:cNvPr descr="4ac02057-6d2c-4e96-9976-f368c92935c9" id="145" name="Number2">
                <a:extLst>
                  <a:ext uri="{FF2B5EF4-FFF2-40B4-BE49-F238E27FC236}">
                    <a16:creationId id="{84D350E5-6F71-8BC9-BB37-F3E0E1D2FE1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2793405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3944699b-7aad-4666-836b-6b0885156356" id="10" name="组合 9">
              <a:extLst>
                <a:ext uri="{FF2B5EF4-FFF2-40B4-BE49-F238E27FC236}">
                  <a16:creationId id="{74D5124A-447E-1658-1160-3EAB50B3189D}"/>
                </a:ext>
              </a:extLst>
            </p:cNvPr>
            <p:cNvGrpSpPr/>
            <p:nvPr/>
          </p:nvGrpSpPr>
          <p:grpSpPr>
            <a:xfrm>
              <a:off x="660400" y="4803049"/>
              <a:ext cx="10858500" cy="1331051"/>
              <a:chOff x="660400" y="3927289"/>
              <a:chExt cx="10858500" cy="1331051"/>
            </a:xfrm>
          </p:grpSpPr>
          <p:sp>
            <p:nvSpPr>
              <p:cNvPr descr="ba44688e-1da3-445f-9aae-fed7f9c62ce4" id="153" name="ComponentBackground3">
                <a:extLst>
                  <a:ext uri="{FF2B5EF4-FFF2-40B4-BE49-F238E27FC236}">
                    <a16:creationId id="{99498F78-BAA7-8FCA-91D2-770DC812350E}"/>
                  </a:ext>
                </a:extLst>
              </p:cNvPr>
              <p:cNvSpPr/>
              <p:nvPr/>
            </p:nvSpPr>
            <p:spPr>
              <a:xfrm flipH="false" flipV="false">
                <a:off x="660400" y="3927289"/>
                <a:ext cx="10858500" cy="1331051"/>
              </a:xfrm>
              <a:prstGeom prst="roundRect">
                <a:avLst>
                  <a:gd fmla="val 7854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828eaccd-e478-4f9c-8f36-052b1dd4559f" id="155" name="Text3">
                <a:extLst>
                  <a:ext uri="{FF2B5EF4-FFF2-40B4-BE49-F238E27FC236}">
                    <a16:creationId id="{9AF26C84-FB90-5D37-030F-561765CEAD8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4360446"/>
                <a:ext cx="10197843" cy="783593"/>
              </a:xfrm>
              <a:prstGeom prst="rect">
                <a:avLst/>
              </a:prstGeom>
              <a:noFill/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保额应根据房屋重建成本及财物实际价值确定，避免因保额不足导致理赔金额打折扣。</a:t>
                </a:r>
              </a:p>
            </p:txBody>
          </p:sp>
          <p:sp>
            <p:nvSpPr>
              <p:cNvPr descr="131c9396-7bf8-45ad-9658-a86d418e9733" id="156" name="Bullet3">
                <a:extLst>
                  <a:ext uri="{FF2B5EF4-FFF2-40B4-BE49-F238E27FC236}">
                    <a16:creationId id="{9BEFAC9B-6E3F-C7D0-BBD8-80AAFC06097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3969494"/>
                <a:ext cx="10197843" cy="390954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ea typeface="微软雅黑"/>
                  </a:rPr>
                  <a:t>保额要足额</a:t>
                </a:r>
              </a:p>
            </p:txBody>
          </p:sp>
          <p:sp>
            <p:nvSpPr>
              <p:cNvPr descr="6d1ae77d-6156-44d7-a95a-30d6c317a62f" id="152" name="Number3">
                <a:extLst>
                  <a:ext uri="{FF2B5EF4-FFF2-40B4-BE49-F238E27FC236}">
                    <a16:creationId id="{7C355033-361D-87A5-AAF1-890327FE7F21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392946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家庭财产防火墙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5caf57a-60f3-4ace-98f6-541ecac32e29" id="2" name="def833a4-fb96-4912-b259-2a1294d29a0c.source.2.zh-Hans.pptx">
            <a:extLst>
              <a:ext uri="{FF2B5EF4-FFF2-40B4-BE49-F238E27FC236}">
                <a16:creationId id="{A0778EFB-5B26-B1F6-554E-A9D638ABA330}"/>
              </a:ext>
            </a:extLst>
          </p:cNvPr>
          <p:cNvGrpSpPr/>
          <p:nvPr/>
        </p:nvGrpSpPr>
        <p:grpSpPr>
          <a:xfrm>
            <a:off x="469900" y="940758"/>
            <a:ext cx="11049000" cy="5193343"/>
            <a:chOff x="469900" y="940758"/>
            <a:chExt cx="11049000" cy="5193343"/>
          </a:xfrm>
        </p:grpSpPr>
        <p:cxnSp>
          <p:nvCxnSpPr>
            <p:cNvPr descr="b606e1cc-dabc-49df-b591-580dabfec4fa" id="19" name="连接符: 肘形 18">
              <a:extLst>
                <a:ext uri="{FF2B5EF4-FFF2-40B4-BE49-F238E27FC236}">
                  <a16:creationId id="{70DC6BB0-B3C5-616B-7363-A2958472A0A0}"/>
                </a:ext>
              </a:extLst>
            </p:cNvPr>
            <p:cNvCxnSpPr>
              <a:cxnSpLocks/>
              <a:stCxn id="14" idx="3"/>
              <a:endCxn id="18" idx="1"/>
            </p:cNvCxnSpPr>
            <p:nvPr/>
          </p:nvCxnSpPr>
          <p:spPr>
            <a:xfrm flipH="false" flipV="false">
              <a:off x="7213599" y="2289497"/>
              <a:ext cx="717635" cy="1342704"/>
            </a:xfrm>
            <a:prstGeom prst="bentConnector3">
              <a:avLst>
                <a:gd fmla="val 50000" name="adj1"/>
              </a:avLst>
            </a:prstGeom>
            <a:noFill/>
            <a:ln cap="flat" cmpd="sng" w="6350">
              <a:solidFill>
                <a:schemeClr val="tx1">
                  <a:alpha val="50000"/>
                </a:schemeClr>
              </a:solidFill>
              <a:prstDash val="solid"/>
              <a:miter lim="800000"/>
              <a:headEnd len="sm" type="none" w="sm"/>
              <a:tailEnd len="sm" type="none" w="sm"/>
            </a:ln>
          </p:spPr>
        </p:cxnSp>
        <p:sp>
          <p:nvSpPr>
            <p:cNvPr descr="aac3202c-ec99-48a3-8769-07dc08157d95" id="18" name="Title">
              <a:extLst>
                <a:ext uri="{FF2B5EF4-FFF2-40B4-BE49-F238E27FC236}">
                  <a16:creationId id="{D8360B0F-9993-EE75-B954-4A5C8073EDDB}"/>
                </a:ext>
              </a:extLst>
            </p:cNvPr>
            <p:cNvSpPr txBox="1"/>
            <p:nvPr/>
          </p:nvSpPr>
          <p:spPr>
            <a:xfrm flipH="false" flipV="false">
              <a:off x="7931234" y="1130301"/>
              <a:ext cx="3587666" cy="5003800"/>
            </a:xfrm>
            <a:prstGeom prst="rect">
              <a:avLst/>
            </a:prstGeom>
            <a:noFill/>
          </p:spPr>
          <p:txBody>
            <a:bodyPr anchor="ctr" anchorCtr="false" bIns="45720" lIns="91440" rIns="91440" tIns="45720" wrap="square">
              <a:normAutofit/>
            </a:bodyPr>
            <a:lstStyle>
              <a:defPPr>
                <a:defRPr lang="en-US"/>
              </a:defPPr>
              <a:lvl1pPr>
                <a:defRPr b="1" sz="2400"/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2400" u="none">
                  <a:solidFill>
                    <a:srgbClr val="000000"/>
                  </a:solidFill>
                  <a:ea typeface="微软雅黑"/>
                </a:rPr>
                <a:t>为家人生命健康提供最后一道防线</a:t>
              </a:r>
            </a:p>
          </p:txBody>
        </p:sp>
        <p:cxnSp>
          <p:nvCxnSpPr>
            <p:cNvPr descr="febb6057-a279-4c97-be99-64df642270f1" id="20" name="连接符: 肘形 19">
              <a:extLst>
                <a:ext uri="{FF2B5EF4-FFF2-40B4-BE49-F238E27FC236}">
                  <a16:creationId id="{FE587DEB-E6DF-6C6C-FE5F-7203531FC638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 flipH="false" flipV="true">
              <a:off x="7213599" y="3632201"/>
              <a:ext cx="717635" cy="1721511"/>
            </a:xfrm>
            <a:prstGeom prst="bentConnector3">
              <a:avLst>
                <a:gd fmla="val 50000" name="adj1"/>
              </a:avLst>
            </a:prstGeom>
            <a:noFill/>
            <a:ln cap="flat" cmpd="sng" w="6350">
              <a:solidFill>
                <a:schemeClr val="tx1">
                  <a:alpha val="50000"/>
                </a:schemeClr>
              </a:solidFill>
              <a:prstDash val="solid"/>
              <a:miter lim="800000"/>
              <a:headEnd len="sm" type="none" w="sm"/>
              <a:tailEnd len="sm" type="none" w="sm"/>
            </a:ln>
          </p:spPr>
        </p:cxnSp>
        <p:grpSp>
          <p:nvGrpSpPr>
            <p:cNvPr descr="ad6aab9f-8fb8-412b-ad28-da1a56d8c665" id="7" name="组合 6">
              <a:extLst>
                <a:ext uri="{FF2B5EF4-FFF2-40B4-BE49-F238E27FC236}">
                  <a16:creationId id="{0CD348AA-3BA8-A83E-1D78-77510594B974}"/>
                </a:ext>
              </a:extLst>
            </p:cNvPr>
            <p:cNvGrpSpPr/>
            <p:nvPr/>
          </p:nvGrpSpPr>
          <p:grpSpPr>
            <a:xfrm>
              <a:off x="469900" y="940758"/>
              <a:ext cx="6743699" cy="2501585"/>
              <a:chOff x="469900" y="940758"/>
              <a:chExt cx="6743699" cy="2501585"/>
            </a:xfrm>
          </p:grpSpPr>
          <p:sp>
            <p:nvSpPr>
              <p:cNvPr descr="a6b378b2-d185-48d8-bf65-b9402ea4b8bc" id="14" name="ComponentBackground1">
                <a:extLst>
                  <a:ext uri="{FF2B5EF4-FFF2-40B4-BE49-F238E27FC236}">
                    <a16:creationId id="{982E3F9D-D2DF-ABBC-1A7E-883281E1131B}"/>
                  </a:ext>
                </a:extLst>
              </p:cNvPr>
              <p:cNvSpPr/>
              <p:nvPr/>
            </p:nvSpPr>
            <p:spPr>
              <a:xfrm flipH="false" flipV="false">
                <a:off x="664350" y="1136651"/>
                <a:ext cx="6549249" cy="2305692"/>
              </a:xfrm>
              <a:prstGeom prst="rect">
                <a:avLst/>
              </a:prstGeom>
              <a:noFill/>
              <a:ln cap="rnd" w="6350">
                <a:solidFill>
                  <a:schemeClr val="tx1">
                    <a:alpha val="50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4c58a604-a053-4e71-9276-b51789c20662" id="15" name="Text1">
                <a:extLst>
                  <a:ext uri="{FF2B5EF4-FFF2-40B4-BE49-F238E27FC236}">
                    <a16:creationId id="{5A2AC463-2B35-BC60-2E8D-FC0DA2D62441}"/>
                  </a:ext>
                </a:extLst>
              </p:cNvPr>
              <p:cNvSpPr/>
              <p:nvPr/>
            </p:nvSpPr>
            <p:spPr>
              <a:xfrm flipH="true" flipV="false">
                <a:off x="804832" y="1776645"/>
                <a:ext cx="6007294" cy="1536158"/>
              </a:xfrm>
              <a:prstGeom prst="rect">
                <a:avLst/>
              </a:prstGeom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在火灾等意外事故中导致身故或伤残，可获得一笔高额赔偿金，用于家庭生活开支或债务偿还。</a:t>
                </a:r>
              </a:p>
            </p:txBody>
          </p:sp>
          <p:sp>
            <p:nvSpPr>
              <p:cNvPr descr="ce648d79-6dab-492b-892e-12c659db8931" id="16" name="Bullet1">
                <a:extLst>
                  <a:ext uri="{FF2B5EF4-FFF2-40B4-BE49-F238E27FC236}">
                    <a16:creationId id="{F7B7251E-7F3F-A76C-39C5-A5CDE7B01ED7}"/>
                  </a:ext>
                </a:extLst>
              </p:cNvPr>
              <p:cNvSpPr txBox="1"/>
              <p:nvPr/>
            </p:nvSpPr>
            <p:spPr>
              <a:xfrm flipH="false" flipV="false">
                <a:off x="804833" y="1235248"/>
                <a:ext cx="6007294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人身意外险</a:t>
                </a:r>
              </a:p>
            </p:txBody>
          </p:sp>
          <p:sp>
            <p:nvSpPr>
              <p:cNvPr descr="db06e350-aa7e-4e8c-ba3a-ea48e437acd3" id="17" name="Shape1">
                <a:extLst>
                  <a:ext uri="{FF2B5EF4-FFF2-40B4-BE49-F238E27FC236}">
                    <a16:creationId id="{D56C8EE6-8784-14B5-984F-F4F86586FF87}"/>
                  </a:ext>
                </a:extLst>
              </p:cNvPr>
              <p:cNvSpPr/>
              <p:nvPr/>
            </p:nvSpPr>
            <p:spPr>
              <a:xfrm flipH="false" flipV="false">
                <a:off x="469900" y="940758"/>
                <a:ext cx="393664" cy="396548"/>
              </a:xfrm>
              <a:prstGeom prst="pie">
                <a:avLst>
                  <a:gd fmla="val 0" name="adj1"/>
                  <a:gd fmla="val 5387355" name="adj2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46ecb74d-8379-4028-a643-1115b726a950" id="8" name="组合 7">
              <a:extLst>
                <a:ext uri="{FF2B5EF4-FFF2-40B4-BE49-F238E27FC236}">
                  <a16:creationId id="{18E32327-7778-CE65-C7C3-F2A931A27B9D}"/>
                </a:ext>
              </a:extLst>
            </p:cNvPr>
            <p:cNvGrpSpPr/>
            <p:nvPr/>
          </p:nvGrpSpPr>
          <p:grpSpPr>
            <a:xfrm>
              <a:off x="469900" y="3632201"/>
              <a:ext cx="6743699" cy="2501899"/>
              <a:chOff x="469900" y="3632201"/>
              <a:chExt cx="6743699" cy="2501899"/>
            </a:xfrm>
          </p:grpSpPr>
          <p:sp>
            <p:nvSpPr>
              <p:cNvPr descr="4f061cd1-8a9b-4461-979f-c0ba0a7b9696" id="10" name="ComponentBackground2">
                <a:extLst>
                  <a:ext uri="{FF2B5EF4-FFF2-40B4-BE49-F238E27FC236}">
                    <a16:creationId id="{776DFFF5-CA9F-A58B-9015-FFCAA94F325F}"/>
                  </a:ext>
                </a:extLst>
              </p:cNvPr>
              <p:cNvSpPr/>
              <p:nvPr/>
            </p:nvSpPr>
            <p:spPr>
              <a:xfrm flipH="false" flipV="false">
                <a:off x="664350" y="3828408"/>
                <a:ext cx="6549249" cy="2305692"/>
              </a:xfrm>
              <a:prstGeom prst="rect">
                <a:avLst/>
              </a:prstGeom>
              <a:noFill/>
              <a:ln cap="rnd" w="6350">
                <a:solidFill>
                  <a:schemeClr val="tx1">
                    <a:alpha val="50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965b9723-b03f-405d-935c-2290a8a3a127" id="11" name="Text2">
                <a:extLst>
                  <a:ext uri="{FF2B5EF4-FFF2-40B4-BE49-F238E27FC236}">
                    <a16:creationId id="{E87346DE-8E3D-6B46-E0DC-2CF0ABFDE6DF}"/>
                  </a:ext>
                </a:extLst>
              </p:cNvPr>
              <p:cNvSpPr/>
              <p:nvPr/>
            </p:nvSpPr>
            <p:spPr>
              <a:xfrm flipH="true" flipV="false">
                <a:off x="804832" y="4468402"/>
                <a:ext cx="6007294" cy="1536158"/>
              </a:xfrm>
              <a:prstGeom prst="rect">
                <a:avLst/>
              </a:prstGeom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报销因火灾烧伤、吸入浓烟等导致的医疗费用，包括住院、手术、门诊等，减轻经济负担。</a:t>
                </a:r>
              </a:p>
            </p:txBody>
          </p:sp>
          <p:sp>
            <p:nvSpPr>
              <p:cNvPr descr="dc3754ec-a187-48a9-983f-fe5b8604afcb" id="12" name="Bullet2">
                <a:extLst>
                  <a:ext uri="{FF2B5EF4-FFF2-40B4-BE49-F238E27FC236}">
                    <a16:creationId id="{4DD0C752-BB55-8311-4223-F993FCA33206}"/>
                  </a:ext>
                </a:extLst>
              </p:cNvPr>
              <p:cNvSpPr txBox="1"/>
              <p:nvPr/>
            </p:nvSpPr>
            <p:spPr>
              <a:xfrm flipH="false" flipV="false">
                <a:off x="804833" y="3927005"/>
                <a:ext cx="6007294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健康医疗险</a:t>
                </a:r>
              </a:p>
            </p:txBody>
          </p:sp>
          <p:sp>
            <p:nvSpPr>
              <p:cNvPr descr="65400225-d171-484c-8c8c-bebdaab3d93b" id="13" name="Shape2">
                <a:extLst>
                  <a:ext uri="{FF2B5EF4-FFF2-40B4-BE49-F238E27FC236}">
                    <a16:creationId id="{7F99934E-7E8D-0EC9-468F-9D3F08728861}"/>
                  </a:ext>
                </a:extLst>
              </p:cNvPr>
              <p:cNvSpPr/>
              <p:nvPr/>
            </p:nvSpPr>
            <p:spPr>
              <a:xfrm flipH="false" flipV="false">
                <a:off x="469900" y="3632201"/>
                <a:ext cx="393664" cy="396548"/>
              </a:xfrm>
              <a:prstGeom prst="pie">
                <a:avLst>
                  <a:gd fmla="val 0" name="adj1"/>
                  <a:gd fmla="val 5387355" name="adj2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人身安全护盾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ac1a149-2764-4b6f-842e-25f84032b594" id="29" name="300e0c0b-0462-4a6b-95cd-3a67c6baf2bd.source.2.zh-Hans.pptx">
            <a:extLst>
              <a:ext uri="{FF2B5EF4-FFF2-40B4-BE49-F238E27FC236}">
                <a16:creationId id="{9AFA20F4-3A6F-4D31-3B9D-22EB791E310B}"/>
              </a:ext>
            </a:extLst>
          </p:cNvPr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descr="e8f8e8da-c6df-4c0d-962f-1915c9489f3f" id="2" name="Title">
              <a:extLst>
                <a:ext uri="{FF2B5EF4-FFF2-40B4-BE49-F238E27FC236}">
                  <a16:creationId id="{57345B52-A21C-1825-8172-E978E6BF1B60}"/>
                </a:ext>
              </a:extLst>
            </p:cNvPr>
            <p:cNvSpPr txBox="1"/>
            <p:nvPr/>
          </p:nvSpPr>
          <p:spPr>
            <a:xfrm flipH="false" flipV="false">
              <a:off x="660400" y="1130301"/>
              <a:ext cx="2573454" cy="2181612"/>
            </a:xfrm>
            <a:prstGeom prst="roundRect">
              <a:avLst>
                <a:gd fmla="val 6882" name="adj"/>
              </a:avLst>
            </a:prstGeom>
            <a:solidFill>
              <a:schemeClr val="tx1">
                <a:alpha val="5000"/>
              </a:schemeClr>
            </a:solidFill>
          </p:spPr>
          <p:txBody>
            <a:bodyPr anchor="ctr" anchorCtr="false" bIns="46800" lIns="90000" rIns="90000" rtlCol="0" tIns="46800" wrap="square">
              <a:normAutofit/>
            </a:bodyPr>
            <a:lstStyle>
              <a:defPPr>
                <a:defRPr lang="zh-CN"/>
              </a:defPPr>
              <a:lvl1pPr>
                <a:defRPr b="1" sz="2400">
                  <a:cs typeface="+mn-ea"/>
                </a:defRPr>
              </a:lvl1pPr>
            </a:lstStyle>
            <a:p>
              <a:pPr algn="l"/>
              <a:r>
                <a:rPr b="true" i="false" lang="en-US" sz="2400" u="none">
                  <a:solidFill>
                    <a:srgbClr val="000000"/>
                  </a:solidFill>
                  <a:ea typeface="微软雅黑"/>
                </a:rPr>
                <a:t>补充核心保障，应对特定场景损失</a:t>
              </a:r>
            </a:p>
          </p:txBody>
        </p:sp>
        <p:cxnSp>
          <p:nvCxnSpPr>
            <p:cNvPr descr="7a624dbd-39da-4274-a59e-63a0705e85c5" id="7" name="直接连接符 6">
              <a:extLst>
                <a:ext uri="{FF2B5EF4-FFF2-40B4-BE49-F238E27FC236}">
                  <a16:creationId id="{82415B31-7336-F717-C03A-36488B029E30}"/>
                </a:ext>
              </a:extLst>
            </p:cNvPr>
            <p:cNvCxnSpPr>
              <a:cxnSpLocks/>
              <a:stCxn id="40" idx="4"/>
              <a:endCxn id="6" idx="4"/>
            </p:cNvCxnSpPr>
            <p:nvPr/>
          </p:nvCxnSpPr>
          <p:spPr>
            <a:xfrm flipH="false" flipV="false">
              <a:off x="3625852" y="1628097"/>
              <a:ext cx="0" cy="2496961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9c51f79b-4434-4cb2-8b2e-cbd35343d916" id="3" name="组合 2">
              <a:extLst>
                <a:ext uri="{FF2B5EF4-FFF2-40B4-BE49-F238E27FC236}">
                  <a16:creationId id="{71B3AE1B-C181-04E9-0D9C-3760D3189045}"/>
                </a:ext>
              </a:extLst>
            </p:cNvPr>
            <p:cNvGrpSpPr/>
            <p:nvPr/>
          </p:nvGrpSpPr>
          <p:grpSpPr>
            <a:xfrm>
              <a:off x="3403298" y="1183481"/>
              <a:ext cx="8115602" cy="2453658"/>
              <a:chOff x="3403298" y="1183481"/>
              <a:chExt cx="8115602" cy="2453658"/>
            </a:xfrm>
          </p:grpSpPr>
          <p:sp>
            <p:nvSpPr>
              <p:cNvPr descr="2f2d7cf7-f1b1-44c9-9fee-0b0f481561f6" id="42" name="Text1">
                <a:extLst>
                  <a:ext uri="{FF2B5EF4-FFF2-40B4-BE49-F238E27FC236}">
                    <a16:creationId id="{D93C4E07-CB68-14FE-9443-C8DAA4DE700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8" y="1628096"/>
                <a:ext cx="7628401" cy="200904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适用于有经营场所的家庭或企业，赔偿因火灾导致无法营业期间的利润损失和额外开销。</a:t>
                </a:r>
              </a:p>
            </p:txBody>
          </p:sp>
          <p:sp>
            <p:nvSpPr>
              <p:cNvPr descr="5a45fca8-11b2-4244-88e5-7ca338f27782" id="43" name="Bullet1">
                <a:extLst>
                  <a:ext uri="{FF2B5EF4-FFF2-40B4-BE49-F238E27FC236}">
                    <a16:creationId id="{60D2DDA7-BF12-3EB7-ED25-D76238CB8E7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9" y="1183481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营业中断险</a:t>
                </a:r>
              </a:p>
            </p:txBody>
          </p:sp>
          <p:sp>
            <p:nvSpPr>
              <p:cNvPr descr="754e6eb4-aadc-4b8e-bf24-3e55d60f121f" id="40" name="Number1">
                <a:extLst>
                  <a:ext uri="{FF2B5EF4-FFF2-40B4-BE49-F238E27FC236}">
                    <a16:creationId id="{F447C7C8-0801-D5D4-C45D-FC5B457BDAB8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403298" y="1183481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4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d5982133-f24d-4192-bc58-101eb2a32633" id="11" name="组合 10">
              <a:extLst>
                <a:ext uri="{FF2B5EF4-FFF2-40B4-BE49-F238E27FC236}">
                  <a16:creationId id="{FCA0C23D-C463-EEFD-B523-47AD7F38DFC4}"/>
                </a:ext>
              </a:extLst>
            </p:cNvPr>
            <p:cNvGrpSpPr/>
            <p:nvPr/>
          </p:nvGrpSpPr>
          <p:grpSpPr>
            <a:xfrm>
              <a:off x="3403298" y="3680442"/>
              <a:ext cx="8115602" cy="2453658"/>
              <a:chOff x="3403298" y="2454892"/>
              <a:chExt cx="8115602" cy="2453658"/>
            </a:xfrm>
          </p:grpSpPr>
          <p:sp>
            <p:nvSpPr>
              <p:cNvPr descr="69fe5bec-e35a-47b5-a569-dc5572a95280" id="10" name="Text2">
                <a:extLst>
                  <a:ext uri="{FF2B5EF4-FFF2-40B4-BE49-F238E27FC236}">
                    <a16:creationId id="{D111795D-F66D-264B-CF58-E92468DA4CB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8" y="2899507"/>
                <a:ext cx="7628401" cy="200904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若火灾因自身原因牵连邻居或公众，可用于赔付对方的财产损失或人身伤害，规避法律风险。</a:t>
                </a:r>
              </a:p>
            </p:txBody>
          </p:sp>
          <p:sp>
            <p:nvSpPr>
              <p:cNvPr descr="8584f643-d088-4e81-b461-3e99b9dc245a" id="12" name="Bullet2">
                <a:extLst>
                  <a:ext uri="{FF2B5EF4-FFF2-40B4-BE49-F238E27FC236}">
                    <a16:creationId id="{FAF18940-C779-43D9-F05D-580FD2A7F5E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9" y="2454892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公众责任险</a:t>
                </a:r>
              </a:p>
            </p:txBody>
          </p:sp>
          <p:sp>
            <p:nvSpPr>
              <p:cNvPr descr="f289945c-c275-4027-8d95-c0d3737ce522" id="6" name="Number2">
                <a:extLst>
                  <a:ext uri="{FF2B5EF4-FFF2-40B4-BE49-F238E27FC236}">
                    <a16:creationId id="{66F87338-BB89-EA7C-D1A6-8AB730E14615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403298" y="2454892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4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额外风险保障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fef16b2-381f-41cb-89fb-bd2e87181ce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ea typeface="微软雅黑"/>
              </a:rPr>
              <a:t>科学投保指南</a:t>
            </a:r>
          </a:p>
        </p:txBody>
      </p:sp>
      <p:sp>
        <p:nvSpPr>
          <p:cNvPr descr="85bdc26f-60ce-4e4b-b9c4-9c8fad5115b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ea typeface="微软雅黑"/>
              </a:rPr>
              <a:t>提供从选择产品到理赔全流程的实用建议，帮助消费者做出明智的保险决策。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18a4686d-2067-4d2f-bb75-a4fc6f95a483" id="21" name="37e9254f-cd01-4222-a8b3-518de6c71795.source.4.zh-Hans.pptx">
            <a:extLst>
              <a:ext uri="{FF2B5EF4-FFF2-40B4-BE49-F238E27FC236}">
                <a16:creationId id="{A1FC3268-941E-C0C1-F5F9-19C1422F577D}"/>
              </a:ext>
            </a:extLst>
          </p:cNvPr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descr="c4a941a1-4137-4882-8a79-9085126a3f1c" id="10" name="Title">
              <a:extLst>
                <a:ext uri="{FF2B5EF4-FFF2-40B4-BE49-F238E27FC236}">
                  <a16:creationId id="{03A9685B-6459-18BF-1D94-58C618C8B28A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ea typeface="微软雅黑"/>
                </a:rPr>
                <a:t>如何选择合适的保险产品？</a:t>
              </a:r>
            </a:p>
          </p:txBody>
        </p:sp>
        <p:grpSp>
          <p:nvGrpSpPr>
            <p:cNvPr descr="9e62aa0a-6a75-443d-a4f8-e8748404687c" id="37" name="组合 36">
              <a:extLst>
                <a:ext uri="{FF2B5EF4-FFF2-40B4-BE49-F238E27FC236}">
                  <a16:creationId id="{838C3514-79E9-D06E-E844-168BA735EC69}"/>
                </a:ext>
              </a:extLst>
            </p:cNvPr>
            <p:cNvGrpSpPr/>
            <p:nvPr/>
          </p:nvGrpSpPr>
          <p:grpSpPr>
            <a:xfrm>
              <a:off x="660400" y="1761003"/>
              <a:ext cx="5295900" cy="2141554"/>
              <a:chOff x="885625" y="1931699"/>
              <a:chExt cx="5295900" cy="2141554"/>
            </a:xfrm>
          </p:grpSpPr>
          <p:sp>
            <p:nvSpPr>
              <p:cNvPr descr="9ce6598d-1e0d-4098-b47e-dd389d754ca5" id="34" name="Number1">
                <a:extLst>
                  <a:ext uri="{FF2B5EF4-FFF2-40B4-BE49-F238E27FC236}">
                    <a16:creationId id="{0981F160-746A-9546-2078-330651F4508E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0071C0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6d03eccd-287e-443e-bd6b-d45bb39ac86a" id="35" name="Bullet1">
                <a:extLst>
                  <a:ext uri="{FF2B5EF4-FFF2-40B4-BE49-F238E27FC236}">
                    <a16:creationId id="{66A03396-6391-E266-91AA-52177B8A70C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明确需求</a:t>
                </a:r>
              </a:p>
            </p:txBody>
          </p:sp>
          <p:sp>
            <p:nvSpPr>
              <p:cNvPr descr="10813341-c3db-4ee0-b48e-f033ff5869eb" id="36" name="Text1">
                <a:extLst>
                  <a:ext uri="{FF2B5EF4-FFF2-40B4-BE49-F238E27FC236}">
                    <a16:creationId id="{1810206F-7645-AE9A-750C-8F11BFA0043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16688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根据家庭实际情况（如房屋价值、成员结构、职业风险）评估所需保障，量身定制方案。</a:t>
                </a:r>
              </a:p>
            </p:txBody>
          </p:sp>
        </p:grpSp>
        <p:grpSp>
          <p:nvGrpSpPr>
            <p:cNvPr descr="8c6e2efc-42ef-48ad-b4e2-8f396a37093a" id="2" name="组合 1">
              <a:extLst>
                <a:ext uri="{FF2B5EF4-FFF2-40B4-BE49-F238E27FC236}">
                  <a16:creationId id="{E8338DA9-A669-77DC-3A6C-D7827DC7FF2B}"/>
                </a:ext>
              </a:extLst>
            </p:cNvPr>
            <p:cNvGrpSpPr/>
            <p:nvPr/>
          </p:nvGrpSpPr>
          <p:grpSpPr>
            <a:xfrm>
              <a:off x="660400" y="3992546"/>
              <a:ext cx="5295900" cy="2141554"/>
              <a:chOff x="885625" y="1931699"/>
              <a:chExt cx="5295900" cy="2141554"/>
            </a:xfrm>
          </p:grpSpPr>
          <p:sp>
            <p:nvSpPr>
              <p:cNvPr descr="b758e721-6d5b-42a1-bcaf-6b08cc5a52b1" id="3" name="Number2">
                <a:extLst>
                  <a:ext uri="{FF2B5EF4-FFF2-40B4-BE49-F238E27FC236}">
                    <a16:creationId id="{2267A585-99CD-BB58-35C2-A730EB92B631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0071C0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7140c46e-1f93-4ee9-8826-b82112cf4dcb" id="4" name="Bullet2">
                <a:extLst>
                  <a:ext uri="{FF2B5EF4-FFF2-40B4-BE49-F238E27FC236}">
                    <a16:creationId id="{C1D785C7-C78D-FE00-ADB5-310F6BF1B42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读懂条款</a:t>
                </a:r>
              </a:p>
            </p:txBody>
          </p:sp>
          <p:sp>
            <p:nvSpPr>
              <p:cNvPr descr="4ff2d338-06a6-42ed-bb48-67254651f2d3" id="5" name="Text2">
                <a:extLst>
                  <a:ext uri="{FF2B5EF4-FFF2-40B4-BE49-F238E27FC236}">
                    <a16:creationId id="{1C10925B-4DD4-B5F4-4B9F-742DECB3670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16688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重点关注保险责任、责任免除、赔偿限额、理赔流程等核心条款，确保保障符合预期。</a:t>
                </a:r>
              </a:p>
            </p:txBody>
          </p:sp>
        </p:grpSp>
        <p:grpSp>
          <p:nvGrpSpPr>
            <p:cNvPr descr="106d1f4d-94f4-4bea-af89-a631d6029b65" id="70" name="组合 69">
              <a:extLst>
                <a:ext uri="{FF2B5EF4-FFF2-40B4-BE49-F238E27FC236}">
                  <a16:creationId id="{86C462C5-5E76-7AB0-581B-86462DBB35E2}"/>
                </a:ext>
              </a:extLst>
            </p:cNvPr>
            <p:cNvGrpSpPr/>
            <p:nvPr/>
          </p:nvGrpSpPr>
          <p:grpSpPr>
            <a:xfrm>
              <a:off x="6223000" y="1761003"/>
              <a:ext cx="5295900" cy="2141554"/>
              <a:chOff x="885625" y="1931699"/>
              <a:chExt cx="5295900" cy="2141554"/>
            </a:xfrm>
          </p:grpSpPr>
          <p:sp>
            <p:nvSpPr>
              <p:cNvPr descr="6faed3b1-d7bb-4d8f-a66c-d988d31e8caa" id="83" name="Number3">
                <a:extLst>
                  <a:ext uri="{FF2B5EF4-FFF2-40B4-BE49-F238E27FC236}">
                    <a16:creationId id="{B9372FDB-54FB-CB85-E14F-33B32BD00DC6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0071C0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5726b5d2-0a57-4592-b9e3-a4cbdd0e177a" id="84" name="Bullet3">
                <a:extLst>
                  <a:ext uri="{FF2B5EF4-FFF2-40B4-BE49-F238E27FC236}">
                    <a16:creationId id="{3438D9F7-BD0E-BA19-2D62-57A0AF16563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关注除外责任</a:t>
                </a:r>
              </a:p>
            </p:txBody>
          </p:sp>
          <p:sp>
            <p:nvSpPr>
              <p:cNvPr descr="4bcc1b29-1684-48fb-ae64-5d0188dcf7a7" id="85" name="Text3">
                <a:extLst>
                  <a:ext uri="{FF2B5EF4-FFF2-40B4-BE49-F238E27FC236}">
                    <a16:creationId id="{BC1EC775-4E0B-C542-9F0C-DE34AB1975F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16688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特别注意故意行为、战争、核风险等不保事项，必要时通过附加险补充保障缺口。</a:t>
                </a:r>
              </a:p>
            </p:txBody>
          </p:sp>
        </p:grpSp>
        <p:grpSp>
          <p:nvGrpSpPr>
            <p:cNvPr descr="4b1e1538-5f95-4e88-92ae-9faba8a760a4" id="71" name="组合 70">
              <a:extLst>
                <a:ext uri="{FF2B5EF4-FFF2-40B4-BE49-F238E27FC236}">
                  <a16:creationId id="{0FD049AB-91C8-8474-AD10-3450525135F1}"/>
                </a:ext>
              </a:extLst>
            </p:cNvPr>
            <p:cNvGrpSpPr/>
            <p:nvPr/>
          </p:nvGrpSpPr>
          <p:grpSpPr>
            <a:xfrm>
              <a:off x="6223000" y="3992546"/>
              <a:ext cx="5295900" cy="2141554"/>
              <a:chOff x="885625" y="1931699"/>
              <a:chExt cx="5295900" cy="2141554"/>
            </a:xfrm>
          </p:grpSpPr>
          <p:sp>
            <p:nvSpPr>
              <p:cNvPr descr="21b09387-1157-4e9a-a0ed-82506a2deae1" id="80" name="Number4">
                <a:extLst>
                  <a:ext uri="{FF2B5EF4-FFF2-40B4-BE49-F238E27FC236}">
                    <a16:creationId id="{103818EA-79C9-C191-37EC-222B686F7C54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0071C0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952c7790-b3df-44c5-901c-e71bcf146105" id="81" name="Bullet4">
                <a:extLst>
                  <a:ext uri="{FF2B5EF4-FFF2-40B4-BE49-F238E27FC236}">
                    <a16:creationId id="{BB201768-7E7F-B488-25F5-1E349C9C11C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ea typeface="微软雅黑"/>
                  </a:rPr>
                  <a:t>选择可靠公司</a:t>
                </a:r>
              </a:p>
            </p:txBody>
          </p:sp>
          <p:sp>
            <p:nvSpPr>
              <p:cNvPr descr="34047cb1-fcaa-488d-bb98-8ef98bc2859d" id="82" name="Text4">
                <a:extLst>
                  <a:ext uri="{FF2B5EF4-FFF2-40B4-BE49-F238E27FC236}">
                    <a16:creationId id="{DECCFABA-7F90-F09B-F505-69236E9B9EA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16688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ea typeface="微软雅黑"/>
                  </a:rPr>
                  <a:t>考察保险公司的财务状况、偿付能力、服务口碑及再保险支持，确保其有能力履行赔付责任。</a:t>
                </a:r>
              </a:p>
            </p:txBody>
          </p: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投保核心要点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54bfe99-6a7d-492c-9246-8b89417dc579" id="58" name="1ad6fde6-1572-4922-bad7-3146316565f6.source.4.zh-Hans.pptx">
            <a:extLst>
              <a:ext uri="{FF2B5EF4-FFF2-40B4-BE49-F238E27FC236}">
                <a16:creationId id="{8497668C-1B66-E169-4234-67578276CE50}"/>
              </a:ext>
            </a:extLst>
          </p:cNvPr>
          <p:cNvGrpSpPr/>
          <p:nvPr/>
        </p:nvGrpSpPr>
        <p:grpSpPr>
          <a:xfrm>
            <a:off x="660400" y="1130301"/>
            <a:ext cx="10858500" cy="5003795"/>
            <a:chOff x="660400" y="1130301"/>
            <a:chExt cx="10858500" cy="5003795"/>
          </a:xfrm>
        </p:grpSpPr>
        <p:cxnSp>
          <p:nvCxnSpPr>
            <p:cNvPr descr="eac96aa5-7d7a-472b-84e4-5721a426841f" id="11" name="îşļíďè">
              <a:extLst>
                <a:ext uri="{FF2B5EF4-FFF2-40B4-BE49-F238E27FC236}">
                  <a16:creationId id="{BB8B09AA-8D7A-FFE4-B51F-6577AE95396A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dce98908-f6e8-4e36-a15c-179bcb85918f" id="13" name="ï$ḻîḍê">
              <a:extLst>
                <a:ext uri="{FF2B5EF4-FFF2-40B4-BE49-F238E27FC236}">
                  <a16:creationId id="{164EB8D2-3D9E-1B2B-8352-85993BBC5D4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279874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b80bbbff-3364-4432-bd03-39ce75911f95" id="15" name="iṥ1iḍè">
              <a:extLst>
                <a:ext uri="{FF2B5EF4-FFF2-40B4-BE49-F238E27FC236}">
                  <a16:creationId id="{2C1FA26C-05D3-13DF-5211-38D21FD225C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899348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a528da82-3abd-4774-9642-712f802f29b9" id="17" name="ïsļiḓê">
              <a:extLst>
                <a:ext uri="{FF2B5EF4-FFF2-40B4-BE49-F238E27FC236}">
                  <a16:creationId id="{B0D63C1A-3131-A26A-C4CF-0D0B62AEB21B}"/>
                </a:ext>
              </a:extLst>
            </p:cNvPr>
            <p:cNvSpPr/>
            <p:nvPr/>
          </p:nvSpPr>
          <p:spPr>
            <a:xfrm flipH="false" flipV="false">
              <a:off x="865186" y="2945916"/>
              <a:ext cx="206193" cy="249454"/>
            </a:xfrm>
            <a:prstGeom prst="triangl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2e8d9b31-6ccf-4da4-9ca1-8a22a6af1c53" id="19" name="îṣļíḋè">
              <a:extLst>
                <a:ext uri="{FF2B5EF4-FFF2-40B4-BE49-F238E27FC236}">
                  <a16:creationId id="{F0D12609-64B8-7A6F-DCB1-6156B24378B5}"/>
                </a:ext>
              </a:extLst>
            </p:cNvPr>
            <p:cNvSpPr/>
            <p:nvPr/>
          </p:nvSpPr>
          <p:spPr>
            <a:xfrm flipH="false" flipV="false">
              <a:off x="9259499" y="2945916"/>
              <a:ext cx="206193" cy="249454"/>
            </a:xfrm>
            <a:prstGeom prst="triangl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59ad8bb1-ef2a-4abf-90f5-6ed13fa9b94b" id="21" name="Title">
              <a:extLst>
                <a:ext uri="{FF2B5EF4-FFF2-40B4-BE49-F238E27FC236}">
                  <a16:creationId id="{8181269A-60CB-A613-2BD6-985DD9A4F8CA}"/>
                </a:ext>
              </a:extLst>
            </p:cNvPr>
            <p:cNvSpPr txBox="1"/>
            <p:nvPr/>
          </p:nvSpPr>
          <p:spPr>
            <a:xfrm flipH="false" flipV="false">
              <a:off x="660400" y="1130301"/>
              <a:ext cx="10858500" cy="854234"/>
            </a:xfrm>
            <a:prstGeom prst="rect">
              <a:avLst/>
            </a:prstGeom>
            <a:noFill/>
          </p:spPr>
          <p:txBody>
            <a:bodyPr anchor="t" anchorCtr="true" rtlCol="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000000"/>
                  </a:solidFill>
                  <a:ea typeface="微软雅黑"/>
                </a:rPr>
                <a:t>出险后如何高效获得理赔？</a:t>
              </a:r>
            </a:p>
          </p:txBody>
        </p:sp>
        <p:sp>
          <p:nvSpPr>
            <p:cNvPr descr="900d3d68-730b-46a9-ae79-e1deabee62fb" id="52" name="îṣļíḋè">
              <a:extLst>
                <a:ext uri="{FF2B5EF4-FFF2-40B4-BE49-F238E27FC236}">
                  <a16:creationId id="{7AD2C0E1-C6B0-5477-9652-D0C825F86907}"/>
                </a:ext>
              </a:extLst>
            </p:cNvPr>
            <p:cNvSpPr/>
            <p:nvPr/>
          </p:nvSpPr>
          <p:spPr>
            <a:xfrm flipH="false" flipV="false">
              <a:off x="6461307" y="2945916"/>
              <a:ext cx="206193" cy="249454"/>
            </a:xfrm>
            <a:prstGeom prst="triangl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grpSp>
          <p:nvGrpSpPr>
            <p:cNvPr descr="bfce7b78-3a71-4ce1-9c27-9e8a8cb4299c" id="53" name="组合 52">
              <a:extLst>
                <a:ext uri="{FF2B5EF4-FFF2-40B4-BE49-F238E27FC236}">
                  <a16:creationId id="{94411BD8-C320-D244-8CE7-2F8661937B64}"/>
                </a:ext>
              </a:extLst>
            </p:cNvPr>
            <p:cNvGrpSpPr/>
            <p:nvPr/>
          </p:nvGrpSpPr>
          <p:grpSpPr>
            <a:xfrm>
              <a:off x="660400" y="2265454"/>
              <a:ext cx="2464057" cy="3868642"/>
              <a:chOff x="1136279" y="2265454"/>
              <a:chExt cx="2464057" cy="3868642"/>
            </a:xfrm>
          </p:grpSpPr>
          <p:sp>
            <p:nvSpPr>
              <p:cNvPr descr="1c694e06-abc6-4f33-b30d-54ebbbbadbf4" id="32" name="Number1">
                <a:extLst>
                  <a:ext uri="{FF2B5EF4-FFF2-40B4-BE49-F238E27FC236}">
                    <a16:creationId id="{D8020927-21DF-153C-E776-687E359C5D9A}"/>
                  </a:ext>
                </a:extLst>
              </p:cNvPr>
              <p:cNvSpPr txBox="1"/>
              <p:nvPr/>
            </p:nvSpPr>
            <p:spPr>
              <a:xfrm flipH="false" flipV="false">
                <a:off x="1136280" y="2265454"/>
                <a:ext cx="1482398" cy="648997"/>
              </a:xfrm>
              <a:prstGeom prst="rect">
                <a:avLst/>
              </a:prstGeom>
              <a:noFill/>
            </p:spPr>
            <p:txBody>
              <a:bodyPr anchor="b" anchorCtr="false" bIns="45720" lIns="91440" rIns="91440" rtlCol="0" tIns="45720" wrap="none">
                <a:norm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0071C0"/>
                    </a:solidFill>
                    <a:latin typeface="Arial"/>
                  </a:rPr>
                  <a:t>Step1</a:t>
                </a:r>
              </a:p>
            </p:txBody>
          </p:sp>
          <p:sp>
            <p:nvSpPr>
              <p:cNvPr descr="b67c8962-630c-4d60-bff6-3c9b1666317f" id="33" name="Text1">
                <a:extLst>
                  <a:ext uri="{FF2B5EF4-FFF2-40B4-BE49-F238E27FC236}">
                    <a16:creationId id="{A529F1E4-6C14-6AA6-3A4E-09670C218F7B}"/>
                  </a:ext>
                </a:extLst>
              </p:cNvPr>
              <p:cNvSpPr/>
              <p:nvPr/>
            </p:nvSpPr>
            <p:spPr>
              <a:xfrm flipH="false" flipV="false">
                <a:off x="1136409" y="3195370"/>
                <a:ext cx="2463927" cy="236075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lIns="180000" rIns="180000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发生保险事故后，第一时间向保险公司报案，并提供事故详情和联系方式。</a:t>
                </a:r>
              </a:p>
            </p:txBody>
          </p:sp>
          <p:sp>
            <p:nvSpPr>
              <p:cNvPr descr="07cc6ec3-4e38-42c0-8820-1946525e80a1" id="34" name="Bullet1">
                <a:extLst>
                  <a:ext uri="{FF2B5EF4-FFF2-40B4-BE49-F238E27FC236}">
                    <a16:creationId id="{A071BAC2-0AD8-80B3-4751-AB857EA3A3BE}"/>
                  </a:ext>
                </a:extLst>
              </p:cNvPr>
              <p:cNvSpPr txBox="1"/>
              <p:nvPr/>
            </p:nvSpPr>
            <p:spPr>
              <a:xfrm flipH="false" flipV="false">
                <a:off x="1136279" y="5556123"/>
                <a:ext cx="2463926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000000"/>
                    </a:solidFill>
                    <a:ea typeface="微软雅黑"/>
                  </a:rPr>
                  <a:t>及时报案</a:t>
                </a:r>
              </a:p>
            </p:txBody>
          </p:sp>
        </p:grpSp>
        <p:grpSp>
          <p:nvGrpSpPr>
            <p:cNvPr descr="c3d9d553-1841-4304-a623-d14a34822ceb" id="54" name="组合 53">
              <a:extLst>
                <a:ext uri="{FF2B5EF4-FFF2-40B4-BE49-F238E27FC236}">
                  <a16:creationId id="{BFA529FE-D528-AB08-3126-298FC6F371FF}"/>
                </a:ext>
              </a:extLst>
            </p:cNvPr>
            <p:cNvGrpSpPr/>
            <p:nvPr/>
          </p:nvGrpSpPr>
          <p:grpSpPr>
            <a:xfrm>
              <a:off x="3458459" y="2265454"/>
              <a:ext cx="2464058" cy="3868642"/>
              <a:chOff x="3659526" y="2265454"/>
              <a:chExt cx="2464058" cy="3868642"/>
            </a:xfrm>
          </p:grpSpPr>
          <p:sp>
            <p:nvSpPr>
              <p:cNvPr descr="93ac1633-e505-4029-8486-2f8f86a8827b" id="29" name="Number2">
                <a:extLst>
                  <a:ext uri="{FF2B5EF4-FFF2-40B4-BE49-F238E27FC236}">
                    <a16:creationId id="{6D28E48F-F21B-7400-550B-C2AF60AD37E9}"/>
                  </a:ext>
                </a:extLst>
              </p:cNvPr>
              <p:cNvSpPr txBox="1"/>
              <p:nvPr/>
            </p:nvSpPr>
            <p:spPr>
              <a:xfrm flipH="false" flipV="false">
                <a:off x="3659592" y="2265454"/>
                <a:ext cx="1482398" cy="648997"/>
              </a:xfrm>
              <a:prstGeom prst="rect">
                <a:avLst/>
              </a:prstGeom>
              <a:noFill/>
            </p:spPr>
            <p:txBody>
              <a:bodyPr anchor="b" anchorCtr="false" bIns="45720" lIns="91440" rIns="91440" rtlCol="0" tIns="45720" wrap="none">
                <a:norm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0071C0"/>
                    </a:solidFill>
                    <a:latin typeface="Arial"/>
                  </a:rPr>
                  <a:t>Step2</a:t>
                </a:r>
              </a:p>
            </p:txBody>
          </p:sp>
          <p:sp>
            <p:nvSpPr>
              <p:cNvPr descr="94de156b-532a-40f8-82e9-3df2601e62f7" id="30" name="Bullet2">
                <a:extLst>
                  <a:ext uri="{FF2B5EF4-FFF2-40B4-BE49-F238E27FC236}">
                    <a16:creationId id="{63B0AD84-16F6-9D5E-4411-61C96D96F3F7}"/>
                  </a:ext>
                </a:extLst>
              </p:cNvPr>
              <p:cNvSpPr txBox="1"/>
              <p:nvPr/>
            </p:nvSpPr>
            <p:spPr>
              <a:xfrm flipH="false" flipV="false">
                <a:off x="3659526" y="5556123"/>
                <a:ext cx="2463927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000000"/>
                    </a:solidFill>
                    <a:ea typeface="微软雅黑"/>
                  </a:rPr>
                  <a:t>准备资料</a:t>
                </a:r>
              </a:p>
            </p:txBody>
          </p:sp>
          <p:sp>
            <p:nvSpPr>
              <p:cNvPr descr="0196cf0d-984a-42b5-af74-615a0eb04848" id="31" name="Text2">
                <a:extLst>
                  <a:ext uri="{FF2B5EF4-FFF2-40B4-BE49-F238E27FC236}">
                    <a16:creationId id="{17F5CECD-5405-7FFA-B692-CC4AC7CE754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659657" y="2987026"/>
                <a:ext cx="2463927" cy="2569097"/>
              </a:xfrm>
              <a:custGeom>
                <a:avLst/>
                <a:gdLst>
                  <a:gd fmla="*/ 346919 w 3170820" name="connsiteX0"/>
                  <a:gd fmla="*/ 0 h 2569097" name="connsiteY0"/>
                  <a:gd fmla="*/ 474472 w 3170820" name="connsiteX1"/>
                  <a:gd fmla="*/ 219919 h 2569097" name="connsiteY1"/>
                  <a:gd fmla="*/ 3170820 w 3170820" name="connsiteX2"/>
                  <a:gd fmla="*/ 219919 h 2569097" name="connsiteY2"/>
                  <a:gd fmla="*/ 3170820 w 3170820" name="connsiteX3"/>
                  <a:gd fmla="*/ 2569097 h 2569097" name="connsiteY3"/>
                  <a:gd fmla="*/ 0 w 3170820" name="connsiteX4"/>
                  <a:gd fmla="*/ 2569097 h 2569097" name="connsiteY4"/>
                  <a:gd fmla="*/ 0 w 3170820" name="connsiteX5"/>
                  <a:gd fmla="*/ 219919 h 2569097" name="connsiteY5"/>
                  <a:gd fmla="*/ 219366 w 3170820" name="connsiteX6"/>
                  <a:gd fmla="*/ 219919 h 2569097" name="connsiteY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b="b" l="l" r="r" t="t"/>
                <a:pathLst>
                  <a:path h="2569097" w="3170820">
                    <a:moveTo>
                      <a:pt x="346919" y="0"/>
                    </a:moveTo>
                    <a:lnTo>
                      <a:pt x="474472" y="219919"/>
                    </a:lnTo>
                    <a:lnTo>
                      <a:pt x="3170820" y="219919"/>
                    </a:lnTo>
                    <a:lnTo>
                      <a:pt x="3170820" y="2569097"/>
                    </a:lnTo>
                    <a:lnTo>
                      <a:pt x="0" y="2569097"/>
                    </a:lnTo>
                    <a:lnTo>
                      <a:pt x="0" y="219919"/>
                    </a:lnTo>
                    <a:lnTo>
                      <a:pt x="219366" y="21991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按照保险公司要求，完整、准确地准备并提交索赔申请及相关证明文件，如损失清单、消防报告、医疗发票等。</a:t>
                </a:r>
              </a:p>
            </p:txBody>
          </p:sp>
        </p:grpSp>
        <p:grpSp>
          <p:nvGrpSpPr>
            <p:cNvPr descr="9727a3b4-796d-42b9-9077-ff7f3e9b43a8" id="55" name="组合 54">
              <a:extLst>
                <a:ext uri="{FF2B5EF4-FFF2-40B4-BE49-F238E27FC236}">
                  <a16:creationId id="{6CEFF4CA-D0A3-92B8-CFE2-7E692A7CBD57}"/>
                </a:ext>
              </a:extLst>
            </p:cNvPr>
            <p:cNvGrpSpPr/>
            <p:nvPr/>
          </p:nvGrpSpPr>
          <p:grpSpPr>
            <a:xfrm>
              <a:off x="6256519" y="2265454"/>
              <a:ext cx="2464189" cy="3868642"/>
              <a:chOff x="6182774" y="2265454"/>
              <a:chExt cx="2464189" cy="3868642"/>
            </a:xfrm>
          </p:grpSpPr>
          <p:sp>
            <p:nvSpPr>
              <p:cNvPr descr="00698e5d-9820-4086-8551-eddc9f1ca3f5" id="26" name="Number3">
                <a:extLst>
                  <a:ext uri="{FF2B5EF4-FFF2-40B4-BE49-F238E27FC236}">
                    <a16:creationId id="{4FA41979-BDF5-9C13-F8F8-F700D029C665}"/>
                  </a:ext>
                </a:extLst>
              </p:cNvPr>
              <p:cNvSpPr txBox="1"/>
              <p:nvPr/>
            </p:nvSpPr>
            <p:spPr>
              <a:xfrm flipH="false" flipV="false">
                <a:off x="6183036" y="2265454"/>
                <a:ext cx="1482398" cy="648997"/>
              </a:xfrm>
              <a:prstGeom prst="rect">
                <a:avLst/>
              </a:prstGeom>
              <a:noFill/>
            </p:spPr>
            <p:txBody>
              <a:bodyPr anchor="b" anchorCtr="false" bIns="45720" lIns="91440" rIns="91440" rtlCol="0" tIns="45720" wrap="none">
                <a:norm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0071C0"/>
                    </a:solidFill>
                    <a:latin typeface="Arial"/>
                  </a:rPr>
                  <a:t>Step3</a:t>
                </a:r>
              </a:p>
            </p:txBody>
          </p:sp>
          <p:sp>
            <p:nvSpPr>
              <p:cNvPr descr="f78f91b6-32a6-4441-bb3e-434762d3871a" id="27" name="Text3">
                <a:extLst>
                  <a:ext uri="{FF2B5EF4-FFF2-40B4-BE49-F238E27FC236}">
                    <a16:creationId id="{FA470A9F-49E1-87D2-CB44-B3E0E33FA3F2}"/>
                  </a:ext>
                </a:extLst>
              </p:cNvPr>
              <p:cNvSpPr/>
              <p:nvPr/>
            </p:nvSpPr>
            <p:spPr>
              <a:xfrm flipH="false" flipV="false">
                <a:off x="6183036" y="3195370"/>
                <a:ext cx="2463927" cy="236075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lIns="180000" rIns="180000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积极配合保险公司的损失勘查和事故调查工作，确保理赔程序顺利进行。</a:t>
                </a:r>
              </a:p>
            </p:txBody>
          </p:sp>
          <p:sp>
            <p:nvSpPr>
              <p:cNvPr descr="8f8a7a16-d8ea-49ad-993d-aeeedd4aebcc" id="28" name="Bullet3">
                <a:extLst>
                  <a:ext uri="{FF2B5EF4-FFF2-40B4-BE49-F238E27FC236}">
                    <a16:creationId id="{578D1615-0EA8-DA70-549E-05BF9C2943C2}"/>
                  </a:ext>
                </a:extLst>
              </p:cNvPr>
              <p:cNvSpPr txBox="1"/>
              <p:nvPr/>
            </p:nvSpPr>
            <p:spPr>
              <a:xfrm flipH="false" flipV="false">
                <a:off x="6182774" y="5556123"/>
                <a:ext cx="2463926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000000"/>
                    </a:solidFill>
                    <a:ea typeface="微软雅黑"/>
                  </a:rPr>
                  <a:t>配合调查</a:t>
                </a:r>
              </a:p>
            </p:txBody>
          </p:sp>
        </p:grpSp>
        <p:grpSp>
          <p:nvGrpSpPr>
            <p:cNvPr descr="bbbb60ee-c1f1-4483-ae1a-0b101977404e" id="56" name="组合 55">
              <a:extLst>
                <a:ext uri="{FF2B5EF4-FFF2-40B4-BE49-F238E27FC236}">
                  <a16:creationId id="{AFAE913F-4792-C11A-B3B5-0456C4C4F362}"/>
                </a:ext>
              </a:extLst>
            </p:cNvPr>
            <p:cNvGrpSpPr/>
            <p:nvPr/>
          </p:nvGrpSpPr>
          <p:grpSpPr>
            <a:xfrm>
              <a:off x="9054711" y="2265454"/>
              <a:ext cx="2464189" cy="3868642"/>
              <a:chOff x="9054711" y="2265454"/>
              <a:chExt cx="2464189" cy="3868642"/>
            </a:xfrm>
          </p:grpSpPr>
          <p:sp>
            <p:nvSpPr>
              <p:cNvPr descr="f993f658-57c8-40ca-8986-ee04a31a721e" id="49" name="Number4">
                <a:extLst>
                  <a:ext uri="{FF2B5EF4-FFF2-40B4-BE49-F238E27FC236}">
                    <a16:creationId id="{43CBA4D5-036C-2949-706F-C25A7BB1AA3A}"/>
                  </a:ext>
                </a:extLst>
              </p:cNvPr>
              <p:cNvSpPr txBox="1"/>
              <p:nvPr/>
            </p:nvSpPr>
            <p:spPr>
              <a:xfrm flipH="false" flipV="false">
                <a:off x="9054973" y="2265454"/>
                <a:ext cx="1482398" cy="648997"/>
              </a:xfrm>
              <a:prstGeom prst="rect">
                <a:avLst/>
              </a:prstGeom>
              <a:noFill/>
            </p:spPr>
            <p:txBody>
              <a:bodyPr anchor="b" anchorCtr="false" bIns="45720" lIns="91440" rIns="91440" rtlCol="0" tIns="45720" wrap="none">
                <a:norm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0071C0"/>
                    </a:solidFill>
                    <a:latin typeface="Arial"/>
                  </a:rPr>
                  <a:t>Step4</a:t>
                </a:r>
              </a:p>
            </p:txBody>
          </p:sp>
          <p:sp>
            <p:nvSpPr>
              <p:cNvPr descr="61998f72-faed-4227-92f2-4a273176fa43" id="50" name="Text4">
                <a:extLst>
                  <a:ext uri="{FF2B5EF4-FFF2-40B4-BE49-F238E27FC236}">
                    <a16:creationId id="{51A55DEB-E8E5-A180-7E59-5C1DC11E3765}"/>
                  </a:ext>
                </a:extLst>
              </p:cNvPr>
              <p:cNvSpPr/>
              <p:nvPr/>
            </p:nvSpPr>
            <p:spPr>
              <a:xfrm flipH="false" flipV="false">
                <a:off x="9054973" y="3195370"/>
                <a:ext cx="2463927" cy="236075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lIns="180000" rIns="180000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熟悉保险合同约定的理赔时效，及时跟进理赔进度，维护自身合法权益。</a:t>
                </a:r>
              </a:p>
            </p:txBody>
          </p:sp>
          <p:sp>
            <p:nvSpPr>
              <p:cNvPr descr="b0f30833-e0a6-4c92-a5d4-ed1cb9feb18e" id="51" name="Bullet4">
                <a:extLst>
                  <a:ext uri="{FF2B5EF4-FFF2-40B4-BE49-F238E27FC236}">
                    <a16:creationId id="{F93790B4-405D-5D0E-3446-94491EEAB62F}"/>
                  </a:ext>
                </a:extLst>
              </p:cNvPr>
              <p:cNvSpPr txBox="1"/>
              <p:nvPr/>
            </p:nvSpPr>
            <p:spPr>
              <a:xfrm flipH="false" flipV="false">
                <a:off x="9054711" y="5556123"/>
                <a:ext cx="2463926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000000"/>
                    </a:solidFill>
                    <a:ea typeface="微软雅黑"/>
                  </a:rPr>
                  <a:t>了解时效</a:t>
                </a:r>
              </a:p>
            </p:txBody>
          </p: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理赔流程须知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fef16b2-381f-41cb-89fb-bd2e87181ce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ea typeface="微软雅黑"/>
              </a:rPr>
              <a:t>展望与建议</a:t>
            </a:r>
          </a:p>
        </p:txBody>
      </p:sp>
      <p:sp>
        <p:nvSpPr>
          <p:cNvPr descr="85bdc26f-60ce-4e4b-b9c4-9c8fad5115b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ea typeface="微软雅黑"/>
              </a:rPr>
              <a:t>分析保险业未来发展趋势，倡导主动的风险管理文化，提升社会整体抗风险能力。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9fbbdd3a-ead2-4c00-be48-13d334e9092d" id="35" name="9b9f785f-7730-420d-93ef-a3627b7c6f4b.source.3.zh-Hans.pptx">
            <a:extLst>
              <a:ext uri="{FF2B5EF4-FFF2-40B4-BE49-F238E27FC236}">
                <a16:creationId id="{7519F43F-7FE8-218F-304B-6601033F445F}"/>
              </a:ext>
            </a:extLst>
          </p:cNvPr>
          <p:cNvGrpSpPr/>
          <p:nvPr/>
        </p:nvGrpSpPr>
        <p:grpSpPr>
          <a:xfrm>
            <a:off x="660400" y="1130300"/>
            <a:ext cx="10858500" cy="4870213"/>
            <a:chOff x="660400" y="1130300"/>
            <a:chExt cx="10858500" cy="4870213"/>
          </a:xfrm>
        </p:grpSpPr>
        <p:grpSp>
          <p:nvGrpSpPr>
            <p:cNvPr descr="a9c100c3-4e9d-45d9-9fef-d51196785b11" id="32" name="组合 31">
              <a:extLst>
                <a:ext uri="{FF2B5EF4-FFF2-40B4-BE49-F238E27FC236}">
                  <a16:creationId id="{8BD722D3-6428-0106-9828-51A3DCACE50C}"/>
                </a:ext>
              </a:extLst>
            </p:cNvPr>
            <p:cNvGrpSpPr/>
            <p:nvPr/>
          </p:nvGrpSpPr>
          <p:grpSpPr>
            <a:xfrm>
              <a:off x="1731513" y="2102927"/>
              <a:ext cx="2428875" cy="3897586"/>
              <a:chOff x="1731513" y="2102927"/>
              <a:chExt cx="2428875" cy="3897586"/>
            </a:xfrm>
          </p:grpSpPr>
          <p:sp>
            <p:nvSpPr>
              <p:cNvPr descr="18667139-e055-402b-a284-eb285fad0e13" id="5" name="ComponentBackground1">
                <a:extLst>
                  <a:ext uri="{FF2B5EF4-FFF2-40B4-BE49-F238E27FC236}">
                    <a16:creationId id="{991B1256-12F2-5CDA-5926-42455B907899}"/>
                  </a:ext>
                </a:extLst>
              </p:cNvPr>
              <p:cNvSpPr/>
              <p:nvPr/>
            </p:nvSpPr>
            <p:spPr>
              <a:xfrm flipH="false" flipV="false">
                <a:off x="1894213" y="2102927"/>
                <a:ext cx="2103474" cy="3897586"/>
              </a:xfrm>
              <a:custGeom>
                <a:avLst/>
                <a:gdLst>
                  <a:gd fmla="*/ 1724025 w 1724025" name="connsiteX0"/>
                  <a:gd fmla="*/ 2447925 h 3194494" name="connsiteY0"/>
                  <a:gd fmla="*/ 1724025 w 1724025" name="connsiteX1"/>
                  <a:gd fmla="*/ 123825 h 3194494" name="connsiteY1"/>
                  <a:gd fmla="*/ 1600200 w 1724025" name="connsiteX2"/>
                  <a:gd fmla="*/ 0 h 3194494" name="connsiteY2"/>
                  <a:gd fmla="*/ 123825 w 1724025" name="connsiteX3"/>
                  <a:gd fmla="*/ 0 h 3194494" name="connsiteY3"/>
                  <a:gd fmla="*/ 0 w 1724025" name="connsiteX4"/>
                  <a:gd fmla="*/ 123825 h 3194494" name="connsiteY4"/>
                  <a:gd fmla="*/ 0 w 1724025" name="connsiteX5"/>
                  <a:gd fmla="*/ 2447925 h 3194494" name="connsiteY5"/>
                  <a:gd fmla="*/ 862013 w 1724025" name="connsiteX6"/>
                  <a:gd fmla="*/ 3194495 h 3194494" name="connsiteY6"/>
                  <a:gd fmla="*/ 1724025 w 1724025" name="connsiteX7"/>
                  <a:gd fmla="*/ 2447925 h 3194494" name="connsiteY7"/>
                  <a:gd fmla="*/ 1724025 w 1724025" name="connsiteX8"/>
                  <a:gd fmla="*/ 2447925 h 3194494" name="connsiteY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b="b" l="l" r="r" t="t"/>
                <a:pathLst>
                  <a:path h="3194494" w="1724025">
                    <a:moveTo>
                      <a:pt x="1724025" y="2447925"/>
                    </a:moveTo>
                    <a:lnTo>
                      <a:pt x="1724025" y="123825"/>
                    </a:lnTo>
                    <a:cubicBezTo>
                      <a:pt x="1724025" y="55436"/>
                      <a:pt x="1668589" y="0"/>
                      <a:pt x="1600200" y="0"/>
                    </a:cubicBezTo>
                    <a:lnTo>
                      <a:pt x="123825" y="0"/>
                    </a:lnTo>
                    <a:cubicBezTo>
                      <a:pt x="55436" y="0"/>
                      <a:pt x="0" y="55436"/>
                      <a:pt x="0" y="123825"/>
                    </a:cubicBezTo>
                    <a:lnTo>
                      <a:pt x="0" y="2447925"/>
                    </a:lnTo>
                    <a:lnTo>
                      <a:pt x="862013" y="3194495"/>
                    </a:lnTo>
                    <a:lnTo>
                      <a:pt x="1724025" y="2447925"/>
                    </a:lnTo>
                    <a:lnTo>
                      <a:pt x="1724025" y="2447925"/>
                    </a:lnTo>
                    <a:close/>
                  </a:path>
                </a:pathLst>
              </a:custGeom>
              <a:solidFill>
                <a:schemeClr val="bg1"/>
              </a:solidFill>
              <a:ln cap="flat" w="9525">
                <a:noFill/>
                <a:prstDash val="solid"/>
                <a:miter/>
              </a:ln>
              <a:effectLst>
                <a:outerShdw algn="tl" blurRad="127000" dir="2700000" dist="38100" rotWithShape="0">
                  <a:prstClr val="black">
                    <a:alpha val="15000"/>
                  </a:prstClr>
                </a:outerShdw>
              </a:effectLst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878c5b77-c01b-419d-9ebe-bd123ab7da30" id="6" name="Bullet1">
                <a:extLst>
                  <a:ext uri="{FF2B5EF4-FFF2-40B4-BE49-F238E27FC236}">
                    <a16:creationId id="{E3B5A632-3018-EDFF-457D-1DC92CA7B279}"/>
                  </a:ext>
                </a:extLst>
              </p:cNvPr>
              <p:cNvSpPr/>
              <p:nvPr/>
            </p:nvSpPr>
            <p:spPr>
              <a:xfrm flipH="false" flipV="false">
                <a:off x="1731513" y="2933858"/>
                <a:ext cx="2428875" cy="49972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  <a:ln cap="flat" w="9525">
                <a:noFill/>
                <a:prstDash val="solid"/>
                <a:miter/>
              </a:ln>
            </p:spPr>
            <p:txBody>
              <a:bodyPr anchor="ctr" anchorCtr="fals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科技驱动创新</a:t>
                </a:r>
              </a:p>
            </p:txBody>
          </p:sp>
          <p:sp>
            <p:nvSpPr>
              <p:cNvPr descr="5aa6bc74-5fc3-4b0f-80de-3e38304a877b" id="29" name="Shape1">
                <a:extLst>
                  <a:ext uri="{FF2B5EF4-FFF2-40B4-BE49-F238E27FC236}">
                    <a16:creationId id="{607A5E63-081E-9B65-CDD0-990245116678}"/>
                  </a:ext>
                </a:extLst>
              </p:cNvPr>
              <p:cNvSpPr/>
              <p:nvPr/>
            </p:nvSpPr>
            <p:spPr>
              <a:xfrm flipH="true" flipV="false">
                <a:off x="1731513" y="2610783"/>
                <a:ext cx="2428874" cy="1145869"/>
              </a:xfrm>
              <a:custGeom>
                <a:avLst/>
                <a:gdLst>
                  <a:gd fmla="*/ 162700 w 2428874" name="connsiteX0"/>
                  <a:gd fmla="*/ 822794 h 1145869" name="connsiteY0"/>
                  <a:gd fmla="*/ 0 w 2428874" name="connsiteX1"/>
                  <a:gd fmla="*/ 822794 h 1145869" name="connsiteY1"/>
                  <a:gd fmla="*/ 162700 w 2428874" name="connsiteX2"/>
                  <a:gd fmla="*/ 1145869 h 1145869" name="connsiteY2"/>
                  <a:gd fmla="*/ 2266174 w 2428874" name="connsiteX3"/>
                  <a:gd fmla="*/ 0 h 1145869" name="connsiteY3"/>
                  <a:gd fmla="*/ 2266174 w 2428874" name="connsiteX4"/>
                  <a:gd fmla="*/ 323075 h 1145869" name="connsiteY4"/>
                  <a:gd fmla="*/ 2428874 w 2428874" name="connsiteX5"/>
                  <a:gd fmla="*/ 323075 h 1145869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1145869" w="2428874">
                    <a:moveTo>
                      <a:pt x="162700" y="822794"/>
                    </a:moveTo>
                    <a:lnTo>
                      <a:pt x="0" y="822794"/>
                    </a:lnTo>
                    <a:lnTo>
                      <a:pt x="162700" y="1145869"/>
                    </a:lnTo>
                    <a:close/>
                    <a:moveTo>
                      <a:pt x="2266174" y="0"/>
                    </a:moveTo>
                    <a:lnTo>
                      <a:pt x="2266174" y="323075"/>
                    </a:lnTo>
                    <a:lnTo>
                      <a:pt x="2428874" y="32307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/>
              <a:p>
                <a:pPr algn="ctr"/>
              </a:p>
            </p:txBody>
          </p:sp>
          <p:sp>
            <p:nvSpPr>
              <p:cNvPr descr="a850c787-97a5-49c5-a8b3-00e1bfb2cbde" id="9" name="Number1">
                <a:extLst>
                  <a:ext uri="{FF2B5EF4-FFF2-40B4-BE49-F238E27FC236}">
                    <a16:creationId id="{23B590F1-AA2A-8FAD-B768-8628622D18D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588818" y="2195898"/>
                <a:ext cx="714264" cy="638378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noAutofit/>
              </a:bodyPr>
              <a:lstStyle/>
              <a:p>
                <a:pPr algn="ctr"/>
                <a:r>
                  <a:rPr b="true" i="false" lang="en-US" sz="2800" u="none">
                    <a:latin typeface="Arial"/>
                  </a:rPr>
                  <a:t>01</a:t>
                </a:r>
              </a:p>
            </p:txBody>
          </p:sp>
          <p:sp>
            <p:nvSpPr>
              <p:cNvPr descr="9391addb-e2f0-4382-8247-93ba6b8d13cf" id="10" name="Text1">
                <a:extLst>
                  <a:ext uri="{FF2B5EF4-FFF2-40B4-BE49-F238E27FC236}">
                    <a16:creationId id="{7C24526A-F81F-226E-915A-345363F9000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979434" y="3576638"/>
                <a:ext cx="1933031" cy="14955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大数据、人工智能、区块链等技术将被更广泛地应用于精准定价、风险识别和理赔服务，提升效率。</a:t>
                </a:r>
              </a:p>
            </p:txBody>
          </p:sp>
        </p:grpSp>
        <p:grpSp>
          <p:nvGrpSpPr>
            <p:cNvPr descr="4ebdf7fa-ab5c-486a-a417-67de8b19fb8f" id="33" name="组合 32">
              <a:extLst>
                <a:ext uri="{FF2B5EF4-FFF2-40B4-BE49-F238E27FC236}">
                  <a16:creationId id="{83AF1885-C1E5-1F2E-78A3-94B50066CD79}"/>
                </a:ext>
              </a:extLst>
            </p:cNvPr>
            <p:cNvGrpSpPr/>
            <p:nvPr/>
          </p:nvGrpSpPr>
          <p:grpSpPr>
            <a:xfrm>
              <a:off x="4875213" y="2102927"/>
              <a:ext cx="2428875" cy="3897586"/>
              <a:chOff x="4875213" y="2102927"/>
              <a:chExt cx="2428875" cy="3897586"/>
            </a:xfrm>
          </p:grpSpPr>
          <p:sp>
            <p:nvSpPr>
              <p:cNvPr descr="3fda4c1e-b29d-4963-8c40-b01994d9a48d" id="13" name="ComponentBackground2">
                <a:extLst>
                  <a:ext uri="{FF2B5EF4-FFF2-40B4-BE49-F238E27FC236}">
                    <a16:creationId id="{6C459B85-284A-D97E-FA18-E903E8788D7A}"/>
                  </a:ext>
                </a:extLst>
              </p:cNvPr>
              <p:cNvSpPr/>
              <p:nvPr/>
            </p:nvSpPr>
            <p:spPr>
              <a:xfrm flipH="false" flipV="false">
                <a:off x="5037913" y="2102927"/>
                <a:ext cx="2103474" cy="3897586"/>
              </a:xfrm>
              <a:custGeom>
                <a:avLst/>
                <a:gdLst>
                  <a:gd fmla="*/ 1724025 w 1724025" name="connsiteX0"/>
                  <a:gd fmla="*/ 2447925 h 3194494" name="connsiteY0"/>
                  <a:gd fmla="*/ 1724025 w 1724025" name="connsiteX1"/>
                  <a:gd fmla="*/ 123825 h 3194494" name="connsiteY1"/>
                  <a:gd fmla="*/ 1600200 w 1724025" name="connsiteX2"/>
                  <a:gd fmla="*/ 0 h 3194494" name="connsiteY2"/>
                  <a:gd fmla="*/ 123825 w 1724025" name="connsiteX3"/>
                  <a:gd fmla="*/ 0 h 3194494" name="connsiteY3"/>
                  <a:gd fmla="*/ 0 w 1724025" name="connsiteX4"/>
                  <a:gd fmla="*/ 123825 h 3194494" name="connsiteY4"/>
                  <a:gd fmla="*/ 0 w 1724025" name="connsiteX5"/>
                  <a:gd fmla="*/ 2447925 h 3194494" name="connsiteY5"/>
                  <a:gd fmla="*/ 862013 w 1724025" name="connsiteX6"/>
                  <a:gd fmla="*/ 3194495 h 3194494" name="connsiteY6"/>
                  <a:gd fmla="*/ 1724025 w 1724025" name="connsiteX7"/>
                  <a:gd fmla="*/ 2447925 h 3194494" name="connsiteY7"/>
                  <a:gd fmla="*/ 1724025 w 1724025" name="connsiteX8"/>
                  <a:gd fmla="*/ 2447925 h 3194494" name="connsiteY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b="b" l="l" r="r" t="t"/>
                <a:pathLst>
                  <a:path h="3194494" w="1724025">
                    <a:moveTo>
                      <a:pt x="1724025" y="2447925"/>
                    </a:moveTo>
                    <a:lnTo>
                      <a:pt x="1724025" y="123825"/>
                    </a:lnTo>
                    <a:cubicBezTo>
                      <a:pt x="1724025" y="55436"/>
                      <a:pt x="1668589" y="0"/>
                      <a:pt x="1600200" y="0"/>
                    </a:cubicBezTo>
                    <a:lnTo>
                      <a:pt x="123825" y="0"/>
                    </a:lnTo>
                    <a:cubicBezTo>
                      <a:pt x="55436" y="0"/>
                      <a:pt x="0" y="55436"/>
                      <a:pt x="0" y="123825"/>
                    </a:cubicBezTo>
                    <a:lnTo>
                      <a:pt x="0" y="2447925"/>
                    </a:lnTo>
                    <a:lnTo>
                      <a:pt x="862013" y="3194495"/>
                    </a:lnTo>
                    <a:lnTo>
                      <a:pt x="1724025" y="2447925"/>
                    </a:lnTo>
                    <a:lnTo>
                      <a:pt x="1724025" y="2447925"/>
                    </a:lnTo>
                    <a:close/>
                  </a:path>
                </a:pathLst>
              </a:custGeom>
              <a:solidFill>
                <a:schemeClr val="bg1"/>
              </a:solidFill>
              <a:ln cap="flat" w="9525">
                <a:noFill/>
                <a:prstDash val="solid"/>
                <a:miter/>
              </a:ln>
              <a:effectLst>
                <a:outerShdw algn="tl" blurRad="127000" dir="2700000" dist="38100" rotWithShape="0">
                  <a:prstClr val="black">
                    <a:alpha val="15000"/>
                  </a:prstClr>
                </a:outerShdw>
              </a:effectLst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750f33fa-56e8-49bf-ac00-614b1e99e118" id="14" name="Bullet2">
                <a:extLst>
                  <a:ext uri="{FF2B5EF4-FFF2-40B4-BE49-F238E27FC236}">
                    <a16:creationId id="{55DDA32C-0C14-2281-7B98-B17664602C67}"/>
                  </a:ext>
                </a:extLst>
              </p:cNvPr>
              <p:cNvSpPr/>
              <p:nvPr/>
            </p:nvSpPr>
            <p:spPr>
              <a:xfrm flipH="false" flipV="false">
                <a:off x="4875213" y="2933858"/>
                <a:ext cx="2428875" cy="49972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0"/>
              </a:gradFill>
              <a:ln cap="flat" w="9525">
                <a:noFill/>
                <a:prstDash val="solid"/>
                <a:miter/>
              </a:ln>
            </p:spPr>
            <p:txBody>
              <a:bodyPr anchor="ctr" anchorCtr="fals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监管日益完善</a:t>
                </a:r>
              </a:p>
            </p:txBody>
          </p:sp>
          <p:sp>
            <p:nvSpPr>
              <p:cNvPr descr="332a2499-7310-45f2-a7a6-829e7def86b9" id="30" name="Shape2">
                <a:extLst>
                  <a:ext uri="{FF2B5EF4-FFF2-40B4-BE49-F238E27FC236}">
                    <a16:creationId id="{73063415-9FC8-0345-6912-56D109DFD246}"/>
                  </a:ext>
                </a:extLst>
              </p:cNvPr>
              <p:cNvSpPr/>
              <p:nvPr/>
            </p:nvSpPr>
            <p:spPr>
              <a:xfrm flipH="true" flipV="false">
                <a:off x="4875213" y="2610783"/>
                <a:ext cx="2428874" cy="1145869"/>
              </a:xfrm>
              <a:custGeom>
                <a:avLst/>
                <a:gdLst>
                  <a:gd fmla="*/ 162700 w 2428874" name="connsiteX0"/>
                  <a:gd fmla="*/ 822794 h 1145869" name="connsiteY0"/>
                  <a:gd fmla="*/ 0 w 2428874" name="connsiteX1"/>
                  <a:gd fmla="*/ 822794 h 1145869" name="connsiteY1"/>
                  <a:gd fmla="*/ 162700 w 2428874" name="connsiteX2"/>
                  <a:gd fmla="*/ 1145869 h 1145869" name="connsiteY2"/>
                  <a:gd fmla="*/ 2266174 w 2428874" name="connsiteX3"/>
                  <a:gd fmla="*/ 0 h 1145869" name="connsiteY3"/>
                  <a:gd fmla="*/ 2266174 w 2428874" name="connsiteX4"/>
                  <a:gd fmla="*/ 323075 h 1145869" name="connsiteY4"/>
                  <a:gd fmla="*/ 2428874 w 2428874" name="connsiteX5"/>
                  <a:gd fmla="*/ 323075 h 1145869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1145869" w="2428874">
                    <a:moveTo>
                      <a:pt x="162700" y="822794"/>
                    </a:moveTo>
                    <a:lnTo>
                      <a:pt x="0" y="822794"/>
                    </a:lnTo>
                    <a:lnTo>
                      <a:pt x="162700" y="1145869"/>
                    </a:lnTo>
                    <a:close/>
                    <a:moveTo>
                      <a:pt x="2266174" y="0"/>
                    </a:moveTo>
                    <a:lnTo>
                      <a:pt x="2266174" y="323075"/>
                    </a:lnTo>
                    <a:lnTo>
                      <a:pt x="2428874" y="32307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/>
              <a:p>
                <a:pPr algn="ctr"/>
              </a:p>
            </p:txBody>
          </p:sp>
          <p:sp>
            <p:nvSpPr>
              <p:cNvPr descr="8f4005f5-e6f8-407e-80ed-d8ea1b59e240" id="17" name="Number2">
                <a:extLst>
                  <a:ext uri="{FF2B5EF4-FFF2-40B4-BE49-F238E27FC236}">
                    <a16:creationId id="{76D66307-5616-2383-502A-988AC5263BB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5732518" y="2195898"/>
                <a:ext cx="714264" cy="638378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noAutofit/>
              </a:bodyPr>
              <a:lstStyle/>
              <a:p>
                <a:pPr algn="ctr"/>
                <a:r>
                  <a:rPr b="true" i="false" lang="en-US" sz="2800" u="none">
                    <a:latin typeface="Arial"/>
                  </a:rPr>
                  <a:t>02</a:t>
                </a:r>
              </a:p>
            </p:txBody>
          </p:sp>
          <p:sp>
            <p:nvSpPr>
              <p:cNvPr descr="aaa47faa-d7e6-434e-8d9b-f223cad5f34e" id="18" name="Text2">
                <a:extLst>
                  <a:ext uri="{FF2B5EF4-FFF2-40B4-BE49-F238E27FC236}">
                    <a16:creationId id="{7C83B8E5-83A4-81DD-7E35-57459A9CD30E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5123134" y="3576638"/>
                <a:ext cx="1933031" cy="14955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监管机构将持续更新法规，加强对产品、销售和理赔的规范，更好地保护消费者权益。</a:t>
                </a:r>
              </a:p>
            </p:txBody>
          </p:sp>
        </p:grpSp>
        <p:grpSp>
          <p:nvGrpSpPr>
            <p:cNvPr descr="ea94e65d-ad66-4955-bcda-d7924c16d1ef" id="34" name="组合 33">
              <a:extLst>
                <a:ext uri="{FF2B5EF4-FFF2-40B4-BE49-F238E27FC236}">
                  <a16:creationId id="{5C1725CC-05AE-269E-DC51-9CBF161B80ED}"/>
                </a:ext>
              </a:extLst>
            </p:cNvPr>
            <p:cNvGrpSpPr/>
            <p:nvPr/>
          </p:nvGrpSpPr>
          <p:grpSpPr>
            <a:xfrm>
              <a:off x="8018913" y="2102927"/>
              <a:ext cx="2428875" cy="3897586"/>
              <a:chOff x="8018913" y="2102927"/>
              <a:chExt cx="2428875" cy="3897586"/>
            </a:xfrm>
          </p:grpSpPr>
          <p:sp>
            <p:nvSpPr>
              <p:cNvPr descr="2ec15464-839b-4afc-9b04-ffcfbaa4c63b" id="20" name="ComponentBackground3">
                <a:extLst>
                  <a:ext uri="{FF2B5EF4-FFF2-40B4-BE49-F238E27FC236}">
                    <a16:creationId id="{D7B82699-B7B7-BD84-C3A0-36410C8C3187}"/>
                  </a:ext>
                </a:extLst>
              </p:cNvPr>
              <p:cNvSpPr/>
              <p:nvPr/>
            </p:nvSpPr>
            <p:spPr>
              <a:xfrm flipH="false" flipV="false">
                <a:off x="8181613" y="2102927"/>
                <a:ext cx="2103474" cy="3897586"/>
              </a:xfrm>
              <a:custGeom>
                <a:avLst/>
                <a:gdLst>
                  <a:gd fmla="*/ 1724025 w 1724025" name="connsiteX0"/>
                  <a:gd fmla="*/ 2447925 h 3194494" name="connsiteY0"/>
                  <a:gd fmla="*/ 1724025 w 1724025" name="connsiteX1"/>
                  <a:gd fmla="*/ 123825 h 3194494" name="connsiteY1"/>
                  <a:gd fmla="*/ 1600200 w 1724025" name="connsiteX2"/>
                  <a:gd fmla="*/ 0 h 3194494" name="connsiteY2"/>
                  <a:gd fmla="*/ 123825 w 1724025" name="connsiteX3"/>
                  <a:gd fmla="*/ 0 h 3194494" name="connsiteY3"/>
                  <a:gd fmla="*/ 0 w 1724025" name="connsiteX4"/>
                  <a:gd fmla="*/ 123825 h 3194494" name="connsiteY4"/>
                  <a:gd fmla="*/ 0 w 1724025" name="connsiteX5"/>
                  <a:gd fmla="*/ 2447925 h 3194494" name="connsiteY5"/>
                  <a:gd fmla="*/ 862013 w 1724025" name="connsiteX6"/>
                  <a:gd fmla="*/ 3194495 h 3194494" name="connsiteY6"/>
                  <a:gd fmla="*/ 1724025 w 1724025" name="connsiteX7"/>
                  <a:gd fmla="*/ 2447925 h 3194494" name="connsiteY7"/>
                  <a:gd fmla="*/ 1724025 w 1724025" name="connsiteX8"/>
                  <a:gd fmla="*/ 2447925 h 3194494" name="connsiteY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b="b" l="l" r="r" t="t"/>
                <a:pathLst>
                  <a:path h="3194494" w="1724025">
                    <a:moveTo>
                      <a:pt x="1724025" y="2447925"/>
                    </a:moveTo>
                    <a:lnTo>
                      <a:pt x="1724025" y="123825"/>
                    </a:lnTo>
                    <a:cubicBezTo>
                      <a:pt x="1724025" y="55436"/>
                      <a:pt x="1668589" y="0"/>
                      <a:pt x="1600200" y="0"/>
                    </a:cubicBezTo>
                    <a:lnTo>
                      <a:pt x="123825" y="0"/>
                    </a:lnTo>
                    <a:cubicBezTo>
                      <a:pt x="55436" y="0"/>
                      <a:pt x="0" y="55436"/>
                      <a:pt x="0" y="123825"/>
                    </a:cubicBezTo>
                    <a:lnTo>
                      <a:pt x="0" y="2447925"/>
                    </a:lnTo>
                    <a:lnTo>
                      <a:pt x="862013" y="3194495"/>
                    </a:lnTo>
                    <a:lnTo>
                      <a:pt x="1724025" y="2447925"/>
                    </a:lnTo>
                    <a:lnTo>
                      <a:pt x="1724025" y="2447925"/>
                    </a:lnTo>
                    <a:close/>
                  </a:path>
                </a:pathLst>
              </a:custGeom>
              <a:solidFill>
                <a:schemeClr val="bg1"/>
              </a:solidFill>
              <a:ln cap="flat" w="9525">
                <a:noFill/>
                <a:prstDash val="solid"/>
                <a:miter/>
              </a:ln>
              <a:effectLst>
                <a:outerShdw algn="tl" blurRad="127000" dir="2700000" dist="38100" rotWithShape="0">
                  <a:prstClr val="black">
                    <a:alpha val="15000"/>
                  </a:prstClr>
                </a:outerShdw>
              </a:effectLst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ec192d5-cde1-4760-84b8-8dfda9d1b862" id="21" name="Bullet3">
                <a:extLst>
                  <a:ext uri="{FF2B5EF4-FFF2-40B4-BE49-F238E27FC236}">
                    <a16:creationId id="{AA240E12-26AD-74FB-834A-BFD140C2B306}"/>
                  </a:ext>
                </a:extLst>
              </p:cNvPr>
              <p:cNvSpPr/>
              <p:nvPr/>
            </p:nvSpPr>
            <p:spPr>
              <a:xfrm flipH="false" flipV="false">
                <a:off x="8018913" y="2933858"/>
                <a:ext cx="2428875" cy="499720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50000">
                    <a:schemeClr val="accent3"/>
                  </a:gs>
                </a:gsLst>
                <a:lin ang="2700000" scaled="0"/>
              </a:gradFill>
              <a:ln cap="flat" w="9525">
                <a:noFill/>
                <a:prstDash val="solid"/>
                <a:miter/>
              </a:ln>
            </p:spPr>
            <p:txBody>
              <a:bodyPr anchor="ctr" anchorCtr="fals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服务注重体验</a:t>
                </a:r>
              </a:p>
            </p:txBody>
          </p:sp>
          <p:sp>
            <p:nvSpPr>
              <p:cNvPr descr="d9202029-05e8-41b4-bb2e-cb866a3c1028" id="31" name="Shape3">
                <a:extLst>
                  <a:ext uri="{FF2B5EF4-FFF2-40B4-BE49-F238E27FC236}">
                    <a16:creationId id="{D3F9030E-E24E-0846-ADB6-BC24BC24D9B7}"/>
                  </a:ext>
                </a:extLst>
              </p:cNvPr>
              <p:cNvSpPr/>
              <p:nvPr/>
            </p:nvSpPr>
            <p:spPr>
              <a:xfrm flipH="true" flipV="false">
                <a:off x="8018913" y="2610783"/>
                <a:ext cx="2428874" cy="1145869"/>
              </a:xfrm>
              <a:custGeom>
                <a:avLst/>
                <a:gdLst>
                  <a:gd fmla="*/ 162700 w 2428874" name="connsiteX0"/>
                  <a:gd fmla="*/ 822794 h 1145869" name="connsiteY0"/>
                  <a:gd fmla="*/ 0 w 2428874" name="connsiteX1"/>
                  <a:gd fmla="*/ 822794 h 1145869" name="connsiteY1"/>
                  <a:gd fmla="*/ 162700 w 2428874" name="connsiteX2"/>
                  <a:gd fmla="*/ 1145869 h 1145869" name="connsiteY2"/>
                  <a:gd fmla="*/ 2266174 w 2428874" name="connsiteX3"/>
                  <a:gd fmla="*/ 0 h 1145869" name="connsiteY3"/>
                  <a:gd fmla="*/ 2266174 w 2428874" name="connsiteX4"/>
                  <a:gd fmla="*/ 323075 h 1145869" name="connsiteY4"/>
                  <a:gd fmla="*/ 2428874 w 2428874" name="connsiteX5"/>
                  <a:gd fmla="*/ 323075 h 1145869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1145869" w="2428874">
                    <a:moveTo>
                      <a:pt x="162700" y="822794"/>
                    </a:moveTo>
                    <a:lnTo>
                      <a:pt x="0" y="822794"/>
                    </a:lnTo>
                    <a:lnTo>
                      <a:pt x="162700" y="1145869"/>
                    </a:lnTo>
                    <a:close/>
                    <a:moveTo>
                      <a:pt x="2266174" y="0"/>
                    </a:moveTo>
                    <a:lnTo>
                      <a:pt x="2266174" y="323075"/>
                    </a:lnTo>
                    <a:lnTo>
                      <a:pt x="2428874" y="32307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/>
              <a:p>
                <a:pPr algn="ctr"/>
              </a:p>
            </p:txBody>
          </p:sp>
          <p:sp>
            <p:nvSpPr>
              <p:cNvPr descr="2276bdd5-c3ce-47cc-8b65-5a20c5b83cae" id="24" name="Number3">
                <a:extLst>
                  <a:ext uri="{FF2B5EF4-FFF2-40B4-BE49-F238E27FC236}">
                    <a16:creationId id="{429AE64A-5D73-311A-F2AB-6041D3661AB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876218" y="2195898"/>
                <a:ext cx="714264" cy="638378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noAutofit/>
              </a:bodyPr>
              <a:lstStyle/>
              <a:p>
                <a:pPr algn="ctr"/>
                <a:r>
                  <a:rPr b="true" i="false" lang="en-US" sz="2800" u="none">
                    <a:latin typeface="Arial"/>
                  </a:rPr>
                  <a:t>03</a:t>
                </a:r>
              </a:p>
            </p:txBody>
          </p:sp>
          <p:sp>
            <p:nvSpPr>
              <p:cNvPr descr="893bbc51-e125-490e-93be-17f247e7d05a" id="25" name="Text3">
                <a:extLst>
                  <a:ext uri="{FF2B5EF4-FFF2-40B4-BE49-F238E27FC236}">
                    <a16:creationId id="{3679AF99-D05B-EC16-B5C3-1444AE556CC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266834" y="3576638"/>
                <a:ext cx="1933031" cy="14955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保险公司将更加注重客户体验，提供更个性化、场景化的保险解决方案和增值服务。</a:t>
                </a:r>
              </a:p>
            </p:txBody>
          </p:sp>
        </p:grpSp>
        <p:sp>
          <p:nvSpPr>
            <p:cNvPr descr="dfe4b130-e4da-4f7c-bd36-8a48ac62ef28" id="26" name="Title">
              <a:extLst>
                <a:ext uri="{FF2B5EF4-FFF2-40B4-BE49-F238E27FC236}">
                  <a16:creationId id="{6E262935-5049-19AB-2C2E-393D93F80743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552166"/>
            </a:xfrm>
            <a:prstGeom prst="rect">
              <a:avLst/>
            </a:prstGeom>
            <a:noFill/>
          </p:spPr>
          <p:txBody>
            <a:bodyPr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000000"/>
                  </a:solidFill>
                  <a:ea typeface="微软雅黑"/>
                </a:rPr>
                <a:t>科技与监管如何塑造保险新生态</a:t>
              </a:r>
            </a:p>
          </p:txBody>
        </p: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行业未来趋势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af1c736-af7c-497c-9c95-4a498012a59c" id="21" name="cab30aaf-5a66-4b3e-9aff-c20f99377c65.source.3.zh-Hans.pptx">
            <a:extLst>
              <a:ext uri="{FF2B5EF4-FFF2-40B4-BE49-F238E27FC236}">
                <a16:creationId id="{7C44EBF8-D02B-4004-532F-02847C26A77C}"/>
              </a:ext>
            </a:extLst>
          </p:cNvPr>
          <p:cNvGrpSpPr/>
          <p:nvPr/>
        </p:nvGrpSpPr>
        <p:grpSpPr>
          <a:xfrm>
            <a:off x="660401" y="1028700"/>
            <a:ext cx="10858501" cy="4576587"/>
            <a:chOff x="660401" y="1028700"/>
            <a:chExt cx="10858501" cy="4576587"/>
          </a:xfrm>
        </p:grpSpPr>
        <p:sp>
          <p:nvSpPr>
            <p:cNvPr descr="6751702e-1291-4000-a883-627b34442414" id="67" name="Title">
              <a:extLst>
                <a:ext uri="{FF2B5EF4-FFF2-40B4-BE49-F238E27FC236}">
                  <a16:creationId id="{3F366F08-CD6A-838C-6EE2-2CC53F7E22DB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1" y="1028700"/>
              <a:ext cx="6337301" cy="1104900"/>
            </a:xfrm>
            <a:prstGeom prst="rect">
              <a:avLst/>
            </a:prstGeom>
          </p:spPr>
          <p:txBody>
            <a:bodyPr anchor="b" anchorCtr="false" wrap="square">
              <a:normAutofit/>
            </a:bodyPr>
            <a:lstStyle/>
            <a:p>
              <a:pPr algn="l"/>
              <a:r>
                <a:rPr b="true" i="false" lang="en-US" sz="2800" u="none">
                  <a:solidFill>
                    <a:srgbClr val="000000"/>
                  </a:solidFill>
                  <a:ea typeface="微软雅黑"/>
                </a:rPr>
                <a:t>从被动赔偿到主动风险减量</a:t>
              </a:r>
            </a:p>
          </p:txBody>
        </p:sp>
        <p:grpSp>
          <p:nvGrpSpPr>
            <p:cNvPr descr="d68ae40f-3a2d-4633-9614-10fcb31cf866" id="7" name="组合 6">
              <a:extLst>
                <a:ext uri="{FF2B5EF4-FFF2-40B4-BE49-F238E27FC236}">
                  <a16:creationId id="{1D0552C5-2F26-D1BB-1E7D-8AB0D4CFC0BB}"/>
                </a:ext>
              </a:extLst>
            </p:cNvPr>
            <p:cNvGrpSpPr/>
            <p:nvPr/>
          </p:nvGrpSpPr>
          <p:grpSpPr>
            <a:xfrm>
              <a:off x="660401" y="3342449"/>
              <a:ext cx="10858501" cy="2262838"/>
              <a:chOff x="660401" y="3342449"/>
              <a:chExt cx="10858501" cy="2262838"/>
            </a:xfrm>
          </p:grpSpPr>
          <p:grpSp>
            <p:nvGrpSpPr>
              <p:cNvPr descr="46261d64-df9a-494c-b3ed-249be06bc799" id="3" name="组合 2">
                <a:extLst>
                  <a:ext uri="{FF2B5EF4-FFF2-40B4-BE49-F238E27FC236}">
                    <a16:creationId id="{41B37758-8AE4-CA88-F1F2-B4E0E512A126}"/>
                  </a:ext>
                </a:extLst>
              </p:cNvPr>
              <p:cNvGrpSpPr/>
              <p:nvPr/>
            </p:nvGrpSpPr>
            <p:grpSpPr>
              <a:xfrm>
                <a:off x="660401" y="3342449"/>
                <a:ext cx="3619502" cy="2262838"/>
                <a:chOff x="3797300" y="1550337"/>
                <a:chExt cx="3414307" cy="2262838"/>
              </a:xfrm>
            </p:grpSpPr>
            <p:sp>
              <p:nvSpPr>
                <p:cNvPr descr="4932a982-ce1f-4972-9738-f25d52f2c5e3" id="37" name="直接连接符 36">
                  <a:extLst>
                    <a:ext uri="{FF2B5EF4-FFF2-40B4-BE49-F238E27FC236}">
                      <a16:creationId id="{31BF43F5-7BA9-D384-F08D-9FF18B0EE59F}"/>
                    </a:ext>
                  </a:extLst>
                </p:cNvPr>
                <p:cNvSpPr/>
                <p:nvPr/>
              </p:nvSpPr>
              <p:spPr>
                <a:xfrm flipH="false" flipV="false">
                  <a:off x="3797300" y="1966913"/>
                  <a:ext cx="3414306" cy="0"/>
                </a:xfrm>
                <a:prstGeom prst="line">
                  <a:avLst/>
                </a:prstGeom>
                <a:ln w="25400">
                  <a:solidFill>
                    <a:schemeClr val="accent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Ctr="false"/>
                <a:lstStyle/>
                <a:p>
                  <a:pPr algn="l"/>
                </a:p>
              </p:txBody>
            </p:sp>
            <p:grpSp>
              <p:nvGrpSpPr>
                <p:cNvPr descr="aad24f33-d5d6-419a-8255-6a2c78f38729" id="2" name="组合 1">
                  <a:extLst>
                    <a:ext uri="{FF2B5EF4-FFF2-40B4-BE49-F238E27FC236}">
                      <a16:creationId id="{ABDAF4AD-9BAC-197B-1D20-16A684034B56}"/>
                    </a:ext>
                  </a:extLst>
                </p:cNvPr>
                <p:cNvGrpSpPr/>
                <p:nvPr/>
              </p:nvGrpSpPr>
              <p:grpSpPr>
                <a:xfrm>
                  <a:off x="4166990" y="1550337"/>
                  <a:ext cx="3044617" cy="2262838"/>
                  <a:chOff x="4166990" y="1550337"/>
                  <a:chExt cx="3044617" cy="2262838"/>
                </a:xfrm>
              </p:grpSpPr>
              <p:sp>
                <p:nvSpPr>
                  <p:cNvPr descr="c49dc693-993e-4620-b3a8-11d60b261c0b" id="38" name="直接连接符 37">
                    <a:extLst>
                      <a:ext uri="{FF2B5EF4-FFF2-40B4-BE49-F238E27FC236}">
                        <a16:creationId id="{538E6D56-72FA-5118-836D-6915FC224F15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560638" y="3813175"/>
                    <a:ext cx="26509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anchorCtr="false"/>
                  <a:lstStyle/>
                  <a:p>
                    <a:pPr algn="l"/>
                  </a:p>
                </p:txBody>
              </p:sp>
              <p:grpSp>
                <p:nvGrpSpPr>
                  <p:cNvPr descr="2c0f5964-240b-4d55-9994-098ce83e6e34" id="40" name="组合 39">
                    <a:extLst>
                      <a:ext uri="{FF2B5EF4-FFF2-40B4-BE49-F238E27FC236}">
                        <a16:creationId id="{F5001B9D-BC81-D8E0-2E74-172DF40FC5F9}"/>
                      </a:ext>
                    </a:extLst>
                  </p:cNvPr>
                  <p:cNvGrpSpPr/>
                  <p:nvPr/>
                </p:nvGrpSpPr>
                <p:grpSpPr>
                  <a:xfrm>
                    <a:off x="4166990" y="1550337"/>
                    <a:ext cx="3044617" cy="2246372"/>
                    <a:chOff x="1129518" y="1274565"/>
                    <a:chExt cx="3994025" cy="2246372"/>
                  </a:xfrm>
                </p:grpSpPr>
                <p:grpSp>
                  <p:nvGrpSpPr>
                    <p:cNvPr descr="48913917-7da3-4ae6-a817-3b092098f995" id="41" name="组合 40">
                      <a:extLst>
                        <a:ext uri="{FF2B5EF4-FFF2-40B4-BE49-F238E27FC236}">
                          <a16:creationId id="{ACE2534D-D38F-9456-4ABE-B1818AC1B99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1711125" y="1674675"/>
                      <a:ext cx="3412418" cy="1846262"/>
                      <a:chOff x="4978400" y="-844577"/>
                      <a:chExt cx="5098204" cy="1417774"/>
                    </a:xfrm>
                  </p:grpSpPr>
                  <p:sp>
                    <p:nvSpPr>
                      <p:cNvPr descr="e9680877-239d-4d32-bf7a-296cde5c16b1" id="43" name="Bullet1">
                        <a:extLst>
                          <a:ext uri="{FF2B5EF4-FFF2-40B4-BE49-F238E27FC236}">
                            <a16:creationId id="{760D2B42-3868-BB78-72FD-98AC3644DA64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0" y="-844577"/>
                        <a:ext cx="5098202" cy="40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b" anchorCtr="false" bIns="45720" lIns="91440" rIns="91440" rtlCol="0" tIns="45720" wrap="square">
                        <a:normAutofit/>
                      </a:bodyPr>
                      <a:lstStyle/>
                      <a:p>
                        <a:pPr algn="l"/>
                        <a:r>
                          <a:rPr b="true" i="false" lang="en-US" sz="1800" u="none">
                            <a:solidFill>
                              <a:srgbClr val="000000"/>
                            </a:solidFill>
                            <a:ea typeface="微软雅黑"/>
                          </a:rPr>
                          <a:t>风险减量管理</a:t>
                        </a:r>
                      </a:p>
                    </p:txBody>
                  </p:sp>
                  <p:sp>
                    <p:nvSpPr>
                      <p:cNvPr descr="0523df80-d922-4551-816f-f1753648b06b" id="44" name="Text1">
                        <a:extLst>
                          <a:ext uri="{FF2B5EF4-FFF2-40B4-BE49-F238E27FC236}">
                            <a16:creationId id="{6FEEEA45-88CF-F8B7-426A-278BC899ECBB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2" y="-397902"/>
                        <a:ext cx="5098202" cy="971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t" anchorCtr="false" bIns="45720" lIns="91440" rIns="91440" rtlCol="0" tIns="45720" wrap="square">
                        <a:normAutofit/>
                      </a:bodyPr>
                      <a:lstStyle/>
                      <a:p>
                        <a:pPr algn="l">
                          <a:lnSpc>
                            <a:spcPct val="120000"/>
                          </a:lnSpc>
                        </a:pPr>
                        <a:r>
                          <a:rPr b="false" i="false" lang="en-US" sz="1200" u="none">
                            <a:solidFill>
                              <a:srgbClr val="000000"/>
                            </a:solidFill>
                            <a:ea typeface="微软雅黑"/>
                          </a:rPr>
                          <a:t>保险不再是简单的“事后补偿”，而是通过风险评估、安全提示、防灾培训等方式，主动帮助客户降低事故发生概率。</a:t>
                        </a:r>
                      </a:p>
                    </p:txBody>
                  </p:sp>
                </p:grpSp>
                <p:sp>
                  <p:nvSpPr>
                    <p:cNvPr descr="22550faa-cf8d-4738-9c33-d693c93473c0" id="42" name="Number1">
                      <a:extLst>
                        <a:ext uri="{FF2B5EF4-FFF2-40B4-BE49-F238E27FC236}">
                          <a16:creationId id="{1C4A05F9-A72E-C462-23C5-0E016514ABD9}"/>
                        </a:ext>
                      </a:extLst>
                    </p:cNvPr>
                    <p:cNvSpPr txBox="1"/>
                    <p:nvPr/>
                  </p:nvSpPr>
                  <p:spPr>
                    <a:xfrm flipH="false" flipV="false">
                      <a:off x="1129518" y="1274565"/>
                      <a:ext cx="581607" cy="400110"/>
                    </a:xfrm>
                    <a:prstGeom prst="rect">
                      <a:avLst/>
                    </a:prstGeom>
                    <a:noFill/>
                  </p:spPr>
                  <p:txBody>
                    <a:bodyPr anchor="b" anchorCtr="false" bIns="45720" lIns="91440" rIns="91440" rtlCol="0" tIns="45720" wrap="none">
                      <a:spAutoFit/>
                    </a:bodyPr>
                    <a:lstStyle/>
                    <a:p>
                      <a:pPr algn="r"/>
                      <a:r>
                        <a:rPr b="true" i="false" lang="en-US" sz="2000" u="none">
                          <a:solidFill>
                            <a:srgbClr val="0071C0"/>
                          </a:solidFill>
                          <a:latin typeface="Calibri"/>
                        </a:rPr>
                        <a:t>01</a:t>
                      </a:r>
                    </a:p>
                  </p:txBody>
                </p:sp>
              </p:grpSp>
            </p:grpSp>
          </p:grpSp>
          <p:grpSp>
            <p:nvGrpSpPr>
              <p:cNvPr descr="77bda777-4e1c-460a-8262-3e59febdf6c1" id="55" name="组合 54">
                <a:extLst>
                  <a:ext uri="{FF2B5EF4-FFF2-40B4-BE49-F238E27FC236}">
                    <a16:creationId id="{91CA1392-9631-9EAB-639D-002CC642D3BC}"/>
                  </a:ext>
                </a:extLst>
              </p:cNvPr>
              <p:cNvGrpSpPr/>
              <p:nvPr/>
            </p:nvGrpSpPr>
            <p:grpSpPr>
              <a:xfrm>
                <a:off x="4279900" y="3342449"/>
                <a:ext cx="3619502" cy="2262838"/>
                <a:chOff x="3797300" y="1550337"/>
                <a:chExt cx="3414307" cy="2262838"/>
              </a:xfrm>
            </p:grpSpPr>
            <p:sp>
              <p:nvSpPr>
                <p:cNvPr descr="f25fbf6c-fb90-40fb-b47a-82b776f6244b" id="56" name="直接连接符 55">
                  <a:extLst>
                    <a:ext uri="{FF2B5EF4-FFF2-40B4-BE49-F238E27FC236}">
                      <a16:creationId id="{5B772728-D7F0-F6D4-C406-72DE7F4D2E1A}"/>
                    </a:ext>
                  </a:extLst>
                </p:cNvPr>
                <p:cNvSpPr/>
                <p:nvPr/>
              </p:nvSpPr>
              <p:spPr>
                <a:xfrm flipH="false" flipV="false">
                  <a:off x="3797300" y="1966913"/>
                  <a:ext cx="3414306" cy="0"/>
                </a:xfrm>
                <a:prstGeom prst="line">
                  <a:avLst/>
                </a:prstGeom>
                <a:ln w="25400">
                  <a:solidFill>
                    <a:schemeClr val="accent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Ctr="false"/>
                <a:lstStyle/>
                <a:p>
                  <a:pPr algn="l"/>
                </a:p>
              </p:txBody>
            </p:sp>
            <p:grpSp>
              <p:nvGrpSpPr>
                <p:cNvPr descr="f01373e9-b220-4b42-853a-dcf77999e302" id="57" name="组合 56">
                  <a:extLst>
                    <a:ext uri="{FF2B5EF4-FFF2-40B4-BE49-F238E27FC236}">
                      <a16:creationId id="{882C0C18-9E46-4B42-231E-A5A2023601FD}"/>
                    </a:ext>
                  </a:extLst>
                </p:cNvPr>
                <p:cNvGrpSpPr/>
                <p:nvPr/>
              </p:nvGrpSpPr>
              <p:grpSpPr>
                <a:xfrm>
                  <a:off x="4166990" y="1550337"/>
                  <a:ext cx="3044617" cy="2262838"/>
                  <a:chOff x="4166990" y="1550337"/>
                  <a:chExt cx="3044617" cy="2262838"/>
                </a:xfrm>
              </p:grpSpPr>
              <p:sp>
                <p:nvSpPr>
                  <p:cNvPr descr="36f429aa-8aac-470f-936a-d8439ec12a65" id="58" name="直接连接符 57">
                    <a:extLst>
                      <a:ext uri="{FF2B5EF4-FFF2-40B4-BE49-F238E27FC236}">
                        <a16:creationId id="{F361C839-431C-233A-F931-4A1ED8EC408E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560638" y="3813175"/>
                    <a:ext cx="26509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anchorCtr="false"/>
                  <a:lstStyle/>
                  <a:p>
                    <a:pPr algn="l"/>
                  </a:p>
                </p:txBody>
              </p:sp>
              <p:grpSp>
                <p:nvGrpSpPr>
                  <p:cNvPr descr="bfbdad38-64b6-4158-9eab-c9d51b38808b" id="60" name="组合 59">
                    <a:extLst>
                      <a:ext uri="{FF2B5EF4-FFF2-40B4-BE49-F238E27FC236}">
                        <a16:creationId id="{83274491-25B3-6070-E18E-47F3CE4DA794}"/>
                      </a:ext>
                    </a:extLst>
                  </p:cNvPr>
                  <p:cNvGrpSpPr/>
                  <p:nvPr/>
                </p:nvGrpSpPr>
                <p:grpSpPr>
                  <a:xfrm>
                    <a:off x="4166990" y="1550337"/>
                    <a:ext cx="3044617" cy="2246372"/>
                    <a:chOff x="1129518" y="1274565"/>
                    <a:chExt cx="3994025" cy="2246372"/>
                  </a:xfrm>
                </p:grpSpPr>
                <p:grpSp>
                  <p:nvGrpSpPr>
                    <p:cNvPr descr="c9480f43-97fd-4d72-bcfb-cbc974b19398" id="61" name="组合 60">
                      <a:extLst>
                        <a:ext uri="{FF2B5EF4-FFF2-40B4-BE49-F238E27FC236}">
                          <a16:creationId id="{F11D170A-E20F-D11E-6EBA-E0F3298DB02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1711125" y="1674675"/>
                      <a:ext cx="3412418" cy="1846262"/>
                      <a:chOff x="4978400" y="-844577"/>
                      <a:chExt cx="5098204" cy="1417774"/>
                    </a:xfrm>
                  </p:grpSpPr>
                  <p:sp>
                    <p:nvSpPr>
                      <p:cNvPr descr="179834e9-51fd-4475-bf61-656cb977ce0d" id="63" name="Bullet2">
                        <a:extLst>
                          <a:ext uri="{FF2B5EF4-FFF2-40B4-BE49-F238E27FC236}">
                            <a16:creationId id="{18044FBD-195B-0E07-CBB0-60A46A3F0FAD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0" y="-844577"/>
                        <a:ext cx="5098202" cy="40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b" anchorCtr="false" bIns="45720" lIns="91440" rIns="91440" rtlCol="0" tIns="45720" wrap="square">
                        <a:normAutofit/>
                      </a:bodyPr>
                      <a:lstStyle/>
                      <a:p>
                        <a:pPr algn="l"/>
                        <a:r>
                          <a:rPr b="true" i="false" lang="en-US" sz="1800" u="none">
                            <a:solidFill>
                              <a:srgbClr val="000000"/>
                            </a:solidFill>
                            <a:ea typeface="微软雅黑"/>
                          </a:rPr>
                          <a:t>提升防灾意识</a:t>
                        </a:r>
                      </a:p>
                    </p:txBody>
                  </p:sp>
                  <p:sp>
                    <p:nvSpPr>
                      <p:cNvPr descr="a77ae84a-691f-4a23-a4e8-0bd7caccccc4" id="64" name="Text2">
                        <a:extLst>
                          <a:ext uri="{FF2B5EF4-FFF2-40B4-BE49-F238E27FC236}">
                            <a16:creationId id="{B6202F99-1A8F-6FAD-D639-B82186CA00FC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2" y="-397902"/>
                        <a:ext cx="5098202" cy="971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t" anchorCtr="false" bIns="45720" lIns="91440" rIns="91440" rtlCol="0" tIns="45720" wrap="square">
                        <a:normAutofit/>
                      </a:bodyPr>
                      <a:lstStyle/>
                      <a:p>
                        <a:pPr algn="l">
                          <a:lnSpc>
                            <a:spcPct val="120000"/>
                          </a:lnSpc>
                        </a:pPr>
                        <a:r>
                          <a:rPr b="false" i="false" lang="en-US" sz="1200" u="none">
                            <a:solidFill>
                              <a:srgbClr val="000000"/>
                            </a:solidFill>
                            <a:ea typeface="微软雅黑"/>
                          </a:rPr>
                          <a:t>个人和家庭应主动学习消防知识，定期检查家中安全隐患，配备必要的消防设备，将风险防范于未然。</a:t>
                        </a:r>
                      </a:p>
                    </p:txBody>
                  </p:sp>
                </p:grpSp>
                <p:sp>
                  <p:nvSpPr>
                    <p:cNvPr descr="e9188aa9-b40c-459d-9934-03b4937363e1" id="62" name="Number2">
                      <a:extLst>
                        <a:ext uri="{FF2B5EF4-FFF2-40B4-BE49-F238E27FC236}">
                          <a16:creationId id="{CA81620C-A4B7-67BE-A699-25D1698D73BC}"/>
                        </a:ext>
                      </a:extLst>
                    </p:cNvPr>
                    <p:cNvSpPr txBox="1"/>
                    <p:nvPr/>
                  </p:nvSpPr>
                  <p:spPr>
                    <a:xfrm flipH="false" flipV="false">
                      <a:off x="1129518" y="1274565"/>
                      <a:ext cx="581607" cy="400110"/>
                    </a:xfrm>
                    <a:prstGeom prst="rect">
                      <a:avLst/>
                    </a:prstGeom>
                    <a:noFill/>
                  </p:spPr>
                  <p:txBody>
                    <a:bodyPr anchor="b" anchorCtr="false" bIns="45720" lIns="91440" rIns="91440" rtlCol="0" tIns="45720" wrap="none">
                      <a:spAutoFit/>
                    </a:bodyPr>
                    <a:lstStyle/>
                    <a:p>
                      <a:pPr algn="r"/>
                      <a:r>
                        <a:rPr b="true" i="false" lang="en-US" sz="2000" u="none">
                          <a:solidFill>
                            <a:srgbClr val="0071C0"/>
                          </a:solidFill>
                          <a:latin typeface="Calibri"/>
                        </a:rPr>
                        <a:t>02</a:t>
                      </a:r>
                    </a:p>
                  </p:txBody>
                </p:sp>
              </p:grpSp>
            </p:grpSp>
          </p:grpSp>
          <p:grpSp>
            <p:nvGrpSpPr>
              <p:cNvPr descr="e55cc12d-ea0d-450b-944b-fb3c2094f43d" id="30" name="组合 29">
                <a:extLst>
                  <a:ext uri="{FF2B5EF4-FFF2-40B4-BE49-F238E27FC236}">
                    <a16:creationId id="{2CF11F52-C57B-E1EC-28B1-9656A886C789}"/>
                  </a:ext>
                </a:extLst>
              </p:cNvPr>
              <p:cNvGrpSpPr/>
              <p:nvPr/>
            </p:nvGrpSpPr>
            <p:grpSpPr>
              <a:xfrm>
                <a:off x="7899400" y="3342449"/>
                <a:ext cx="3619502" cy="2262838"/>
                <a:chOff x="3797300" y="1550337"/>
                <a:chExt cx="3414307" cy="2262838"/>
              </a:xfrm>
            </p:grpSpPr>
            <p:sp>
              <p:nvSpPr>
                <p:cNvPr descr="36eb583c-017d-4477-999d-c845da03e711" id="31" name="直接连接符 30">
                  <a:extLst>
                    <a:ext uri="{FF2B5EF4-FFF2-40B4-BE49-F238E27FC236}">
                      <a16:creationId id="{5F0DD870-D4A5-1B46-AB04-9E39E33C2ACE}"/>
                    </a:ext>
                  </a:extLst>
                </p:cNvPr>
                <p:cNvSpPr/>
                <p:nvPr/>
              </p:nvSpPr>
              <p:spPr>
                <a:xfrm flipH="false" flipV="false">
                  <a:off x="3797300" y="1966913"/>
                  <a:ext cx="3414306" cy="0"/>
                </a:xfrm>
                <a:prstGeom prst="line">
                  <a:avLst/>
                </a:prstGeom>
                <a:ln w="25400">
                  <a:solidFill>
                    <a:schemeClr val="accent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Ctr="false"/>
                <a:lstStyle/>
                <a:p>
                  <a:pPr algn="l"/>
                </a:p>
              </p:txBody>
            </p:sp>
            <p:grpSp>
              <p:nvGrpSpPr>
                <p:cNvPr descr="0c37bb19-9e76-41a9-81ed-e43ee2c206a3" id="32" name="组合 31">
                  <a:extLst>
                    <a:ext uri="{FF2B5EF4-FFF2-40B4-BE49-F238E27FC236}">
                      <a16:creationId id="{9F26638C-D927-B769-32CD-63C80F2E39B6}"/>
                    </a:ext>
                  </a:extLst>
                </p:cNvPr>
                <p:cNvGrpSpPr/>
                <p:nvPr/>
              </p:nvGrpSpPr>
              <p:grpSpPr>
                <a:xfrm>
                  <a:off x="4166990" y="1550337"/>
                  <a:ext cx="3044617" cy="2262838"/>
                  <a:chOff x="4166990" y="1550337"/>
                  <a:chExt cx="3044617" cy="2262838"/>
                </a:xfrm>
              </p:grpSpPr>
              <p:sp>
                <p:nvSpPr>
                  <p:cNvPr descr="c31f37db-7f7f-498e-a8d4-37794a7bff31" id="33" name="直接连接符 32">
                    <a:extLst>
                      <a:ext uri="{FF2B5EF4-FFF2-40B4-BE49-F238E27FC236}">
                        <a16:creationId id="{4EB8D1EB-A7F7-8921-1F9F-4C8FC4338A3A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560638" y="3813175"/>
                    <a:ext cx="26509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anchorCtr="false"/>
                  <a:lstStyle/>
                  <a:p>
                    <a:pPr algn="l"/>
                  </a:p>
                </p:txBody>
              </p:sp>
              <p:grpSp>
                <p:nvGrpSpPr>
                  <p:cNvPr descr="65f62b12-cd2b-495b-97cc-4a43f7e9ad78" id="35" name="组合 34">
                    <a:extLst>
                      <a:ext uri="{FF2B5EF4-FFF2-40B4-BE49-F238E27FC236}">
                        <a16:creationId id="{699529E4-F77F-B9CA-ED8C-97F1E0326052}"/>
                      </a:ext>
                    </a:extLst>
                  </p:cNvPr>
                  <p:cNvGrpSpPr/>
                  <p:nvPr/>
                </p:nvGrpSpPr>
                <p:grpSpPr>
                  <a:xfrm>
                    <a:off x="4166990" y="1550337"/>
                    <a:ext cx="3044617" cy="2246372"/>
                    <a:chOff x="1129518" y="1274565"/>
                    <a:chExt cx="3994025" cy="2246372"/>
                  </a:xfrm>
                </p:grpSpPr>
                <p:grpSp>
                  <p:nvGrpSpPr>
                    <p:cNvPr descr="3e700368-7b41-499e-a0d1-9bc7d7fc30ec" id="36" name="组合 35">
                      <a:extLst>
                        <a:ext uri="{FF2B5EF4-FFF2-40B4-BE49-F238E27FC236}">
                          <a16:creationId id="{806191C3-FF7D-1457-9178-AEF4413DE2E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1711125" y="1674675"/>
                      <a:ext cx="3412418" cy="1846262"/>
                      <a:chOff x="4978400" y="-844577"/>
                      <a:chExt cx="5098204" cy="1417774"/>
                    </a:xfrm>
                  </p:grpSpPr>
                  <p:sp>
                    <p:nvSpPr>
                      <p:cNvPr descr="14f193d1-675b-46db-8f4c-4f94bab05c79" id="46" name="Bullet3">
                        <a:extLst>
                          <a:ext uri="{FF2B5EF4-FFF2-40B4-BE49-F238E27FC236}">
                            <a16:creationId id="{0EA17BB3-A4FA-285E-1918-DF35B1D04CBC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0" y="-844577"/>
                        <a:ext cx="5098202" cy="40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b" anchorCtr="false" bIns="45720" lIns="91440" rIns="91440" rtlCol="0" tIns="45720" wrap="square">
                        <a:normAutofit/>
                      </a:bodyPr>
                      <a:lstStyle/>
                      <a:p>
                        <a:pPr algn="l"/>
                        <a:r>
                          <a:rPr b="true" i="false" lang="en-US" sz="1800" u="none">
                            <a:solidFill>
                              <a:srgbClr val="000000"/>
                            </a:solidFill>
                            <a:ea typeface="微软雅黑"/>
                          </a:rPr>
                          <a:t>共筑社会防线</a:t>
                        </a:r>
                      </a:p>
                    </p:txBody>
                  </p:sp>
                  <p:sp>
                    <p:nvSpPr>
                      <p:cNvPr descr="225a14cf-06cb-469d-8388-82f7ffbca3bc" id="49" name="Text3">
                        <a:extLst>
                          <a:ext uri="{FF2B5EF4-FFF2-40B4-BE49-F238E27FC236}">
                            <a16:creationId id="{669AA45F-C605-F2DC-A3DE-609762EFF651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2" y="-397902"/>
                        <a:ext cx="5098202" cy="971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t" anchorCtr="false" bIns="45720" lIns="91440" rIns="91440" rtlCol="0" tIns="45720" wrap="square">
                        <a:normAutofit/>
                      </a:bodyPr>
                      <a:lstStyle/>
                      <a:p>
                        <a:pPr algn="l">
                          <a:lnSpc>
                            <a:spcPct val="120000"/>
                          </a:lnSpc>
                        </a:pPr>
                        <a:r>
                          <a:rPr b="false" i="false" lang="en-US" sz="1200" u="none">
                            <a:solidFill>
                              <a:srgbClr val="000000"/>
                            </a:solidFill>
                            <a:ea typeface="微软雅黑"/>
                          </a:rPr>
                          <a:t>推动个人、社区、物业、政府多方协作，共同构建从预防、响应到恢复的全流程风险管理体系，提升社会整体的抗风险韧性。</a:t>
                        </a:r>
                      </a:p>
                    </p:txBody>
                  </p:sp>
                </p:grpSp>
                <p:sp>
                  <p:nvSpPr>
                    <p:cNvPr descr="150e117a-1006-4f66-a4ea-081eb698790a" id="39" name="Number3">
                      <a:extLst>
                        <a:ext uri="{FF2B5EF4-FFF2-40B4-BE49-F238E27FC236}">
                          <a16:creationId id="{9BC1061E-E8B9-EC1A-4C87-C00B95486A38}"/>
                        </a:ext>
                      </a:extLst>
                    </p:cNvPr>
                    <p:cNvSpPr txBox="1"/>
                    <p:nvPr/>
                  </p:nvSpPr>
                  <p:spPr>
                    <a:xfrm flipH="false" flipV="false">
                      <a:off x="1129518" y="1274565"/>
                      <a:ext cx="581607" cy="400110"/>
                    </a:xfrm>
                    <a:prstGeom prst="rect">
                      <a:avLst/>
                    </a:prstGeom>
                    <a:noFill/>
                  </p:spPr>
                  <p:txBody>
                    <a:bodyPr anchor="b" anchorCtr="false" bIns="45720" lIns="91440" rIns="91440" rtlCol="0" tIns="45720" wrap="none">
                      <a:spAutoFit/>
                    </a:bodyPr>
                    <a:lstStyle/>
                    <a:p>
                      <a:pPr algn="r"/>
                      <a:r>
                        <a:rPr b="true" i="false" lang="en-US" sz="2000" u="none">
                          <a:solidFill>
                            <a:srgbClr val="0071C0"/>
                          </a:solidFill>
                          <a:latin typeface="Calibri"/>
                        </a:rPr>
                        <a:t>03</a:t>
                      </a:r>
                    </a:p>
                  </p:txBody>
                </p:sp>
              </p:grpSp>
            </p:grpSp>
          </p:grpSp>
        </p:grpSp>
      </p:grpSp>
      <p:sp>
        <p:nvSpPr>
          <p:cNvPr descr="f4b99ff2-2618-4fba-b5a2-13ad3b238ac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构筑安全未来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38c611cc-c579-49de-a34c-a59d5286917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b="true" i="false" lang="en-US" sz="4800" u="none">
                <a:solidFill>
                  <a:srgbClr val="000000"/>
                </a:solidFill>
                <a:ea typeface="微软雅黑"/>
              </a:rPr>
              <a:t>谢谢观看</a:t>
            </a:r>
          </a:p>
        </p:txBody>
      </p:sp>
      <p:sp>
        <p:nvSpPr>
          <p:cNvPr descr="bc4ccbeb-82fa-4192-9efb-f044ff46766c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10" u="none">
                <a:solidFill>
                  <a:srgbClr val="000000"/>
                </a:solidFill>
                <a:ea typeface="微软雅黑"/>
              </a:rPr>
              <a:t>报告人名称</a:t>
            </a:r>
          </a:p>
        </p:txBody>
      </p:sp>
      <p:sp>
        <p:nvSpPr>
          <p:cNvPr descr="7e1345fa-a67f-4247-a068-18a75d5fcb23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13216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49254;#836768;#849260;#849262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71C0"/>
      </a:accent1>
      <a:accent2>
        <a:srgbClr val="00B0F0"/>
      </a:accent2>
      <a:accent3>
        <a:srgbClr val="76A6FA"/>
      </a:accent3>
      <a:accent4>
        <a:srgbClr val="DB3D52"/>
      </a:accent4>
      <a:accent5>
        <a:srgbClr val="FC4614"/>
      </a:accent5>
      <a:accent6>
        <a:srgbClr val="BFBFBF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等线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等线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 Presentation Template</Template>
  <Manager>iSlide</Manager>
  <Company>iSlide</Company>
  <PresentationFormat>宽屏</PresentationFormat>
  <Paragraphs>105</Paragraphs>
  <Slides>12</Slides>
  <Notes>7</Notes>
  <TotalTime>127</TotalTime>
  <HiddenSlides>7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7">
      <vt:lpstr>Arial</vt:lpstr>
      <vt:lpstr>微软雅黑</vt:lpstr>
      <vt:lpstr>等线 Light</vt:lpstr>
      <vt:lpstr>等线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2023-12-24T16:00:00Z</dcterms:created>
  <dc:creator>iSlide</dc:creator>
  <cp:lastModifiedBy>iSlide</cp:lastModifiedBy>
  <cp:lastPrinted>2023-12-24T16:00:00Z</cp:lastPrinted>
  <dcterms:modified xsi:type="dcterms:W3CDTF">2024-01-12T11:13:03Z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b307b33a-5bd2-4e92-b306-aa433e6e7343</vt:lpwstr>
  </property>
</Properties>
</file>