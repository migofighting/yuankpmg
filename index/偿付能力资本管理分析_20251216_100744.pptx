
<file path=[Content_Types].xml><?xml version="1.0" encoding="utf-8"?>
<Types xmlns="http://schemas.openxmlformats.org/package/2006/content-types">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Master+xml" PartName="/ppt/slideMasters/slideMaster1.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presentationml.tags+xml" PartName="/ppt/tags/tag111.xml"/>
  <Override ContentType="application/vnd.openxmlformats-officedocument.presentationml.tags+xml" PartName="/ppt/tags/tag112.xml"/>
  <Override ContentType="application/vnd.openxmlformats-officedocument.presentationml.tags+xml" PartName="/ppt/tags/tag229.xml"/>
  <Override ContentType="application/vnd.openxmlformats-officedocument.presentationml.tags+xml" PartName="/ppt/tags/tag1028.xml"/>
  <Override ContentType="application/vnd.openxmlformats-officedocument.presentationml.tags+xml" PartName="/ppt/tags/tag2523.xml"/>
  <Override ContentType="application/vnd.openxmlformats-officedocument.presentationml.tags+xml" PartName="/ppt/tags/tag3127.xml"/>
  <Override ContentType="application/vnd.openxmlformats-officedocument.presentationml.tags+xml" PartName="/ppt/tags/tag3826.xml"/>
  <Override ContentType="application/vnd.openxmlformats-officedocument.presentationml.tags+xml" PartName="/ppt/tags/tag5025.xml"/>
  <Override ContentType="application/vnd.openxmlformats-officedocument.presentationml.tags+xml" PartName="/ppt/tags/tag5322.xml"/>
  <Override ContentType="application/vnd.openxmlformats-officedocument.presentationml.tags+xml" PartName="/ppt/tags/tag15924.xml"/>
  <Override ContentType="application/vnd.openxmlformats-officedocument.presentationml.tags+xml" PartName="/ppt/tags/tag37210.xml"/>
  <Override ContentType="application/vnd.openxmlformats-officedocument.presentationml.tags+xml" PartName="/ppt/tags/tag44214.xml"/>
  <Override ContentType="application/vnd.openxmlformats-officedocument.presentationml.tags+xml" PartName="/ppt/tags/tag66213.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arget="docProps/app.xml" Type="http://schemas.openxmlformats.org/officeDocument/2006/relationships/extended-properties"/><Relationship Id="rId4" Target="docProps/thumbnail.jpeg" Type="http://schemas.openxmlformats.org/package/2006/relationships/metadata/thumbnail"/><Relationship Id="rId5" Target="docProps/custom.xml" Type="http://schemas.openxmlformats.org/officeDocument/2006/relationships/custom-properties"/></Relationships>
</file>

<file path=ppt/presentation.xml><?xml version="1.0" encoding="utf-8"?>
<p:presentation xmlns:p15="http://schemas.microsoft.com/office/powerpoint/2012/mai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6" r:id="R56bd18ed4085461e"/>
    <p:sldId id="257" r:id="R8df0c6e55446442a"/>
    <p:sldId id="258" r:id="Raad0cf1ba7174efe"/>
    <p:sldId id="259" r:id="R3d431f36c5b54580"/>
    <p:sldId id="260" r:id="Re5721e5eb5b84ba8"/>
    <p:sldId id="261" r:id="R8ee23b44e7e84921"/>
    <p:sldId id="262" r:id="R42d0562e2e63423e"/>
    <p:sldId id="263" r:id="R97ffe59f72bc4577"/>
    <p:sldId id="264" r:id="R223b59e4081c41dc"/>
    <p:sldId id="265" r:id="Raeb650a1cdc24919"/>
    <p:sldId id="266" r:id="Rff46253c34c8405b"/>
    <p:sldId id="267" r:id="R844ef01c101343ec"/>
    <p:sldId id="268" r:id="Rc3f01d3b74934b34"/>
    <p:sldId id="269" r:id="R2286f3eb09014e86"/>
    <p:sldId id="270" r:id="R2cc00ccfe8554965"/>
    <p:sldId id="271" r:id="R719593ef9e4d4682"/>
    <p:sldId id="272" r:id="R62ee3bc789d24b13"/>
    <p:sldId id="273" r:id="R0a2c9db038e04c51"/>
    <p:sldId id="274" r:id="R7a1b83ee2e024bfe"/>
    <p:sldId id="275" r:id="Rb5f7006968f74299"/>
    <p:sldId id="276" r:id="Red56e66809824ec1"/>
    <p:sldId id="277" r:id="R466e5e4990a143e8"/>
    <p:sldId id="278" r:id="R0746f06132ee424b"/>
    <p:sldId id="279" r:id="R2a3268f58a8846d6"/>
    <p:sldId id="280" r:id="Re8aa69fb459a496e"/>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varScale="1">
        <p:scale>
          <a:sx n="60" d="100"/>
          <a:sy n="60" d="100"/>
        </p:scale>
        <p:origin x="144" y="264"/>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notesViewPr>
    <p:cSldViewPr>
      <p:cViewPr>
        <p:scale>
          <a:sx n="1" d="100"/>
          <a:sy n="1" d="100"/>
        </p:scale>
        <p:origin x="0" y="0"/>
      </p:cViewPr>
    </p:cSldViewPr>
  </p:notesViewPr>
  <p:gridSpacing cx="76200" cy="76200"/>
</p:viewPr>
</file>

<file path=ppt/_rels/presentation.xml.rels><?xml version="1.0" encoding="UTF-8" standalone="yes"?><Relationships xmlns="http://schemas.openxmlformats.org/package/2006/relationships"><Relationship Id="R0746f06132ee424b" Target="slides/slide28.xml" Type="http://schemas.openxmlformats.org/officeDocument/2006/relationships/slide"/><Relationship Id="R0a2c9db038e04c51" Target="slides/slide23.xml" Type="http://schemas.openxmlformats.org/officeDocument/2006/relationships/slide"/><Relationship Id="R223b59e4081c41dc" Target="slides/slide14.xml" Type="http://schemas.openxmlformats.org/officeDocument/2006/relationships/slide"/><Relationship Id="R2286f3eb09014e86" Target="slides/slide19.xml" Type="http://schemas.openxmlformats.org/officeDocument/2006/relationships/slide"/><Relationship Id="R2a3268f58a8846d6" Target="slides/slide29.xml" Type="http://schemas.openxmlformats.org/officeDocument/2006/relationships/slide"/><Relationship Id="R2cc00ccfe8554965" Target="slides/slide20.xml" Type="http://schemas.openxmlformats.org/officeDocument/2006/relationships/slide"/><Relationship Id="R3d431f36c5b54580" Target="slides/slide9.xml" Type="http://schemas.openxmlformats.org/officeDocument/2006/relationships/slide"/><Relationship Id="R42d0562e2e63423e" Target="slides/slide12.xml" Type="http://schemas.openxmlformats.org/officeDocument/2006/relationships/slide"/><Relationship Id="R466e5e4990a143e8" Target="slides/slide27.xml" Type="http://schemas.openxmlformats.org/officeDocument/2006/relationships/slide"/><Relationship Id="R56bd18ed4085461e" Target="slides/slide6.xml" Type="http://schemas.openxmlformats.org/officeDocument/2006/relationships/slide"/><Relationship Id="R62ee3bc789d24b13" Target="slides/slide22.xml" Type="http://schemas.openxmlformats.org/officeDocument/2006/relationships/slide"/><Relationship Id="R719593ef9e4d4682" Target="slides/slide21.xml" Type="http://schemas.openxmlformats.org/officeDocument/2006/relationships/slide"/><Relationship Id="R7a1b83ee2e024bfe" Target="slides/slide24.xml" Type="http://schemas.openxmlformats.org/officeDocument/2006/relationships/slide"/><Relationship Id="R844ef01c101343ec" Target="slides/slide17.xml" Type="http://schemas.openxmlformats.org/officeDocument/2006/relationships/slide"/><Relationship Id="R8df0c6e55446442a" Target="slides/slide7.xml" Type="http://schemas.openxmlformats.org/officeDocument/2006/relationships/slide"/><Relationship Id="R8ee23b44e7e84921" Target="slides/slide11.xml" Type="http://schemas.openxmlformats.org/officeDocument/2006/relationships/slide"/><Relationship Id="R97ffe59f72bc4577" Target="slides/slide13.xml" Type="http://schemas.openxmlformats.org/officeDocument/2006/relationships/slide"/><Relationship Id="Raad0cf1ba7174efe" Target="slides/slide8.xml" Type="http://schemas.openxmlformats.org/officeDocument/2006/relationships/slide"/><Relationship Id="Raeb650a1cdc24919" Target="slides/slide15.xml" Type="http://schemas.openxmlformats.org/officeDocument/2006/relationships/slide"/><Relationship Id="Rb5f7006968f74299" Target="slides/slide25.xml" Type="http://schemas.openxmlformats.org/officeDocument/2006/relationships/slide"/><Relationship Id="Rc3f01d3b74934b34" Target="slides/slide18.xml" Type="http://schemas.openxmlformats.org/officeDocument/2006/relationships/slide"/><Relationship Id="Re5721e5eb5b84ba8" Target="slides/slide10.xml" Type="http://schemas.openxmlformats.org/officeDocument/2006/relationships/slide"/><Relationship Id="Re8aa69fb459a496e" Target="slides/slide30.xml" Type="http://schemas.openxmlformats.org/officeDocument/2006/relationships/slide"/><Relationship Id="Red56e66809824ec1" Target="slides/slide26.xml" Type="http://schemas.openxmlformats.org/officeDocument/2006/relationships/slide"/><Relationship Id="Rff46253c34c8405b" Target="slides/slide16.xml" Type="http://schemas.openxmlformats.org/officeDocument/2006/relationships/slide"/><Relationship Id="rId1" Target="slideMasters/slideMaster1.xml" Type="http://schemas.openxmlformats.org/officeDocument/2006/relationships/slideMaster"/><Relationship Id="rId14" Target="tags/tag1.xml" Type="http://schemas.openxmlformats.org/officeDocument/2006/relationships/tags"/><Relationship Id="rId15" Target="presProps.xml" Type="http://schemas.openxmlformats.org/officeDocument/2006/relationships/presProps"/><Relationship Id="rId16" Target="viewProps.xml" Type="http://schemas.openxmlformats.org/officeDocument/2006/relationships/viewProps"/><Relationship Id="rId17" Target="theme/theme1.xml" Type="http://schemas.openxmlformats.org/officeDocument/2006/relationships/theme"/><Relationship Id="rId18" Target="tableStyles.xml" Type="http://schemas.openxmlformats.org/officeDocument/2006/relationships/tableStyles"/></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itle Slide" type="title" preserve="1">
  <p:cSld name="Title Slide">
    <p:bg>
      <p:bgPr>
        <a:gradFill flip="none" rotWithShape="1">
          <a:gsLst>
            <a:gs pos="0">
              <a:schemeClr val="accent1">
                <a:lumMod val="20000"/>
                <a:lumOff val="80000"/>
              </a:schemeClr>
            </a:gs>
            <a:gs pos="100000">
              <a:schemeClr val="accent2">
                <a:lumMod val="20000"/>
                <a:lumOff val="80000"/>
              </a:schemeClr>
            </a:gs>
          </a:gsLst>
          <a:lin ang="13500000" scaled="1"/>
        </a:gradFill>
        <a:effectLst/>
      </p:bgPr>
    </p:bg>
    <p:spTree>
      <p:nvGrpSpPr>
        <p:cNvPr id="1" name=""/>
        <p:cNvGrpSpPr/>
        <p:nvPr/>
      </p:nvGrpSpPr>
      <p:grpSpPr>
        <a:xfrm>
          <a:off x="0" y="0"/>
          <a:ext cx="0" cy="0"/>
        </a:xfrm>
      </p:grpSpPr>
      <p:grpSp>
        <p:nvGrpSpPr>
          <p:cNvPr id="165" name="" descr="66600d0b-0246-4d05-b5ff-4621ea0f055a"/>
          <p:cNvGrpSpPr/>
          <p:nvPr/>
        </p:nvGrpSpPr>
        <p:grpSpPr>
          <a:xfrm>
            <a:off x="291555" y="768239"/>
            <a:ext cx="11455484" cy="5713016"/>
            <a:chOff x="291555" y="768239"/>
            <a:chExt cx="11455484" cy="5713016"/>
          </a:xfrm>
        </p:grpSpPr>
        <p:sp>
          <p:nvSpPr>
            <p:cNvPr id="10" name="" descr="3b93ff4b-e313-4ef8-a620-c6a51a7f4cab"/>
            <p:cNvSpPr/>
            <p:nvPr/>
          </p:nvSpPr>
          <p:spPr>
            <a:xfrm>
              <a:off x="4436789" y="4753014"/>
              <a:ext cx="1957367" cy="1728241"/>
            </a:xfrm>
            <a:custGeom>
              <a:gdLst>
                <a:gd name="connsiteX0" fmla="*/ 0 w 1957367"/>
                <a:gd name="connsiteY0" fmla="*/ 440894 h 1728241"/>
                <a:gd name="connsiteX1" fmla="*/ 1516473 w 1957367"/>
                <a:gd name="connsiteY1" fmla="*/ 211768 h 1728241"/>
                <a:gd name="connsiteX2" fmla="*/ 1745599 w 1957367"/>
                <a:gd name="connsiteY2" fmla="*/ 1728241 h 1728241"/>
                <a:gd name="connsiteX3" fmla="*/ 0 w 1957367"/>
                <a:gd name="connsiteY3" fmla="*/ 440894 h 1728241"/>
              </a:gdLst>
              <a:cxnLst>
                <a:cxn ang="0">
                  <a:pos x="connsiteX0" y="connsiteY0"/>
                </a:cxn>
                <a:cxn ang="0">
                  <a:pos x="connsiteX1" y="connsiteY1"/>
                </a:cxn>
                <a:cxn ang="0">
                  <a:pos x="connsiteX2" y="connsiteY2"/>
                </a:cxn>
                <a:cxn ang="0">
                  <a:pos x="connsiteX3" y="connsiteY3"/>
                </a:cxn>
              </a:cxnLst>
              <a:rect l="l" t="t" r="r" b="b"/>
              <a:pathLst>
                <a:path w="1957367" h="1728241">
                  <a:moveTo>
                    <a:pt x="0" y="440894"/>
                  </a:moveTo>
                  <a:cubicBezTo>
                    <a:pt x="355521" y="-41158"/>
                    <a:pt x="1034421" y="-143753"/>
                    <a:pt x="1516473" y="211768"/>
                  </a:cubicBezTo>
                  <a:cubicBezTo>
                    <a:pt x="1998525" y="567289"/>
                    <a:pt x="2101120" y="1246190"/>
                    <a:pt x="1745599" y="1728241"/>
                  </a:cubicBezTo>
                  <a:lnTo>
                    <a:pt x="0" y="440894"/>
                  </a:lnTo>
                  <a:close/>
                </a:path>
              </a:pathLst>
            </a:custGeom>
            <a:solidFill>
              <a:srgbClr val="DF7E9F"/>
            </a:solidFill>
            <a:ln w="6781" cap="flat">
              <a:noFill/>
              <a:prstDash val="solid"/>
              <a:miter/>
            </a:ln>
          </p:spPr>
          <p:txBody>
            <a:bodyPr rtlCol="0" anchor="ctr"/>
            <a:lstStyle/>
            <a:p>
              <a:endParaRPr lang="zh-CN" altLang="en-US"/>
            </a:p>
          </p:txBody>
        </p:sp>
        <p:sp>
          <p:nvSpPr>
            <p:cNvPr id="11" name="" descr="200fcf80-7595-4d24-8cec-c7cc5ce9aaab"/>
            <p:cNvSpPr/>
            <p:nvPr/>
          </p:nvSpPr>
          <p:spPr>
            <a:xfrm>
              <a:off x="9010620" y="3863027"/>
              <a:ext cx="1992490" cy="1992489"/>
            </a:xfrm>
            <a:custGeom>
              <a:gdLst>
                <a:gd name="connsiteX0" fmla="*/ 1992491 w 1992490"/>
                <a:gd name="connsiteY0" fmla="*/ 996245 h 1992489"/>
                <a:gd name="connsiteX1" fmla="*/ 996245 w 1992490"/>
                <a:gd name="connsiteY1" fmla="*/ 1992490 h 1992489"/>
                <a:gd name="connsiteX2" fmla="*/ 0 w 1992490"/>
                <a:gd name="connsiteY2" fmla="*/ 996245 h 1992489"/>
                <a:gd name="connsiteX3" fmla="*/ 996245 w 1992490"/>
                <a:gd name="connsiteY3" fmla="*/ 0 h 1992489"/>
                <a:gd name="connsiteX4" fmla="*/ 1992491 w 1992490"/>
                <a:gd name="connsiteY4" fmla="*/ 996245 h 19924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92490" h="1992489">
                  <a:moveTo>
                    <a:pt x="1992491" y="996245"/>
                  </a:moveTo>
                  <a:cubicBezTo>
                    <a:pt x="1992491" y="1546456"/>
                    <a:pt x="1546456" y="1992490"/>
                    <a:pt x="996245" y="1992490"/>
                  </a:cubicBezTo>
                  <a:cubicBezTo>
                    <a:pt x="446034" y="1992490"/>
                    <a:pt x="0" y="1546456"/>
                    <a:pt x="0" y="996245"/>
                  </a:cubicBezTo>
                  <a:cubicBezTo>
                    <a:pt x="0" y="446034"/>
                    <a:pt x="446034" y="0"/>
                    <a:pt x="996245" y="0"/>
                  </a:cubicBezTo>
                  <a:cubicBezTo>
                    <a:pt x="1546456" y="0"/>
                    <a:pt x="1992491" y="446034"/>
                    <a:pt x="1992491" y="996245"/>
                  </a:cubicBezTo>
                  <a:close/>
                </a:path>
              </a:pathLst>
            </a:custGeom>
            <a:solidFill>
              <a:srgbClr val="90CEF4"/>
            </a:solidFill>
            <a:ln w="6781" cap="flat">
              <a:noFill/>
              <a:prstDash val="solid"/>
              <a:miter/>
            </a:ln>
          </p:spPr>
          <p:txBody>
            <a:bodyPr rtlCol="0" anchor="ctr"/>
            <a:lstStyle/>
            <a:p>
              <a:endParaRPr lang="zh-CN" altLang="en-US"/>
            </a:p>
          </p:txBody>
        </p:sp>
        <p:sp>
          <p:nvSpPr>
            <p:cNvPr id="12" name="" descr="d5b32961-e98b-4660-9533-05a97880403d"/>
            <p:cNvSpPr/>
            <p:nvPr/>
          </p:nvSpPr>
          <p:spPr>
            <a:xfrm>
              <a:off x="9136269" y="768239"/>
              <a:ext cx="1992490" cy="1992489"/>
            </a:xfrm>
            <a:custGeom>
              <a:gdLst>
                <a:gd name="connsiteX0" fmla="*/ 1992490 w 1992490"/>
                <a:gd name="connsiteY0" fmla="*/ 996245 h 1992489"/>
                <a:gd name="connsiteX1" fmla="*/ 996244 w 1992490"/>
                <a:gd name="connsiteY1" fmla="*/ 1992490 h 1992489"/>
                <a:gd name="connsiteX2" fmla="*/ -1 w 1992490"/>
                <a:gd name="connsiteY2" fmla="*/ 996245 h 1992489"/>
                <a:gd name="connsiteX3" fmla="*/ 996244 w 1992490"/>
                <a:gd name="connsiteY3" fmla="*/ 0 h 1992489"/>
                <a:gd name="connsiteX4" fmla="*/ 1992490 w 1992490"/>
                <a:gd name="connsiteY4" fmla="*/ 996245 h 19924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92490" h="1992489">
                  <a:moveTo>
                    <a:pt x="1992490" y="996245"/>
                  </a:moveTo>
                  <a:cubicBezTo>
                    <a:pt x="1992490" y="1546456"/>
                    <a:pt x="1546456" y="1992490"/>
                    <a:pt x="996244" y="1992490"/>
                  </a:cubicBezTo>
                  <a:cubicBezTo>
                    <a:pt x="446033" y="1992490"/>
                    <a:pt x="-1" y="1546456"/>
                    <a:pt x="-1" y="996245"/>
                  </a:cubicBezTo>
                  <a:cubicBezTo>
                    <a:pt x="-1" y="446034"/>
                    <a:pt x="446033" y="0"/>
                    <a:pt x="996244" y="0"/>
                  </a:cubicBezTo>
                  <a:cubicBezTo>
                    <a:pt x="1546456" y="0"/>
                    <a:pt x="1992490" y="446034"/>
                    <a:pt x="1992490" y="996245"/>
                  </a:cubicBezTo>
                  <a:close/>
                </a:path>
              </a:pathLst>
            </a:custGeom>
            <a:solidFill>
              <a:srgbClr val="ABABF4"/>
            </a:solidFill>
            <a:ln w="6781" cap="flat">
              <a:noFill/>
              <a:prstDash val="solid"/>
              <a:miter/>
            </a:ln>
          </p:spPr>
          <p:txBody>
            <a:bodyPr rtlCol="0" anchor="ctr"/>
            <a:lstStyle/>
            <a:p>
              <a:endParaRPr lang="zh-CN" altLang="en-US"/>
            </a:p>
          </p:txBody>
        </p:sp>
        <p:grpSp>
          <p:nvGrpSpPr>
            <p:cNvPr id="15" name="" descr="7167355b-969c-40c2-b574-531f01e597d9"/>
            <p:cNvGrpSpPr/>
            <p:nvPr/>
          </p:nvGrpSpPr>
          <p:grpSpPr>
            <a:xfrm>
              <a:off x="6042092" y="2283763"/>
              <a:ext cx="1028521" cy="1028521"/>
              <a:chOff x="6042092" y="1967384"/>
              <a:chExt cx="1028521" cy="1028521"/>
            </a:xfrm>
          </p:grpSpPr>
          <p:grpSp>
            <p:nvGrpSpPr>
              <p:cNvPr id="16" name="" descr="05c3f707-38c5-4ab4-aedd-889a7c162291"/>
              <p:cNvGrpSpPr/>
              <p:nvPr/>
            </p:nvGrpSpPr>
            <p:grpSpPr>
              <a:xfrm>
                <a:off x="6042092" y="1967384"/>
                <a:ext cx="1028521" cy="1028521"/>
                <a:chOff x="6042092" y="1967384"/>
                <a:chExt cx="1028521" cy="1028521"/>
              </a:xfrm>
            </p:grpSpPr>
            <p:sp>
              <p:nvSpPr>
                <p:cNvPr id="19" name="" descr="5f5e00b7-c0bc-43f7-ac84-8a1e8ccd69fa"/>
                <p:cNvSpPr/>
                <p:nvPr/>
              </p:nvSpPr>
              <p:spPr>
                <a:xfrm>
                  <a:off x="6724789" y="2481645"/>
                  <a:ext cx="345824" cy="357554"/>
                </a:xfrm>
                <a:custGeom>
                  <a:gdLst>
                    <a:gd name="connsiteX0" fmla="*/ 66046 w 345824"/>
                    <a:gd name="connsiteY0" fmla="*/ 0 h 357554"/>
                    <a:gd name="connsiteX1" fmla="*/ 0 w 345824"/>
                    <a:gd name="connsiteY1" fmla="*/ 163012 h 357554"/>
                    <a:gd name="connsiteX2" fmla="*/ 200985 w 345824"/>
                    <a:gd name="connsiteY2" fmla="*/ 357555 h 357554"/>
                    <a:gd name="connsiteX3" fmla="*/ 345824 w 345824"/>
                    <a:gd name="connsiteY3" fmla="*/ 0 h 357554"/>
                    <a:gd name="connsiteX4" fmla="*/ 66046 w 345824"/>
                    <a:gd name="connsiteY4" fmla="*/ 0 h 357554"/>
                  </a:gdLst>
                  <a:cxnLst>
                    <a:cxn ang="0">
                      <a:pos x="connsiteX0" y="connsiteY0"/>
                    </a:cxn>
                    <a:cxn ang="0">
                      <a:pos x="connsiteX1" y="connsiteY1"/>
                    </a:cxn>
                    <a:cxn ang="0">
                      <a:pos x="connsiteX2" y="connsiteY2"/>
                    </a:cxn>
                    <a:cxn ang="0">
                      <a:pos x="connsiteX3" y="connsiteY3"/>
                    </a:cxn>
                    <a:cxn ang="0">
                      <a:pos x="connsiteX4" y="connsiteY4"/>
                    </a:cxn>
                  </a:cxnLst>
                  <a:rect l="l" t="t" r="r" b="b"/>
                  <a:pathLst>
                    <a:path w="345824" h="357554">
                      <a:moveTo>
                        <a:pt x="66046" y="0"/>
                      </a:moveTo>
                      <a:cubicBezTo>
                        <a:pt x="66046" y="63401"/>
                        <a:pt x="40889" y="120835"/>
                        <a:pt x="0" y="163012"/>
                      </a:cubicBezTo>
                      <a:lnTo>
                        <a:pt x="200985" y="357555"/>
                      </a:lnTo>
                      <a:cubicBezTo>
                        <a:pt x="290560" y="264996"/>
                        <a:pt x="345824" y="139008"/>
                        <a:pt x="345824" y="0"/>
                      </a:cubicBezTo>
                      <a:lnTo>
                        <a:pt x="66046" y="0"/>
                      </a:lnTo>
                      <a:close/>
                    </a:path>
                  </a:pathLst>
                </a:custGeom>
                <a:solidFill>
                  <a:srgbClr val="DF7E9F"/>
                </a:solidFill>
                <a:ln w="6781" cap="flat">
                  <a:noFill/>
                  <a:prstDash val="solid"/>
                  <a:miter/>
                </a:ln>
              </p:spPr>
              <p:txBody>
                <a:bodyPr rtlCol="0" anchor="ctr"/>
                <a:lstStyle/>
                <a:p>
                  <a:endParaRPr lang="zh-CN" altLang="en-US"/>
                </a:p>
              </p:txBody>
            </p:sp>
            <p:sp>
              <p:nvSpPr>
                <p:cNvPr id="20" name="" descr="8387c4c1-e278-45c4-982e-ed7b967fb057"/>
                <p:cNvSpPr/>
                <p:nvPr/>
              </p:nvSpPr>
              <p:spPr>
                <a:xfrm>
                  <a:off x="6556353" y="2644589"/>
                  <a:ext cx="369489" cy="351316"/>
                </a:xfrm>
                <a:custGeom>
                  <a:gdLst>
                    <a:gd name="connsiteX0" fmla="*/ 0 w 369489"/>
                    <a:gd name="connsiteY0" fmla="*/ 71538 h 351316"/>
                    <a:gd name="connsiteX1" fmla="*/ 0 w 369489"/>
                    <a:gd name="connsiteY1" fmla="*/ 351317 h 351316"/>
                    <a:gd name="connsiteX2" fmla="*/ 369489 w 369489"/>
                    <a:gd name="connsiteY2" fmla="*/ 194543 h 351316"/>
                    <a:gd name="connsiteX3" fmla="*/ 168504 w 369489"/>
                    <a:gd name="connsiteY3" fmla="*/ 0 h 351316"/>
                    <a:gd name="connsiteX4" fmla="*/ 0 w 369489"/>
                    <a:gd name="connsiteY4" fmla="*/ 71470 h 351316"/>
                  </a:gdLst>
                  <a:cxnLst>
                    <a:cxn ang="0">
                      <a:pos x="connsiteX0" y="connsiteY0"/>
                    </a:cxn>
                    <a:cxn ang="0">
                      <a:pos x="connsiteX1" y="connsiteY1"/>
                    </a:cxn>
                    <a:cxn ang="0">
                      <a:pos x="connsiteX2" y="connsiteY2"/>
                    </a:cxn>
                    <a:cxn ang="0">
                      <a:pos x="connsiteX3" y="connsiteY3"/>
                    </a:cxn>
                    <a:cxn ang="0">
                      <a:pos x="connsiteX4" y="connsiteY4"/>
                    </a:cxn>
                  </a:cxnLst>
                  <a:rect l="l" t="t" r="r" b="b"/>
                  <a:pathLst>
                    <a:path w="369489" h="351316">
                      <a:moveTo>
                        <a:pt x="0" y="71538"/>
                      </a:moveTo>
                      <a:lnTo>
                        <a:pt x="0" y="351317"/>
                      </a:lnTo>
                      <a:cubicBezTo>
                        <a:pt x="145043" y="351317"/>
                        <a:pt x="275981" y="291170"/>
                        <a:pt x="369489" y="194543"/>
                      </a:cubicBezTo>
                      <a:lnTo>
                        <a:pt x="168504" y="0"/>
                      </a:lnTo>
                      <a:cubicBezTo>
                        <a:pt x="125853" y="44076"/>
                        <a:pt x="66181" y="71470"/>
                        <a:pt x="0" y="71470"/>
                      </a:cubicBezTo>
                      <a:close/>
                    </a:path>
                  </a:pathLst>
                </a:custGeom>
                <a:solidFill>
                  <a:srgbClr val="95D4DF"/>
                </a:solidFill>
                <a:ln w="6781" cap="flat">
                  <a:noFill/>
                  <a:prstDash val="solid"/>
                  <a:miter/>
                </a:ln>
              </p:spPr>
              <p:txBody>
                <a:bodyPr rtlCol="0" anchor="ctr"/>
                <a:lstStyle/>
                <a:p>
                  <a:endParaRPr lang="zh-CN" altLang="en-US"/>
                </a:p>
              </p:txBody>
            </p:sp>
            <p:sp>
              <p:nvSpPr>
                <p:cNvPr id="21" name="" descr="cf8fbaba-27e0-447b-91a5-c5b142cb4a0c"/>
                <p:cNvSpPr/>
                <p:nvPr/>
              </p:nvSpPr>
              <p:spPr>
                <a:xfrm>
                  <a:off x="6042092" y="1967384"/>
                  <a:ext cx="514261" cy="1028521"/>
                </a:xfrm>
                <a:custGeom>
                  <a:gdLst>
                    <a:gd name="connsiteX0" fmla="*/ 279779 w 514261"/>
                    <a:gd name="connsiteY0" fmla="*/ 514261 h 1028521"/>
                    <a:gd name="connsiteX1" fmla="*/ 514261 w 514261"/>
                    <a:gd name="connsiteY1" fmla="*/ 279779 h 1028521"/>
                    <a:gd name="connsiteX2" fmla="*/ 514261 w 514261"/>
                    <a:gd name="connsiteY2" fmla="*/ 0 h 1028521"/>
                    <a:gd name="connsiteX3" fmla="*/ 0 w 514261"/>
                    <a:gd name="connsiteY3" fmla="*/ 514261 h 1028521"/>
                    <a:gd name="connsiteX4" fmla="*/ 514261 w 514261"/>
                    <a:gd name="connsiteY4" fmla="*/ 1028522 h 1028521"/>
                    <a:gd name="connsiteX5" fmla="*/ 514261 w 514261"/>
                    <a:gd name="connsiteY5" fmla="*/ 748743 h 1028521"/>
                    <a:gd name="connsiteX6" fmla="*/ 279779 w 514261"/>
                    <a:gd name="connsiteY6" fmla="*/ 514261 h 102852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261" h="1028521">
                      <a:moveTo>
                        <a:pt x="279779" y="514261"/>
                      </a:moveTo>
                      <a:cubicBezTo>
                        <a:pt x="279779" y="384746"/>
                        <a:pt x="384746" y="279779"/>
                        <a:pt x="514261" y="279779"/>
                      </a:cubicBezTo>
                      <a:lnTo>
                        <a:pt x="514261" y="0"/>
                      </a:lnTo>
                      <a:cubicBezTo>
                        <a:pt x="230211" y="0"/>
                        <a:pt x="0" y="230278"/>
                        <a:pt x="0" y="514261"/>
                      </a:cubicBezTo>
                      <a:cubicBezTo>
                        <a:pt x="0" y="798244"/>
                        <a:pt x="230278" y="1028522"/>
                        <a:pt x="514261" y="1028522"/>
                      </a:cubicBezTo>
                      <a:lnTo>
                        <a:pt x="514261" y="748743"/>
                      </a:lnTo>
                      <a:cubicBezTo>
                        <a:pt x="384746" y="748743"/>
                        <a:pt x="279779" y="643776"/>
                        <a:pt x="279779" y="514261"/>
                      </a:cubicBezTo>
                      <a:close/>
                    </a:path>
                  </a:pathLst>
                </a:custGeom>
                <a:solidFill>
                  <a:srgbClr val="7162EF"/>
                </a:solidFill>
                <a:ln w="6781" cap="flat">
                  <a:noFill/>
                  <a:prstDash val="solid"/>
                  <a:miter/>
                </a:ln>
              </p:spPr>
              <p:txBody>
                <a:bodyPr rtlCol="0" anchor="ctr"/>
                <a:lstStyle/>
                <a:p>
                  <a:endParaRPr lang="zh-CN" altLang="en-US"/>
                </a:p>
              </p:txBody>
            </p:sp>
            <p:sp>
              <p:nvSpPr>
                <p:cNvPr id="22" name="" descr="7b1122c8-2e6d-49c2-9198-5d8a10aeec8c"/>
                <p:cNvSpPr/>
                <p:nvPr/>
              </p:nvSpPr>
              <p:spPr>
                <a:xfrm>
                  <a:off x="6556353" y="1967384"/>
                  <a:ext cx="514260" cy="514261"/>
                </a:xfrm>
                <a:custGeom>
                  <a:gdLst>
                    <a:gd name="connsiteX0" fmla="*/ 234482 w 514260"/>
                    <a:gd name="connsiteY0" fmla="*/ 514261 h 514261"/>
                    <a:gd name="connsiteX1" fmla="*/ 514261 w 514260"/>
                    <a:gd name="connsiteY1" fmla="*/ 514261 h 514261"/>
                    <a:gd name="connsiteX2" fmla="*/ 0 w 514260"/>
                    <a:gd name="connsiteY2" fmla="*/ 0 h 514261"/>
                    <a:gd name="connsiteX3" fmla="*/ 0 w 514260"/>
                    <a:gd name="connsiteY3" fmla="*/ 279779 h 514261"/>
                    <a:gd name="connsiteX4" fmla="*/ 234482 w 514260"/>
                    <a:gd name="connsiteY4" fmla="*/ 514261 h 514261"/>
                  </a:gdLst>
                  <a:cxnLst>
                    <a:cxn ang="0">
                      <a:pos x="connsiteX0" y="connsiteY0"/>
                    </a:cxn>
                    <a:cxn ang="0">
                      <a:pos x="connsiteX1" y="connsiteY1"/>
                    </a:cxn>
                    <a:cxn ang="0">
                      <a:pos x="connsiteX2" y="connsiteY2"/>
                    </a:cxn>
                    <a:cxn ang="0">
                      <a:pos x="connsiteX3" y="connsiteY3"/>
                    </a:cxn>
                    <a:cxn ang="0">
                      <a:pos x="connsiteX4" y="connsiteY4"/>
                    </a:cxn>
                  </a:cxnLst>
                  <a:rect l="l" t="t" r="r" b="b"/>
                  <a:pathLst>
                    <a:path w="514260" h="514261">
                      <a:moveTo>
                        <a:pt x="234482" y="514261"/>
                      </a:moveTo>
                      <a:lnTo>
                        <a:pt x="514261" y="514261"/>
                      </a:lnTo>
                      <a:cubicBezTo>
                        <a:pt x="514261" y="230210"/>
                        <a:pt x="283983" y="0"/>
                        <a:pt x="0" y="0"/>
                      </a:cubicBezTo>
                      <a:lnTo>
                        <a:pt x="0" y="279779"/>
                      </a:lnTo>
                      <a:cubicBezTo>
                        <a:pt x="129514" y="279779"/>
                        <a:pt x="234482" y="384746"/>
                        <a:pt x="234482" y="514261"/>
                      </a:cubicBezTo>
                      <a:close/>
                    </a:path>
                  </a:pathLst>
                </a:custGeom>
                <a:solidFill>
                  <a:srgbClr val="F9B65D"/>
                </a:solidFill>
                <a:ln w="6781" cap="flat">
                  <a:noFill/>
                  <a:prstDash val="solid"/>
                  <a:miter/>
                </a:ln>
              </p:spPr>
              <p:txBody>
                <a:bodyPr rtlCol="0" anchor="ctr"/>
                <a:lstStyle/>
                <a:p>
                  <a:endParaRPr lang="zh-CN" altLang="en-US"/>
                </a:p>
              </p:txBody>
            </p:sp>
          </p:grpSp>
          <p:sp>
            <p:nvSpPr>
              <p:cNvPr id="23" name="" descr="7ad9ade8-68ef-4673-938f-8b4cafa43aaa"/>
              <p:cNvSpPr/>
              <p:nvPr/>
            </p:nvSpPr>
            <p:spPr>
              <a:xfrm rot="-748801">
                <a:off x="6147138" y="2072430"/>
                <a:ext cx="818450" cy="818450"/>
              </a:xfrm>
              <a:custGeom>
                <a:gdLst>
                  <a:gd name="connsiteX0" fmla="*/ 818450 w 818450"/>
                  <a:gd name="connsiteY0" fmla="*/ 409225 h 818450"/>
                  <a:gd name="connsiteX1" fmla="*/ 409225 w 818450"/>
                  <a:gd name="connsiteY1" fmla="*/ 818450 h 818450"/>
                  <a:gd name="connsiteX2" fmla="*/ 0 w 818450"/>
                  <a:gd name="connsiteY2" fmla="*/ 409225 h 818450"/>
                  <a:gd name="connsiteX3" fmla="*/ 409225 w 818450"/>
                  <a:gd name="connsiteY3" fmla="*/ 0 h 818450"/>
                  <a:gd name="connsiteX4" fmla="*/ 818450 w 818450"/>
                  <a:gd name="connsiteY4" fmla="*/ 409225 h 818450"/>
                </a:gdLst>
                <a:cxnLst>
                  <a:cxn ang="0">
                    <a:pos x="connsiteX0" y="connsiteY0"/>
                  </a:cxn>
                  <a:cxn ang="0">
                    <a:pos x="connsiteX1" y="connsiteY1"/>
                  </a:cxn>
                  <a:cxn ang="0">
                    <a:pos x="connsiteX2" y="connsiteY2"/>
                  </a:cxn>
                  <a:cxn ang="0">
                    <a:pos x="connsiteX3" y="connsiteY3"/>
                  </a:cxn>
                  <a:cxn ang="0">
                    <a:pos x="connsiteX4" y="connsiteY4"/>
                  </a:cxn>
                </a:cxnLst>
                <a:rect l="l" t="t" r="r" b="b"/>
                <a:pathLst>
                  <a:path w="818450" h="818450">
                    <a:moveTo>
                      <a:pt x="818450" y="409225"/>
                    </a:moveTo>
                    <a:cubicBezTo>
                      <a:pt x="818450" y="635234"/>
                      <a:pt x="635234" y="818450"/>
                      <a:pt x="409225" y="818450"/>
                    </a:cubicBezTo>
                    <a:cubicBezTo>
                      <a:pt x="183216" y="818450"/>
                      <a:pt x="0" y="635234"/>
                      <a:pt x="0" y="409225"/>
                    </a:cubicBezTo>
                    <a:cubicBezTo>
                      <a:pt x="0" y="183216"/>
                      <a:pt x="183216" y="0"/>
                      <a:pt x="409225" y="0"/>
                    </a:cubicBezTo>
                    <a:cubicBezTo>
                      <a:pt x="635234" y="0"/>
                      <a:pt x="818450" y="183216"/>
                      <a:pt x="818450" y="409225"/>
                    </a:cubicBezTo>
                    <a:close/>
                  </a:path>
                </a:pathLst>
              </a:custGeom>
              <a:noFill/>
              <a:ln w="13562" cap="flat">
                <a:solidFill>
                  <a:srgbClr val="3D436C"/>
                </a:solidFill>
                <a:prstDash val="solid"/>
                <a:miter/>
              </a:ln>
            </p:spPr>
            <p:txBody>
              <a:bodyPr rtlCol="0" anchor="ctr"/>
              <a:lstStyle/>
              <a:p>
                <a:endParaRPr lang="zh-CN" altLang="en-US"/>
              </a:p>
            </p:txBody>
          </p:sp>
        </p:grpSp>
        <p:grpSp>
          <p:nvGrpSpPr>
            <p:cNvPr id="24" name="" descr="65e3493e-0fd8-4211-a999-6d38188f3866"/>
            <p:cNvGrpSpPr/>
            <p:nvPr/>
          </p:nvGrpSpPr>
          <p:grpSpPr>
            <a:xfrm>
              <a:off x="5243648" y="3978964"/>
              <a:ext cx="922984" cy="228198"/>
              <a:chOff x="5243648" y="3662585"/>
              <a:chExt cx="922984" cy="228198"/>
            </a:xfrm>
            <a:solidFill>
              <a:srgbClr val="F9B65D"/>
            </a:solidFill>
          </p:grpSpPr>
          <p:sp>
            <p:nvSpPr>
              <p:cNvPr id="25" name="" descr="ce846b4e-9385-41f6-a021-36b05013db2b"/>
              <p:cNvSpPr/>
              <p:nvPr/>
            </p:nvSpPr>
            <p:spPr>
              <a:xfrm rot="464400">
                <a:off x="5246584" y="3723861"/>
                <a:ext cx="917111" cy="105645"/>
              </a:xfrm>
              <a:custGeom>
                <a:gdLst>
                  <a:gd name="connsiteX0" fmla="*/ 0 w 917111"/>
                  <a:gd name="connsiteY0" fmla="*/ 0 h 105645"/>
                  <a:gd name="connsiteX1" fmla="*/ 917112 w 917111"/>
                  <a:gd name="connsiteY1" fmla="*/ 0 h 105645"/>
                  <a:gd name="connsiteX2" fmla="*/ 917112 w 917111"/>
                  <a:gd name="connsiteY2" fmla="*/ 105646 h 105645"/>
                  <a:gd name="connsiteX3" fmla="*/ 0 w 917111"/>
                  <a:gd name="connsiteY3" fmla="*/ 105646 h 105645"/>
                </a:gdLst>
                <a:cxnLst>
                  <a:cxn ang="0">
                    <a:pos x="connsiteX0" y="connsiteY0"/>
                  </a:cxn>
                  <a:cxn ang="0">
                    <a:pos x="connsiteX1" y="connsiteY1"/>
                  </a:cxn>
                  <a:cxn ang="0">
                    <a:pos x="connsiteX2" y="connsiteY2"/>
                  </a:cxn>
                  <a:cxn ang="0">
                    <a:pos x="connsiteX3" y="connsiteY3"/>
                  </a:cxn>
                </a:cxnLst>
                <a:rect l="l" t="t" r="r" b="b"/>
                <a:pathLst>
                  <a:path w="917111" h="105645">
                    <a:moveTo>
                      <a:pt x="0" y="0"/>
                    </a:moveTo>
                    <a:lnTo>
                      <a:pt x="917112" y="0"/>
                    </a:lnTo>
                    <a:lnTo>
                      <a:pt x="917112" y="105646"/>
                    </a:lnTo>
                    <a:lnTo>
                      <a:pt x="0" y="105646"/>
                    </a:lnTo>
                    <a:close/>
                  </a:path>
                </a:pathLst>
              </a:custGeom>
              <a:solidFill>
                <a:srgbClr val="F9B65D"/>
              </a:solidFill>
              <a:ln w="6781" cap="flat">
                <a:noFill/>
                <a:prstDash val="solid"/>
                <a:miter/>
              </a:ln>
            </p:spPr>
            <p:txBody>
              <a:bodyPr rtlCol="0" anchor="ctr"/>
              <a:lstStyle/>
              <a:p>
                <a:endParaRPr lang="zh-CN" altLang="en-US"/>
              </a:p>
            </p:txBody>
          </p:sp>
          <p:grpSp>
            <p:nvGrpSpPr>
              <p:cNvPr id="26" name="" descr="042554b8-78bf-48c6-9261-318e94eadf55"/>
              <p:cNvGrpSpPr/>
              <p:nvPr/>
            </p:nvGrpSpPr>
            <p:grpSpPr>
              <a:xfrm>
                <a:off x="5339933" y="3707422"/>
                <a:ext cx="726163" cy="170131"/>
                <a:chOff x="5339933" y="3707422"/>
                <a:chExt cx="726163" cy="170131"/>
              </a:xfrm>
            </p:grpSpPr>
            <p:sp>
              <p:nvSpPr>
                <p:cNvPr id="27" name="" descr="e8809461-84f6-4a8b-a815-e4e905b77af6"/>
                <p:cNvSpPr/>
                <p:nvPr/>
              </p:nvSpPr>
              <p:spPr>
                <a:xfrm>
                  <a:off x="5339933" y="3707422"/>
                  <a:ext cx="9832" cy="72826"/>
                </a:xfrm>
                <a:custGeom>
                  <a:gdLst>
                    <a:gd name="connsiteX0" fmla="*/ 9832 w 9832"/>
                    <a:gd name="connsiteY0" fmla="*/ 0 h 72826"/>
                    <a:gd name="connsiteX1" fmla="*/ 0 w 9832"/>
                    <a:gd name="connsiteY1" fmla="*/ 72826 h 72826"/>
                  </a:gdLst>
                  <a:cxnLst>
                    <a:cxn ang="0">
                      <a:pos x="connsiteX0" y="connsiteY0"/>
                    </a:cxn>
                    <a:cxn ang="0">
                      <a:pos x="connsiteX1" y="connsiteY1"/>
                    </a:cxn>
                  </a:cxnLst>
                  <a:rect l="l" t="t" r="r" b="b"/>
                  <a:pathLst>
                    <a:path w="9832" h="72826">
                      <a:moveTo>
                        <a:pt x="9832" y="0"/>
                      </a:moveTo>
                      <a:lnTo>
                        <a:pt x="0" y="72826"/>
                      </a:lnTo>
                    </a:path>
                  </a:pathLst>
                </a:custGeom>
                <a:ln w="13562" cap="flat">
                  <a:solidFill>
                    <a:srgbClr val="3D436C"/>
                  </a:solidFill>
                  <a:prstDash val="solid"/>
                  <a:miter/>
                </a:ln>
              </p:spPr>
              <p:txBody>
                <a:bodyPr rtlCol="0" anchor="ctr"/>
                <a:lstStyle/>
                <a:p>
                  <a:endParaRPr lang="zh-CN" altLang="en-US"/>
                </a:p>
              </p:txBody>
            </p:sp>
            <p:sp>
              <p:nvSpPr>
                <p:cNvPr id="28" name="" descr="f3568ad3-a6ae-40c1-b0f2-29f021cd4d8f"/>
                <p:cNvSpPr/>
                <p:nvPr/>
              </p:nvSpPr>
              <p:spPr>
                <a:xfrm>
                  <a:off x="5483145" y="3726883"/>
                  <a:ext cx="9900" cy="72826"/>
                </a:xfrm>
                <a:custGeom>
                  <a:gdLst>
                    <a:gd name="connsiteX0" fmla="*/ 9900 w 9900"/>
                    <a:gd name="connsiteY0" fmla="*/ 0 h 72826"/>
                    <a:gd name="connsiteX1" fmla="*/ 0 w 9900"/>
                    <a:gd name="connsiteY1" fmla="*/ 72826 h 72826"/>
                  </a:gdLst>
                  <a:cxnLst>
                    <a:cxn ang="0">
                      <a:pos x="connsiteX0" y="connsiteY0"/>
                    </a:cxn>
                    <a:cxn ang="0">
                      <a:pos x="connsiteX1" y="connsiteY1"/>
                    </a:cxn>
                  </a:cxnLst>
                  <a:rect l="l" t="t" r="r" b="b"/>
                  <a:pathLst>
                    <a:path w="9900" h="72826">
                      <a:moveTo>
                        <a:pt x="9900" y="0"/>
                      </a:moveTo>
                      <a:lnTo>
                        <a:pt x="0" y="72826"/>
                      </a:lnTo>
                    </a:path>
                  </a:pathLst>
                </a:custGeom>
                <a:ln w="13562" cap="flat">
                  <a:solidFill>
                    <a:srgbClr val="3D436C"/>
                  </a:solidFill>
                  <a:prstDash val="solid"/>
                  <a:miter/>
                </a:ln>
              </p:spPr>
              <p:txBody>
                <a:bodyPr rtlCol="0" anchor="ctr"/>
                <a:lstStyle/>
                <a:p>
                  <a:endParaRPr lang="zh-CN" altLang="en-US"/>
                </a:p>
              </p:txBody>
            </p:sp>
            <p:sp>
              <p:nvSpPr>
                <p:cNvPr id="29" name="" descr="deda2d3d-61ce-43b7-a938-8e34250bb169"/>
                <p:cNvSpPr/>
                <p:nvPr/>
              </p:nvSpPr>
              <p:spPr>
                <a:xfrm>
                  <a:off x="5626424" y="3746344"/>
                  <a:ext cx="9900" cy="72826"/>
                </a:xfrm>
                <a:custGeom>
                  <a:gdLst>
                    <a:gd name="connsiteX0" fmla="*/ 9900 w 9900"/>
                    <a:gd name="connsiteY0" fmla="*/ 0 h 72826"/>
                    <a:gd name="connsiteX1" fmla="*/ 0 w 9900"/>
                    <a:gd name="connsiteY1" fmla="*/ 72826 h 72826"/>
                  </a:gdLst>
                  <a:cxnLst>
                    <a:cxn ang="0">
                      <a:pos x="connsiteX0" y="connsiteY0"/>
                    </a:cxn>
                    <a:cxn ang="0">
                      <a:pos x="connsiteX1" y="connsiteY1"/>
                    </a:cxn>
                  </a:cxnLst>
                  <a:rect l="l" t="t" r="r" b="b"/>
                  <a:pathLst>
                    <a:path w="9900" h="72826">
                      <a:moveTo>
                        <a:pt x="9900" y="0"/>
                      </a:moveTo>
                      <a:lnTo>
                        <a:pt x="0" y="72826"/>
                      </a:lnTo>
                    </a:path>
                  </a:pathLst>
                </a:custGeom>
                <a:ln w="13562" cap="flat">
                  <a:solidFill>
                    <a:srgbClr val="3D436C"/>
                  </a:solidFill>
                  <a:prstDash val="solid"/>
                  <a:miter/>
                </a:ln>
              </p:spPr>
              <p:txBody>
                <a:bodyPr rtlCol="0" anchor="ctr"/>
                <a:lstStyle/>
                <a:p>
                  <a:endParaRPr lang="zh-CN" altLang="en-US"/>
                </a:p>
              </p:txBody>
            </p:sp>
            <p:sp>
              <p:nvSpPr>
                <p:cNvPr id="30" name="" descr="65f536db-f30a-47d2-a319-9856788db848"/>
                <p:cNvSpPr/>
                <p:nvPr/>
              </p:nvSpPr>
              <p:spPr>
                <a:xfrm>
                  <a:off x="5769704" y="3765805"/>
                  <a:ext cx="9832" cy="72826"/>
                </a:xfrm>
                <a:custGeom>
                  <a:gdLst>
                    <a:gd name="connsiteX0" fmla="*/ 9832 w 9832"/>
                    <a:gd name="connsiteY0" fmla="*/ 0 h 72826"/>
                    <a:gd name="connsiteX1" fmla="*/ 0 w 9832"/>
                    <a:gd name="connsiteY1" fmla="*/ 72826 h 72826"/>
                  </a:gdLst>
                  <a:cxnLst>
                    <a:cxn ang="0">
                      <a:pos x="connsiteX0" y="connsiteY0"/>
                    </a:cxn>
                    <a:cxn ang="0">
                      <a:pos x="connsiteX1" y="connsiteY1"/>
                    </a:cxn>
                  </a:cxnLst>
                  <a:rect l="l" t="t" r="r" b="b"/>
                  <a:pathLst>
                    <a:path w="9832" h="72826">
                      <a:moveTo>
                        <a:pt x="9832" y="0"/>
                      </a:moveTo>
                      <a:lnTo>
                        <a:pt x="0" y="72826"/>
                      </a:lnTo>
                    </a:path>
                  </a:pathLst>
                </a:custGeom>
                <a:ln w="13562" cap="flat">
                  <a:solidFill>
                    <a:srgbClr val="3D436C"/>
                  </a:solidFill>
                  <a:prstDash val="solid"/>
                  <a:miter/>
                </a:ln>
              </p:spPr>
              <p:txBody>
                <a:bodyPr rtlCol="0" anchor="ctr"/>
                <a:lstStyle/>
                <a:p>
                  <a:endParaRPr lang="zh-CN" altLang="en-US"/>
                </a:p>
              </p:txBody>
            </p:sp>
            <p:sp>
              <p:nvSpPr>
                <p:cNvPr id="31" name="" descr="c0037ee8-9e50-4d90-9917-0472c000a4f1"/>
                <p:cNvSpPr/>
                <p:nvPr/>
              </p:nvSpPr>
              <p:spPr>
                <a:xfrm>
                  <a:off x="5912916" y="3785266"/>
                  <a:ext cx="9900" cy="72826"/>
                </a:xfrm>
                <a:custGeom>
                  <a:gdLst>
                    <a:gd name="connsiteX0" fmla="*/ 9900 w 9900"/>
                    <a:gd name="connsiteY0" fmla="*/ 0 h 72826"/>
                    <a:gd name="connsiteX1" fmla="*/ 0 w 9900"/>
                    <a:gd name="connsiteY1" fmla="*/ 72827 h 72826"/>
                  </a:gdLst>
                  <a:cxnLst>
                    <a:cxn ang="0">
                      <a:pos x="connsiteX0" y="connsiteY0"/>
                    </a:cxn>
                    <a:cxn ang="0">
                      <a:pos x="connsiteX1" y="connsiteY1"/>
                    </a:cxn>
                  </a:cxnLst>
                  <a:rect l="l" t="t" r="r" b="b"/>
                  <a:pathLst>
                    <a:path w="9900" h="72826">
                      <a:moveTo>
                        <a:pt x="9900" y="0"/>
                      </a:moveTo>
                      <a:lnTo>
                        <a:pt x="0" y="72827"/>
                      </a:lnTo>
                    </a:path>
                  </a:pathLst>
                </a:custGeom>
                <a:ln w="13562" cap="flat">
                  <a:solidFill>
                    <a:srgbClr val="3D436C"/>
                  </a:solidFill>
                  <a:prstDash val="solid"/>
                  <a:miter/>
                </a:ln>
              </p:spPr>
              <p:txBody>
                <a:bodyPr rtlCol="0" anchor="ctr"/>
                <a:lstStyle/>
                <a:p>
                  <a:endParaRPr lang="zh-CN" altLang="en-US"/>
                </a:p>
              </p:txBody>
            </p:sp>
            <p:sp>
              <p:nvSpPr>
                <p:cNvPr id="32" name="" descr="eb757199-d361-4ac5-adc7-cf7decd90a6a"/>
                <p:cNvSpPr/>
                <p:nvPr/>
              </p:nvSpPr>
              <p:spPr>
                <a:xfrm>
                  <a:off x="6056196" y="3804795"/>
                  <a:ext cx="9900" cy="72758"/>
                </a:xfrm>
                <a:custGeom>
                  <a:gdLst>
                    <a:gd name="connsiteX0" fmla="*/ 9900 w 9900"/>
                    <a:gd name="connsiteY0" fmla="*/ 0 h 72758"/>
                    <a:gd name="connsiteX1" fmla="*/ 0 w 9900"/>
                    <a:gd name="connsiteY1" fmla="*/ 72759 h 72758"/>
                  </a:gdLst>
                  <a:cxnLst>
                    <a:cxn ang="0">
                      <a:pos x="connsiteX0" y="connsiteY0"/>
                    </a:cxn>
                    <a:cxn ang="0">
                      <a:pos x="connsiteX1" y="connsiteY1"/>
                    </a:cxn>
                  </a:cxnLst>
                  <a:rect l="l" t="t" r="r" b="b"/>
                  <a:pathLst>
                    <a:path w="9900" h="72758">
                      <a:moveTo>
                        <a:pt x="9900" y="0"/>
                      </a:moveTo>
                      <a:lnTo>
                        <a:pt x="0" y="72759"/>
                      </a:lnTo>
                    </a:path>
                  </a:pathLst>
                </a:custGeom>
                <a:ln w="13562" cap="flat">
                  <a:solidFill>
                    <a:srgbClr val="3D436C"/>
                  </a:solidFill>
                  <a:prstDash val="solid"/>
                  <a:miter/>
                </a:ln>
              </p:spPr>
              <p:txBody>
                <a:bodyPr rtlCol="0" anchor="ctr"/>
                <a:lstStyle/>
                <a:p>
                  <a:endParaRPr lang="zh-CN" altLang="en-US"/>
                </a:p>
              </p:txBody>
            </p:sp>
          </p:grpSp>
          <p:sp>
            <p:nvSpPr>
              <p:cNvPr id="33" name="" descr="b4708d20-e21a-43ae-b3ba-982103b2b7be"/>
              <p:cNvSpPr/>
              <p:nvPr/>
            </p:nvSpPr>
            <p:spPr>
              <a:xfrm>
                <a:off x="5253545" y="3694335"/>
                <a:ext cx="908771" cy="123479"/>
              </a:xfrm>
              <a:custGeom>
                <a:gdLst>
                  <a:gd name="connsiteX0" fmla="*/ 0 w 908771"/>
                  <a:gd name="connsiteY0" fmla="*/ 0 h 123479"/>
                  <a:gd name="connsiteX1" fmla="*/ 908772 w 908771"/>
                  <a:gd name="connsiteY1" fmla="*/ 123480 h 123479"/>
                </a:gdLst>
                <a:cxnLst>
                  <a:cxn ang="0">
                    <a:pos x="connsiteX0" y="connsiteY0"/>
                  </a:cxn>
                  <a:cxn ang="0">
                    <a:pos x="connsiteX1" y="connsiteY1"/>
                  </a:cxn>
                </a:cxnLst>
                <a:rect l="l" t="t" r="r" b="b"/>
                <a:pathLst>
                  <a:path w="908771" h="123479">
                    <a:moveTo>
                      <a:pt x="0" y="0"/>
                    </a:moveTo>
                    <a:lnTo>
                      <a:pt x="908772" y="123480"/>
                    </a:lnTo>
                  </a:path>
                </a:pathLst>
              </a:custGeom>
              <a:ln w="13562" cap="flat">
                <a:solidFill>
                  <a:srgbClr val="3D436C"/>
                </a:solidFill>
                <a:prstDash val="solid"/>
                <a:miter/>
              </a:ln>
            </p:spPr>
            <p:txBody>
              <a:bodyPr rtlCol="0" anchor="ctr"/>
              <a:lstStyle/>
              <a:p>
                <a:endParaRPr lang="zh-CN" altLang="en-US"/>
              </a:p>
            </p:txBody>
          </p:sp>
        </p:grpSp>
        <p:grpSp>
          <p:nvGrpSpPr>
            <p:cNvPr id="34" name="" descr="3dc5a819-d890-4526-8aca-cfe6da08739f"/>
            <p:cNvGrpSpPr/>
            <p:nvPr/>
          </p:nvGrpSpPr>
          <p:grpSpPr>
            <a:xfrm>
              <a:off x="7301299" y="996415"/>
              <a:ext cx="1879724" cy="1189906"/>
              <a:chOff x="7301299" y="680036"/>
              <a:chExt cx="1879724" cy="1189906"/>
            </a:xfrm>
          </p:grpSpPr>
          <p:sp>
            <p:nvSpPr>
              <p:cNvPr id="35" name="" descr="3b1cddec-e766-4150-9147-4079542761ce"/>
              <p:cNvSpPr/>
              <p:nvPr/>
            </p:nvSpPr>
            <p:spPr>
              <a:xfrm>
                <a:off x="7301299" y="680036"/>
                <a:ext cx="1879724" cy="1189906"/>
              </a:xfrm>
              <a:custGeom>
                <a:gdLst>
                  <a:gd name="connsiteX0" fmla="*/ 1879724 w 1879724"/>
                  <a:gd name="connsiteY0" fmla="*/ 447605 h 1189906"/>
                  <a:gd name="connsiteX1" fmla="*/ 1337866 w 1879724"/>
                  <a:gd name="connsiteY1" fmla="*/ 263572 h 1189906"/>
                  <a:gd name="connsiteX2" fmla="*/ 771120 w 1879724"/>
                  <a:gd name="connsiteY2" fmla="*/ 184033 h 1189906"/>
                  <a:gd name="connsiteX3" fmla="*/ 229262 w 1879724"/>
                  <a:gd name="connsiteY3" fmla="*/ 0 h 1189906"/>
                  <a:gd name="connsiteX4" fmla="*/ 0 w 1879724"/>
                  <a:gd name="connsiteY4" fmla="*/ 742302 h 1189906"/>
                  <a:gd name="connsiteX5" fmla="*/ 541859 w 1879724"/>
                  <a:gd name="connsiteY5" fmla="*/ 926334 h 1189906"/>
                  <a:gd name="connsiteX6" fmla="*/ 1108604 w 1879724"/>
                  <a:gd name="connsiteY6" fmla="*/ 1005874 h 1189906"/>
                  <a:gd name="connsiteX7" fmla="*/ 1650463 w 1879724"/>
                  <a:gd name="connsiteY7" fmla="*/ 1189907 h 1189906"/>
                  <a:gd name="connsiteX8" fmla="*/ 1879724 w 1879724"/>
                  <a:gd name="connsiteY8" fmla="*/ 447605 h 118990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724" h="1189906">
                    <a:moveTo>
                      <a:pt x="1879724" y="447605"/>
                    </a:moveTo>
                    <a:cubicBezTo>
                      <a:pt x="1602590" y="381695"/>
                      <a:pt x="1615000" y="329482"/>
                      <a:pt x="1337866" y="263572"/>
                    </a:cubicBezTo>
                    <a:cubicBezTo>
                      <a:pt x="1060732" y="197662"/>
                      <a:pt x="1048322" y="249943"/>
                      <a:pt x="771120" y="184033"/>
                    </a:cubicBezTo>
                    <a:cubicBezTo>
                      <a:pt x="493986" y="118123"/>
                      <a:pt x="506396" y="65910"/>
                      <a:pt x="229262" y="0"/>
                    </a:cubicBezTo>
                    <a:lnTo>
                      <a:pt x="0" y="742302"/>
                    </a:lnTo>
                    <a:cubicBezTo>
                      <a:pt x="277134" y="808212"/>
                      <a:pt x="264725" y="860424"/>
                      <a:pt x="541859" y="926334"/>
                    </a:cubicBezTo>
                    <a:cubicBezTo>
                      <a:pt x="818993" y="992244"/>
                      <a:pt x="831402" y="939964"/>
                      <a:pt x="1108604" y="1005874"/>
                    </a:cubicBezTo>
                    <a:cubicBezTo>
                      <a:pt x="1385738" y="1071784"/>
                      <a:pt x="1373329" y="1123997"/>
                      <a:pt x="1650463" y="1189907"/>
                    </a:cubicBezTo>
                    <a:lnTo>
                      <a:pt x="1879724" y="447605"/>
                    </a:lnTo>
                    <a:close/>
                  </a:path>
                </a:pathLst>
              </a:custGeom>
              <a:solidFill>
                <a:srgbClr val="95D4DF"/>
              </a:solidFill>
              <a:ln w="6781" cap="flat">
                <a:noFill/>
                <a:prstDash val="solid"/>
                <a:miter/>
              </a:ln>
            </p:spPr>
            <p:txBody>
              <a:bodyPr rtlCol="0" anchor="ctr"/>
              <a:lstStyle/>
              <a:p>
                <a:endParaRPr lang="zh-CN" altLang="en-US"/>
              </a:p>
            </p:txBody>
          </p:sp>
          <p:sp>
            <p:nvSpPr>
              <p:cNvPr id="36" name="" descr="581469fb-43d7-4242-9ccd-954ec5deb5f9"/>
              <p:cNvSpPr/>
              <p:nvPr/>
            </p:nvSpPr>
            <p:spPr>
              <a:xfrm>
                <a:off x="7827630" y="858034"/>
                <a:ext cx="219903" cy="744403"/>
              </a:xfrm>
              <a:custGeom>
                <a:gdLst>
                  <a:gd name="connsiteX0" fmla="*/ 219904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4" y="0"/>
                    </a:moveTo>
                    <a:lnTo>
                      <a:pt x="0" y="744404"/>
                    </a:lnTo>
                  </a:path>
                </a:pathLst>
              </a:custGeom>
              <a:ln w="13562" cap="flat">
                <a:solidFill>
                  <a:srgbClr val="C5FAFF"/>
                </a:solidFill>
                <a:prstDash val="solid"/>
                <a:miter/>
              </a:ln>
            </p:spPr>
            <p:txBody>
              <a:bodyPr rtlCol="0" anchor="ctr"/>
              <a:lstStyle/>
              <a:p>
                <a:endParaRPr lang="zh-CN" altLang="en-US"/>
              </a:p>
            </p:txBody>
          </p:sp>
          <p:sp>
            <p:nvSpPr>
              <p:cNvPr id="37" name="" descr="57b49510-2d2d-4712-8dee-1a04a140dd7b"/>
              <p:cNvSpPr/>
              <p:nvPr/>
            </p:nvSpPr>
            <p:spPr>
              <a:xfrm>
                <a:off x="7759957" y="841963"/>
                <a:ext cx="219903" cy="744403"/>
              </a:xfrm>
              <a:custGeom>
                <a:gdLst>
                  <a:gd name="connsiteX0" fmla="*/ 219903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3" y="0"/>
                    </a:moveTo>
                    <a:lnTo>
                      <a:pt x="0" y="744404"/>
                    </a:lnTo>
                  </a:path>
                </a:pathLst>
              </a:custGeom>
              <a:ln w="13562" cap="flat">
                <a:solidFill>
                  <a:srgbClr val="C5FAFF"/>
                </a:solidFill>
                <a:prstDash val="solid"/>
                <a:miter/>
              </a:ln>
            </p:spPr>
            <p:txBody>
              <a:bodyPr rtlCol="0" anchor="ctr"/>
              <a:lstStyle/>
              <a:p>
                <a:endParaRPr lang="zh-CN" altLang="en-US"/>
              </a:p>
            </p:txBody>
          </p:sp>
          <p:sp>
            <p:nvSpPr>
              <p:cNvPr id="38" name="" descr="08991502-fb49-4b51-ab6f-b5567464f8ce"/>
              <p:cNvSpPr/>
              <p:nvPr/>
            </p:nvSpPr>
            <p:spPr>
              <a:xfrm>
                <a:off x="8505716" y="964154"/>
                <a:ext cx="219903" cy="744403"/>
              </a:xfrm>
              <a:custGeom>
                <a:gdLst>
                  <a:gd name="connsiteX0" fmla="*/ 219904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4" y="0"/>
                    </a:moveTo>
                    <a:lnTo>
                      <a:pt x="0" y="744404"/>
                    </a:lnTo>
                  </a:path>
                </a:pathLst>
              </a:custGeom>
              <a:ln w="13562" cap="flat">
                <a:solidFill>
                  <a:srgbClr val="C5FAFF"/>
                </a:solidFill>
                <a:prstDash val="solid"/>
                <a:miter/>
              </a:ln>
            </p:spPr>
            <p:txBody>
              <a:bodyPr rtlCol="0" anchor="ctr"/>
              <a:lstStyle/>
              <a:p>
                <a:endParaRPr lang="zh-CN" altLang="en-US"/>
              </a:p>
            </p:txBody>
          </p:sp>
          <p:grpSp>
            <p:nvGrpSpPr>
              <p:cNvPr id="39" name="" descr="aa16797f-e91d-4e6e-af24-0cb412b2489e"/>
              <p:cNvGrpSpPr/>
              <p:nvPr/>
            </p:nvGrpSpPr>
            <p:grpSpPr>
              <a:xfrm>
                <a:off x="7959488" y="1006946"/>
                <a:ext cx="525966" cy="525966"/>
                <a:chOff x="7959488" y="1006946"/>
                <a:chExt cx="525966" cy="525966"/>
              </a:xfrm>
              <a:noFill/>
            </p:grpSpPr>
            <p:sp>
              <p:nvSpPr>
                <p:cNvPr id="40" name="" descr="b53b9255-c319-4e79-b26f-55c16465f382"/>
                <p:cNvSpPr/>
                <p:nvPr/>
              </p:nvSpPr>
              <p:spPr>
                <a:xfrm rot="-5292000">
                  <a:off x="7967375" y="1014833"/>
                  <a:ext cx="510192" cy="510192"/>
                </a:xfrm>
                <a:custGeom>
                  <a:gdLst>
                    <a:gd name="connsiteX0" fmla="*/ 510192 w 510192"/>
                    <a:gd name="connsiteY0" fmla="*/ 255096 h 510192"/>
                    <a:gd name="connsiteX1" fmla="*/ 255096 w 510192"/>
                    <a:gd name="connsiteY1" fmla="*/ 510193 h 510192"/>
                    <a:gd name="connsiteX2" fmla="*/ 0 w 510192"/>
                    <a:gd name="connsiteY2" fmla="*/ 255096 h 510192"/>
                    <a:gd name="connsiteX3" fmla="*/ 255096 w 510192"/>
                    <a:gd name="connsiteY3" fmla="*/ 0 h 510192"/>
                    <a:gd name="connsiteX4" fmla="*/ 510192 w 510192"/>
                    <a:gd name="connsiteY4" fmla="*/ 255096 h 510192"/>
                  </a:gdLst>
                  <a:cxnLst>
                    <a:cxn ang="0">
                      <a:pos x="connsiteX0" y="connsiteY0"/>
                    </a:cxn>
                    <a:cxn ang="0">
                      <a:pos x="connsiteX1" y="connsiteY1"/>
                    </a:cxn>
                    <a:cxn ang="0">
                      <a:pos x="connsiteX2" y="connsiteY2"/>
                    </a:cxn>
                    <a:cxn ang="0">
                      <a:pos x="connsiteX3" y="connsiteY3"/>
                    </a:cxn>
                    <a:cxn ang="0">
                      <a:pos x="connsiteX4" y="connsiteY4"/>
                    </a:cxn>
                  </a:cxnLst>
                  <a:rect l="l" t="t" r="r" b="b"/>
                  <a:pathLst>
                    <a:path w="510192" h="510192">
                      <a:moveTo>
                        <a:pt x="510192" y="255096"/>
                      </a:moveTo>
                      <a:cubicBezTo>
                        <a:pt x="510192" y="395982"/>
                        <a:pt x="395982" y="510193"/>
                        <a:pt x="255096" y="510193"/>
                      </a:cubicBezTo>
                      <a:cubicBezTo>
                        <a:pt x="114210" y="510193"/>
                        <a:pt x="0" y="395982"/>
                        <a:pt x="0" y="255096"/>
                      </a:cubicBezTo>
                      <a:cubicBezTo>
                        <a:pt x="0" y="114210"/>
                        <a:pt x="114210" y="0"/>
                        <a:pt x="255096" y="0"/>
                      </a:cubicBezTo>
                      <a:cubicBezTo>
                        <a:pt x="395982" y="0"/>
                        <a:pt x="510192" y="114210"/>
                        <a:pt x="510192" y="255096"/>
                      </a:cubicBezTo>
                      <a:close/>
                    </a:path>
                  </a:pathLst>
                </a:custGeom>
                <a:noFill/>
                <a:ln w="13562" cap="flat">
                  <a:solidFill>
                    <a:srgbClr val="3D436C"/>
                  </a:solidFill>
                  <a:prstDash val="solid"/>
                  <a:miter/>
                </a:ln>
              </p:spPr>
              <p:txBody>
                <a:bodyPr rtlCol="0" anchor="ctr"/>
                <a:lstStyle/>
                <a:p>
                  <a:endParaRPr lang="zh-CN" altLang="en-US"/>
                </a:p>
              </p:txBody>
            </p:sp>
            <p:grpSp>
              <p:nvGrpSpPr>
                <p:cNvPr id="41" name="" descr="507540c7-c682-44d7-a557-9d90045920c1"/>
                <p:cNvGrpSpPr/>
                <p:nvPr/>
              </p:nvGrpSpPr>
              <p:grpSpPr>
                <a:xfrm>
                  <a:off x="8148026" y="1142830"/>
                  <a:ext cx="148704" cy="252180"/>
                  <a:chOff x="8148026" y="1142830"/>
                  <a:chExt cx="148704" cy="252180"/>
                </a:xfrm>
                <a:noFill/>
              </p:grpSpPr>
              <p:sp>
                <p:nvSpPr>
                  <p:cNvPr id="42" name="" descr="0c73c1ee-e093-42dc-a2e8-03332cf26f46"/>
                  <p:cNvSpPr/>
                  <p:nvPr/>
                </p:nvSpPr>
                <p:spPr>
                  <a:xfrm>
                    <a:off x="8148026" y="1188339"/>
                    <a:ext cx="148704" cy="162545"/>
                  </a:xfrm>
                  <a:custGeom>
                    <a:gdLst>
                      <a:gd name="connsiteX0" fmla="*/ 148705 w 148704"/>
                      <a:gd name="connsiteY0" fmla="*/ 27318 h 162545"/>
                      <a:gd name="connsiteX1" fmla="*/ 77574 w 148704"/>
                      <a:gd name="connsiteY1" fmla="*/ 2296 h 162545"/>
                      <a:gd name="connsiteX2" fmla="*/ 24818 w 148704"/>
                      <a:gd name="connsiteY2" fmla="*/ 31047 h 162545"/>
                      <a:gd name="connsiteX3" fmla="*/ 24072 w 148704"/>
                      <a:gd name="connsiteY3" fmla="*/ 34302 h 162545"/>
                      <a:gd name="connsiteX4" fmla="*/ 43940 w 148704"/>
                      <a:gd name="connsiteY4" fmla="*/ 70648 h 162545"/>
                      <a:gd name="connsiteX5" fmla="*/ 104832 w 148704"/>
                      <a:gd name="connsiteY5" fmla="*/ 91872 h 162545"/>
                      <a:gd name="connsiteX6" fmla="*/ 124700 w 148704"/>
                      <a:gd name="connsiteY6" fmla="*/ 128217 h 162545"/>
                      <a:gd name="connsiteX7" fmla="*/ 123887 w 148704"/>
                      <a:gd name="connsiteY7" fmla="*/ 131472 h 162545"/>
                      <a:gd name="connsiteX8" fmla="*/ 71131 w 148704"/>
                      <a:gd name="connsiteY8" fmla="*/ 160223 h 162545"/>
                      <a:gd name="connsiteX9" fmla="*/ 0 w 148704"/>
                      <a:gd name="connsiteY9" fmla="*/ 135201 h 16254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704" h="162545">
                        <a:moveTo>
                          <a:pt x="148705" y="27318"/>
                        </a:moveTo>
                        <a:lnTo>
                          <a:pt x="77574" y="2296"/>
                        </a:lnTo>
                        <a:cubicBezTo>
                          <a:pt x="54925" y="-5637"/>
                          <a:pt x="30378" y="7721"/>
                          <a:pt x="24818" y="31047"/>
                        </a:cubicBezTo>
                        <a:lnTo>
                          <a:pt x="24072" y="34302"/>
                        </a:lnTo>
                        <a:cubicBezTo>
                          <a:pt x="20410" y="49695"/>
                          <a:pt x="29022" y="65426"/>
                          <a:pt x="43940" y="70648"/>
                        </a:cubicBezTo>
                        <a:lnTo>
                          <a:pt x="104832" y="91872"/>
                        </a:lnTo>
                        <a:cubicBezTo>
                          <a:pt x="119818" y="97093"/>
                          <a:pt x="128362" y="112757"/>
                          <a:pt x="124700" y="128217"/>
                        </a:cubicBezTo>
                        <a:lnTo>
                          <a:pt x="123887" y="131472"/>
                        </a:lnTo>
                        <a:cubicBezTo>
                          <a:pt x="118326" y="154798"/>
                          <a:pt x="93779" y="168224"/>
                          <a:pt x="71131" y="160223"/>
                        </a:cubicBezTo>
                        <a:lnTo>
                          <a:pt x="0" y="135201"/>
                        </a:lnTo>
                      </a:path>
                    </a:pathLst>
                  </a:custGeom>
                  <a:noFill/>
                  <a:ln w="13562" cap="flat">
                    <a:solidFill>
                      <a:srgbClr val="3D436C"/>
                    </a:solidFill>
                    <a:prstDash val="solid"/>
                    <a:miter/>
                  </a:ln>
                </p:spPr>
                <p:txBody>
                  <a:bodyPr rtlCol="0" anchor="ctr"/>
                  <a:lstStyle/>
                  <a:p>
                    <a:endParaRPr lang="zh-CN" altLang="en-US"/>
                  </a:p>
                </p:txBody>
              </p:sp>
              <p:sp>
                <p:nvSpPr>
                  <p:cNvPr id="43" name="" descr="07346e98-7472-4327-a2d4-a9e53b68e329"/>
                  <p:cNvSpPr/>
                  <p:nvPr/>
                </p:nvSpPr>
                <p:spPr>
                  <a:xfrm>
                    <a:off x="8239974" y="1142830"/>
                    <a:ext cx="12612" cy="52890"/>
                  </a:xfrm>
                  <a:custGeom>
                    <a:gdLst>
                      <a:gd name="connsiteX0" fmla="*/ 12613 w 12612"/>
                      <a:gd name="connsiteY0" fmla="*/ 0 h 52890"/>
                      <a:gd name="connsiteX1" fmla="*/ 0 w 12612"/>
                      <a:gd name="connsiteY1" fmla="*/ 52891 h 52890"/>
                    </a:gdLst>
                    <a:cxnLst>
                      <a:cxn ang="0">
                        <a:pos x="connsiteX0" y="connsiteY0"/>
                      </a:cxn>
                      <a:cxn ang="0">
                        <a:pos x="connsiteX1" y="connsiteY1"/>
                      </a:cxn>
                    </a:cxnLst>
                    <a:rect l="l" t="t" r="r" b="b"/>
                    <a:pathLst>
                      <a:path w="12612" h="52890">
                        <a:moveTo>
                          <a:pt x="12613" y="0"/>
                        </a:moveTo>
                        <a:lnTo>
                          <a:pt x="0" y="52891"/>
                        </a:lnTo>
                      </a:path>
                    </a:pathLst>
                  </a:custGeom>
                  <a:ln w="13562" cap="flat">
                    <a:solidFill>
                      <a:srgbClr val="3D436C"/>
                    </a:solidFill>
                    <a:prstDash val="solid"/>
                    <a:miter/>
                  </a:ln>
                </p:spPr>
                <p:txBody>
                  <a:bodyPr rtlCol="0" anchor="ctr"/>
                  <a:lstStyle/>
                  <a:p>
                    <a:endParaRPr lang="zh-CN" altLang="en-US"/>
                  </a:p>
                </p:txBody>
              </p:sp>
              <p:sp>
                <p:nvSpPr>
                  <p:cNvPr id="44" name="" descr="262fe14a-1091-43e9-b037-5abbd554b4ce"/>
                  <p:cNvSpPr/>
                  <p:nvPr/>
                </p:nvSpPr>
                <p:spPr>
                  <a:xfrm>
                    <a:off x="8192576" y="1342120"/>
                    <a:ext cx="12612" cy="52890"/>
                  </a:xfrm>
                  <a:custGeom>
                    <a:gdLst>
                      <a:gd name="connsiteX0" fmla="*/ 12613 w 12612"/>
                      <a:gd name="connsiteY0" fmla="*/ 0 h 52890"/>
                      <a:gd name="connsiteX1" fmla="*/ 0 w 12612"/>
                      <a:gd name="connsiteY1" fmla="*/ 52891 h 52890"/>
                    </a:gdLst>
                    <a:cxnLst>
                      <a:cxn ang="0">
                        <a:pos x="connsiteX0" y="connsiteY0"/>
                      </a:cxn>
                      <a:cxn ang="0">
                        <a:pos x="connsiteX1" y="connsiteY1"/>
                      </a:cxn>
                    </a:cxnLst>
                    <a:rect l="l" t="t" r="r" b="b"/>
                    <a:pathLst>
                      <a:path w="12612" h="52890">
                        <a:moveTo>
                          <a:pt x="12613" y="0"/>
                        </a:moveTo>
                        <a:lnTo>
                          <a:pt x="0" y="52891"/>
                        </a:lnTo>
                      </a:path>
                    </a:pathLst>
                  </a:custGeom>
                  <a:ln w="13562" cap="flat">
                    <a:solidFill>
                      <a:srgbClr val="3D436C"/>
                    </a:solidFill>
                    <a:prstDash val="solid"/>
                    <a:miter/>
                  </a:ln>
                </p:spPr>
                <p:txBody>
                  <a:bodyPr rtlCol="0" anchor="ctr"/>
                  <a:lstStyle/>
                  <a:p>
                    <a:endParaRPr lang="zh-CN" altLang="en-US"/>
                  </a:p>
                </p:txBody>
              </p:sp>
            </p:grpSp>
            <p:sp>
              <p:nvSpPr>
                <p:cNvPr id="45" name="" descr="099471e2-0658-4738-b862-89a934763522"/>
                <p:cNvSpPr/>
                <p:nvPr/>
              </p:nvSpPr>
              <p:spPr>
                <a:xfrm rot="-4933799">
                  <a:off x="8044186" y="1091635"/>
                  <a:ext cx="356673" cy="356673"/>
                </a:xfrm>
                <a:custGeom>
                  <a:gdLst>
                    <a:gd name="connsiteX0" fmla="*/ 356674 w 356673"/>
                    <a:gd name="connsiteY0" fmla="*/ 178337 h 356673"/>
                    <a:gd name="connsiteX1" fmla="*/ 178337 w 356673"/>
                    <a:gd name="connsiteY1" fmla="*/ 356674 h 356673"/>
                    <a:gd name="connsiteX2" fmla="*/ -1 w 356673"/>
                    <a:gd name="connsiteY2" fmla="*/ 178337 h 356673"/>
                    <a:gd name="connsiteX3" fmla="*/ 178337 w 356673"/>
                    <a:gd name="connsiteY3" fmla="*/ 0 h 356673"/>
                    <a:gd name="connsiteX4" fmla="*/ 356674 w 356673"/>
                    <a:gd name="connsiteY4" fmla="*/ 178337 h 356673"/>
                  </a:gdLst>
                  <a:cxnLst>
                    <a:cxn ang="0">
                      <a:pos x="connsiteX0" y="connsiteY0"/>
                    </a:cxn>
                    <a:cxn ang="0">
                      <a:pos x="connsiteX1" y="connsiteY1"/>
                    </a:cxn>
                    <a:cxn ang="0">
                      <a:pos x="connsiteX2" y="connsiteY2"/>
                    </a:cxn>
                    <a:cxn ang="0">
                      <a:pos x="connsiteX3" y="connsiteY3"/>
                    </a:cxn>
                    <a:cxn ang="0">
                      <a:pos x="connsiteX4" y="connsiteY4"/>
                    </a:cxn>
                  </a:cxnLst>
                  <a:rect l="l" t="t" r="r" b="b"/>
                  <a:pathLst>
                    <a:path w="356673" h="356673">
                      <a:moveTo>
                        <a:pt x="356674" y="178337"/>
                      </a:moveTo>
                      <a:cubicBezTo>
                        <a:pt x="356674" y="276830"/>
                        <a:pt x="276830" y="356674"/>
                        <a:pt x="178337" y="356674"/>
                      </a:cubicBezTo>
                      <a:cubicBezTo>
                        <a:pt x="79843" y="356674"/>
                        <a:pt x="-1" y="276830"/>
                        <a:pt x="-1" y="178337"/>
                      </a:cubicBezTo>
                      <a:cubicBezTo>
                        <a:pt x="-1" y="79844"/>
                        <a:pt x="79843" y="0"/>
                        <a:pt x="178337" y="0"/>
                      </a:cubicBezTo>
                      <a:cubicBezTo>
                        <a:pt x="276830" y="0"/>
                        <a:pt x="356674" y="79844"/>
                        <a:pt x="356674" y="178337"/>
                      </a:cubicBezTo>
                      <a:close/>
                    </a:path>
                  </a:pathLst>
                </a:custGeom>
                <a:noFill/>
                <a:ln w="13562" cap="flat">
                  <a:solidFill>
                    <a:srgbClr val="FFFFFF"/>
                  </a:solidFill>
                  <a:prstDash val="solid"/>
                  <a:miter/>
                </a:ln>
              </p:spPr>
              <p:txBody>
                <a:bodyPr rtlCol="0" anchor="ctr"/>
                <a:lstStyle/>
                <a:p>
                  <a:endParaRPr lang="zh-CN" altLang="en-US"/>
                </a:p>
              </p:txBody>
            </p:sp>
          </p:grpSp>
          <p:sp>
            <p:nvSpPr>
              <p:cNvPr id="46" name="" descr="9ab2879f-7bc2-4739-ab26-3cce6f98762d"/>
              <p:cNvSpPr/>
              <p:nvPr/>
            </p:nvSpPr>
            <p:spPr>
              <a:xfrm>
                <a:off x="7381245" y="752591"/>
                <a:ext cx="1732918" cy="1047779"/>
              </a:xfrm>
              <a:custGeom>
                <a:gdLst>
                  <a:gd name="connsiteX0" fmla="*/ 1732918 w 1732918"/>
                  <a:gd name="connsiteY0" fmla="*/ 412684 h 1047779"/>
                  <a:gd name="connsiteX1" fmla="*/ 1200484 w 1732918"/>
                  <a:gd name="connsiteY1" fmla="*/ 238822 h 1047779"/>
                  <a:gd name="connsiteX2" fmla="*/ 715584 w 1732918"/>
                  <a:gd name="connsiteY2" fmla="*/ 170742 h 1047779"/>
                  <a:gd name="connsiteX3" fmla="*/ 196170 w 1732918"/>
                  <a:gd name="connsiteY3" fmla="*/ 0 h 1047779"/>
                  <a:gd name="connsiteX4" fmla="*/ 0 w 1732918"/>
                  <a:gd name="connsiteY4" fmla="*/ 635096 h 1047779"/>
                  <a:gd name="connsiteX5" fmla="*/ 519414 w 1732918"/>
                  <a:gd name="connsiteY5" fmla="*/ 805838 h 1047779"/>
                  <a:gd name="connsiteX6" fmla="*/ 1004314 w 1732918"/>
                  <a:gd name="connsiteY6" fmla="*/ 873918 h 1047779"/>
                  <a:gd name="connsiteX7" fmla="*/ 1536748 w 1732918"/>
                  <a:gd name="connsiteY7" fmla="*/ 1047780 h 1047779"/>
                  <a:gd name="connsiteX8" fmla="*/ 1732918 w 1732918"/>
                  <a:gd name="connsiteY8" fmla="*/ 412684 h 1047779"/>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2918" h="1047779">
                    <a:moveTo>
                      <a:pt x="1732918" y="412684"/>
                    </a:moveTo>
                    <a:cubicBezTo>
                      <a:pt x="1495791" y="356335"/>
                      <a:pt x="1437612" y="295239"/>
                      <a:pt x="1200484" y="238822"/>
                    </a:cubicBezTo>
                    <a:cubicBezTo>
                      <a:pt x="963358" y="182473"/>
                      <a:pt x="952712" y="227159"/>
                      <a:pt x="715584" y="170742"/>
                    </a:cubicBezTo>
                    <a:cubicBezTo>
                      <a:pt x="478458" y="114393"/>
                      <a:pt x="433297" y="56417"/>
                      <a:pt x="196170" y="0"/>
                    </a:cubicBezTo>
                    <a:lnTo>
                      <a:pt x="0" y="635096"/>
                    </a:lnTo>
                    <a:cubicBezTo>
                      <a:pt x="237127" y="691445"/>
                      <a:pt x="282288" y="749421"/>
                      <a:pt x="519414" y="805838"/>
                    </a:cubicBezTo>
                    <a:cubicBezTo>
                      <a:pt x="756541" y="862187"/>
                      <a:pt x="767187" y="817501"/>
                      <a:pt x="1004314" y="873918"/>
                    </a:cubicBezTo>
                    <a:cubicBezTo>
                      <a:pt x="1241441" y="930335"/>
                      <a:pt x="1299621" y="991363"/>
                      <a:pt x="1536748" y="1047780"/>
                    </a:cubicBezTo>
                    <a:lnTo>
                      <a:pt x="1732918" y="412684"/>
                    </a:lnTo>
                    <a:close/>
                  </a:path>
                </a:pathLst>
              </a:custGeom>
              <a:noFill/>
              <a:ln w="13562" cap="flat">
                <a:solidFill>
                  <a:srgbClr val="3D436C"/>
                </a:solidFill>
                <a:prstDash val="solid"/>
                <a:miter/>
              </a:ln>
            </p:spPr>
            <p:txBody>
              <a:bodyPr rtlCol="0" anchor="ctr"/>
              <a:lstStyle/>
              <a:p>
                <a:endParaRPr lang="zh-CN" altLang="en-US"/>
              </a:p>
            </p:txBody>
          </p:sp>
          <p:sp>
            <p:nvSpPr>
              <p:cNvPr id="47" name="" descr="1d493737-fad8-4e4d-a82f-4aa6c81e3358"/>
              <p:cNvSpPr/>
              <p:nvPr/>
            </p:nvSpPr>
            <p:spPr>
              <a:xfrm rot="969601">
                <a:off x="7540544" y="1095630"/>
                <a:ext cx="372744" cy="89032"/>
              </a:xfrm>
              <a:custGeom>
                <a:gdLst>
                  <a:gd name="connsiteX0" fmla="*/ 341213 w 372744"/>
                  <a:gd name="connsiteY0" fmla="*/ 0 h 89032"/>
                  <a:gd name="connsiteX1" fmla="*/ 372744 w 372744"/>
                  <a:gd name="connsiteY1" fmla="*/ 31531 h 89032"/>
                  <a:gd name="connsiteX2" fmla="*/ 372744 w 372744"/>
                  <a:gd name="connsiteY2" fmla="*/ 57502 h 89032"/>
                  <a:gd name="connsiteX3" fmla="*/ 341213 w 372744"/>
                  <a:gd name="connsiteY3" fmla="*/ 89033 h 89032"/>
                  <a:gd name="connsiteX4" fmla="*/ 31531 w 372744"/>
                  <a:gd name="connsiteY4" fmla="*/ 89033 h 89032"/>
                  <a:gd name="connsiteX5" fmla="*/ -1 w 372744"/>
                  <a:gd name="connsiteY5" fmla="*/ 57502 h 89032"/>
                  <a:gd name="connsiteX6" fmla="*/ -1 w 372744"/>
                  <a:gd name="connsiteY6" fmla="*/ 31531 h 89032"/>
                  <a:gd name="connsiteX7" fmla="*/ 31531 w 372744"/>
                  <a:gd name="connsiteY7" fmla="*/ 0 h 8903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44" h="89032">
                    <a:moveTo>
                      <a:pt x="341213" y="0"/>
                    </a:moveTo>
                    <a:cubicBezTo>
                      <a:pt x="358627" y="0"/>
                      <a:pt x="372744" y="14117"/>
                      <a:pt x="372744" y="31531"/>
                    </a:cubicBezTo>
                    <a:lnTo>
                      <a:pt x="372744" y="57502"/>
                    </a:lnTo>
                    <a:cubicBezTo>
                      <a:pt x="372744" y="74916"/>
                      <a:pt x="358627" y="89033"/>
                      <a:pt x="341213" y="89033"/>
                    </a:cubicBezTo>
                    <a:lnTo>
                      <a:pt x="31531" y="89033"/>
                    </a:lnTo>
                    <a:cubicBezTo>
                      <a:pt x="14117" y="89033"/>
                      <a:pt x="-1" y="74916"/>
                      <a:pt x="-1" y="57502"/>
                    </a:cubicBezTo>
                    <a:lnTo>
                      <a:pt x="-1" y="31531"/>
                    </a:lnTo>
                    <a:cubicBezTo>
                      <a:pt x="-1" y="14117"/>
                      <a:pt x="14117" y="0"/>
                      <a:pt x="31531" y="0"/>
                    </a:cubicBezTo>
                    <a:close/>
                  </a:path>
                </a:pathLst>
              </a:custGeom>
              <a:noFill/>
              <a:ln w="13562" cap="flat">
                <a:solidFill>
                  <a:srgbClr val="3D436C"/>
                </a:solidFill>
                <a:prstDash val="solid"/>
                <a:miter/>
              </a:ln>
            </p:spPr>
            <p:txBody>
              <a:bodyPr rtlCol="0" anchor="ctr"/>
              <a:lstStyle/>
              <a:p>
                <a:endParaRPr lang="zh-CN" altLang="en-US"/>
              </a:p>
            </p:txBody>
          </p:sp>
          <p:sp>
            <p:nvSpPr>
              <p:cNvPr id="48" name="" descr="2dcc2084-614d-4bd8-a648-64b573e8b487"/>
              <p:cNvSpPr/>
              <p:nvPr/>
            </p:nvSpPr>
            <p:spPr>
              <a:xfrm rot="969601">
                <a:off x="8548215" y="1335234"/>
                <a:ext cx="372744" cy="89032"/>
              </a:xfrm>
              <a:custGeom>
                <a:gdLst>
                  <a:gd name="connsiteX0" fmla="*/ 341213 w 372744"/>
                  <a:gd name="connsiteY0" fmla="*/ 0 h 89032"/>
                  <a:gd name="connsiteX1" fmla="*/ 372744 w 372744"/>
                  <a:gd name="connsiteY1" fmla="*/ 31531 h 89032"/>
                  <a:gd name="connsiteX2" fmla="*/ 372744 w 372744"/>
                  <a:gd name="connsiteY2" fmla="*/ 57502 h 89032"/>
                  <a:gd name="connsiteX3" fmla="*/ 341213 w 372744"/>
                  <a:gd name="connsiteY3" fmla="*/ 89033 h 89032"/>
                  <a:gd name="connsiteX4" fmla="*/ 31531 w 372744"/>
                  <a:gd name="connsiteY4" fmla="*/ 89033 h 89032"/>
                  <a:gd name="connsiteX5" fmla="*/ -1 w 372744"/>
                  <a:gd name="connsiteY5" fmla="*/ 57502 h 89032"/>
                  <a:gd name="connsiteX6" fmla="*/ -1 w 372744"/>
                  <a:gd name="connsiteY6" fmla="*/ 31531 h 89032"/>
                  <a:gd name="connsiteX7" fmla="*/ 31531 w 372744"/>
                  <a:gd name="connsiteY7" fmla="*/ 0 h 8903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44" h="89032">
                    <a:moveTo>
                      <a:pt x="341213" y="0"/>
                    </a:moveTo>
                    <a:cubicBezTo>
                      <a:pt x="358627" y="0"/>
                      <a:pt x="372744" y="14117"/>
                      <a:pt x="372744" y="31531"/>
                    </a:cubicBezTo>
                    <a:lnTo>
                      <a:pt x="372744" y="57502"/>
                    </a:lnTo>
                    <a:cubicBezTo>
                      <a:pt x="372744" y="74916"/>
                      <a:pt x="358627" y="89033"/>
                      <a:pt x="341213" y="89033"/>
                    </a:cubicBezTo>
                    <a:lnTo>
                      <a:pt x="31531" y="89033"/>
                    </a:lnTo>
                    <a:cubicBezTo>
                      <a:pt x="14117" y="89033"/>
                      <a:pt x="-1" y="74916"/>
                      <a:pt x="-1" y="57502"/>
                    </a:cubicBezTo>
                    <a:lnTo>
                      <a:pt x="-1" y="31531"/>
                    </a:lnTo>
                    <a:cubicBezTo>
                      <a:pt x="-1" y="14117"/>
                      <a:pt x="14117" y="0"/>
                      <a:pt x="31531" y="0"/>
                    </a:cubicBezTo>
                    <a:close/>
                  </a:path>
                </a:pathLst>
              </a:custGeom>
              <a:noFill/>
              <a:ln w="13562" cap="flat">
                <a:solidFill>
                  <a:srgbClr val="3D436C"/>
                </a:solidFill>
                <a:prstDash val="solid"/>
                <a:miter/>
              </a:ln>
            </p:spPr>
            <p:txBody>
              <a:bodyPr rtlCol="0" anchor="ctr"/>
              <a:lstStyle/>
              <a:p>
                <a:endParaRPr lang="zh-CN" altLang="en-US"/>
              </a:p>
            </p:txBody>
          </p:sp>
        </p:grpSp>
        <p:sp>
          <p:nvSpPr>
            <p:cNvPr id="49" name="" descr="fb6fe9e8-c4b9-422a-b566-378e345c290c"/>
            <p:cNvSpPr/>
            <p:nvPr/>
          </p:nvSpPr>
          <p:spPr>
            <a:xfrm>
              <a:off x="6664643" y="1849651"/>
              <a:ext cx="231905" cy="231905"/>
            </a:xfrm>
            <a:custGeom>
              <a:gdLst>
                <a:gd name="connsiteX0" fmla="*/ 154739 w 231905"/>
                <a:gd name="connsiteY0" fmla="*/ 77166 h 231905"/>
                <a:gd name="connsiteX1" fmla="*/ 115953 w 231905"/>
                <a:gd name="connsiteY1" fmla="*/ 0 h 231905"/>
                <a:gd name="connsiteX2" fmla="*/ 77166 w 231905"/>
                <a:gd name="connsiteY2" fmla="*/ 77166 h 231905"/>
                <a:gd name="connsiteX3" fmla="*/ 0 w 231905"/>
                <a:gd name="connsiteY3" fmla="*/ 115953 h 231905"/>
                <a:gd name="connsiteX4" fmla="*/ 77166 w 231905"/>
                <a:gd name="connsiteY4" fmla="*/ 154739 h 231905"/>
                <a:gd name="connsiteX5" fmla="*/ 115953 w 231905"/>
                <a:gd name="connsiteY5" fmla="*/ 231906 h 231905"/>
                <a:gd name="connsiteX6" fmla="*/ 154739 w 231905"/>
                <a:gd name="connsiteY6" fmla="*/ 154739 h 231905"/>
                <a:gd name="connsiteX7" fmla="*/ 231906 w 231905"/>
                <a:gd name="connsiteY7" fmla="*/ 115953 h 231905"/>
                <a:gd name="connsiteX8" fmla="*/ 154739 w 231905"/>
                <a:gd name="connsiteY8" fmla="*/ 77166 h 23190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4" h="231904">
                  <a:moveTo>
                    <a:pt x="154739" y="77166"/>
                  </a:moveTo>
                  <a:lnTo>
                    <a:pt x="115953" y="0"/>
                  </a:lnTo>
                  <a:lnTo>
                    <a:pt x="77166" y="77166"/>
                  </a:lnTo>
                  <a:lnTo>
                    <a:pt x="0" y="115953"/>
                  </a:lnTo>
                  <a:lnTo>
                    <a:pt x="77166" y="154739"/>
                  </a:lnTo>
                  <a:lnTo>
                    <a:pt x="115953" y="231906"/>
                  </a:lnTo>
                  <a:lnTo>
                    <a:pt x="154739" y="154739"/>
                  </a:lnTo>
                  <a:lnTo>
                    <a:pt x="231906" y="115953"/>
                  </a:lnTo>
                  <a:lnTo>
                    <a:pt x="154739" y="77166"/>
                  </a:lnTo>
                  <a:close/>
                </a:path>
              </a:pathLst>
            </a:custGeom>
            <a:noFill/>
            <a:ln w="13562" cap="flat">
              <a:solidFill>
                <a:srgbClr val="3D436C"/>
              </a:solidFill>
              <a:prstDash val="solid"/>
              <a:miter/>
            </a:ln>
          </p:spPr>
          <p:txBody>
            <a:bodyPr rtlCol="0" anchor="ctr"/>
            <a:lstStyle/>
            <a:p>
              <a:endParaRPr lang="zh-CN" altLang="en-US"/>
            </a:p>
          </p:txBody>
        </p:sp>
        <p:sp>
          <p:nvSpPr>
            <p:cNvPr id="50" name="" descr="7fbcedcd-6bb2-4243-b7fd-7b5d08f0ef41"/>
            <p:cNvSpPr/>
            <p:nvPr/>
          </p:nvSpPr>
          <p:spPr>
            <a:xfrm>
              <a:off x="10582221" y="3270718"/>
              <a:ext cx="231906" cy="231837"/>
            </a:xfrm>
            <a:custGeom>
              <a:gdLst>
                <a:gd name="connsiteX0" fmla="*/ 154740 w 231906"/>
                <a:gd name="connsiteY0" fmla="*/ 77166 h 231837"/>
                <a:gd name="connsiteX1" fmla="*/ 115953 w 231906"/>
                <a:gd name="connsiteY1" fmla="*/ 0 h 231837"/>
                <a:gd name="connsiteX2" fmla="*/ 77166 w 231906"/>
                <a:gd name="connsiteY2" fmla="*/ 77166 h 231837"/>
                <a:gd name="connsiteX3" fmla="*/ 0 w 231906"/>
                <a:gd name="connsiteY3" fmla="*/ 115953 h 231837"/>
                <a:gd name="connsiteX4" fmla="*/ 77166 w 231906"/>
                <a:gd name="connsiteY4" fmla="*/ 154739 h 231837"/>
                <a:gd name="connsiteX5" fmla="*/ 115953 w 231906"/>
                <a:gd name="connsiteY5" fmla="*/ 231838 h 231837"/>
                <a:gd name="connsiteX6" fmla="*/ 154740 w 231906"/>
                <a:gd name="connsiteY6" fmla="*/ 154739 h 231837"/>
                <a:gd name="connsiteX7" fmla="*/ 231906 w 231906"/>
                <a:gd name="connsiteY7" fmla="*/ 115953 h 231837"/>
                <a:gd name="connsiteX8" fmla="*/ 154740 w 231906"/>
                <a:gd name="connsiteY8" fmla="*/ 77166 h 23183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5" h="231837">
                  <a:moveTo>
                    <a:pt x="154740" y="77166"/>
                  </a:moveTo>
                  <a:lnTo>
                    <a:pt x="115953" y="0"/>
                  </a:lnTo>
                  <a:lnTo>
                    <a:pt x="77166" y="77166"/>
                  </a:lnTo>
                  <a:lnTo>
                    <a:pt x="0" y="115953"/>
                  </a:lnTo>
                  <a:lnTo>
                    <a:pt x="77166" y="154739"/>
                  </a:lnTo>
                  <a:lnTo>
                    <a:pt x="115953" y="231838"/>
                  </a:lnTo>
                  <a:lnTo>
                    <a:pt x="154740" y="154739"/>
                  </a:lnTo>
                  <a:lnTo>
                    <a:pt x="231906" y="115953"/>
                  </a:lnTo>
                  <a:lnTo>
                    <a:pt x="154740" y="77166"/>
                  </a:lnTo>
                  <a:close/>
                </a:path>
              </a:pathLst>
            </a:custGeom>
            <a:noFill/>
            <a:ln w="13562" cap="flat">
              <a:solidFill>
                <a:srgbClr val="3D436C"/>
              </a:solidFill>
              <a:prstDash val="solid"/>
              <a:miter/>
            </a:ln>
          </p:spPr>
          <p:txBody>
            <a:bodyPr rtlCol="0" anchor="ctr"/>
            <a:lstStyle/>
            <a:p>
              <a:endParaRPr lang="zh-CN" altLang="en-US"/>
            </a:p>
          </p:txBody>
        </p:sp>
        <p:grpSp>
          <p:nvGrpSpPr>
            <p:cNvPr id="51" name="" descr="a0af244e-0559-4529-b82f-23d3e3d024df"/>
            <p:cNvGrpSpPr/>
            <p:nvPr/>
          </p:nvGrpSpPr>
          <p:grpSpPr>
            <a:xfrm>
              <a:off x="5415472" y="2342824"/>
              <a:ext cx="4940404" cy="3479737"/>
              <a:chOff x="5415472" y="2026445"/>
              <a:chExt cx="4940404" cy="3479737"/>
            </a:xfrm>
          </p:grpSpPr>
          <p:sp>
            <p:nvSpPr>
              <p:cNvPr id="52" name="" descr="1986ff63-4a24-422a-a143-2e5f171435ba"/>
              <p:cNvSpPr/>
              <p:nvPr/>
            </p:nvSpPr>
            <p:spPr>
              <a:xfrm>
                <a:off x="5415472" y="4114071"/>
                <a:ext cx="4525551" cy="1392111"/>
              </a:xfrm>
              <a:custGeom>
                <a:gdLst>
                  <a:gd name="connsiteX0" fmla="*/ 2848 w 4525551"/>
                  <a:gd name="connsiteY0" fmla="*/ 939285 h 1392111"/>
                  <a:gd name="connsiteX1" fmla="*/ 3104214 w 4525551"/>
                  <a:gd name="connsiteY1" fmla="*/ 1392112 h 1392111"/>
                  <a:gd name="connsiteX2" fmla="*/ 4525551 w 4525551"/>
                  <a:gd name="connsiteY2" fmla="*/ 67469 h 1392111"/>
                  <a:gd name="connsiteX3" fmla="*/ 4522771 w 4525551"/>
                  <a:gd name="connsiteY3" fmla="*/ 0 h 1392111"/>
                  <a:gd name="connsiteX4" fmla="*/ 0 w 4525551"/>
                  <a:gd name="connsiteY4" fmla="*/ 871748 h 1392111"/>
                  <a:gd name="connsiteX5" fmla="*/ 2848 w 4525551"/>
                  <a:gd name="connsiteY5" fmla="*/ 939285 h 139211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5551" h="1392111">
                    <a:moveTo>
                      <a:pt x="2848" y="939285"/>
                    </a:moveTo>
                    <a:lnTo>
                      <a:pt x="3104214" y="1392112"/>
                    </a:lnTo>
                    <a:lnTo>
                      <a:pt x="4525551" y="67469"/>
                    </a:lnTo>
                    <a:lnTo>
                      <a:pt x="4522771" y="0"/>
                    </a:lnTo>
                    <a:lnTo>
                      <a:pt x="0" y="871748"/>
                    </a:lnTo>
                    <a:lnTo>
                      <a:pt x="2848" y="939285"/>
                    </a:lnTo>
                    <a:close/>
                  </a:path>
                </a:pathLst>
              </a:custGeom>
              <a:solidFill>
                <a:srgbClr val="3D436C"/>
              </a:solidFill>
              <a:ln w="6781" cap="flat">
                <a:noFill/>
                <a:prstDash val="solid"/>
                <a:miter/>
              </a:ln>
            </p:spPr>
            <p:txBody>
              <a:bodyPr rtlCol="0" anchor="ctr"/>
              <a:lstStyle/>
              <a:p>
                <a:endParaRPr lang="zh-CN" altLang="en-US"/>
              </a:p>
            </p:txBody>
          </p:sp>
          <p:sp>
            <p:nvSpPr>
              <p:cNvPr id="53" name="" descr="ac35a11a-18aa-4c60-8293-c8b8edcdda69"/>
              <p:cNvSpPr/>
              <p:nvPr/>
            </p:nvSpPr>
            <p:spPr>
              <a:xfrm>
                <a:off x="6952830" y="2026445"/>
                <a:ext cx="3403046" cy="2087625"/>
              </a:xfrm>
              <a:custGeom>
                <a:gdLst>
                  <a:gd name="connsiteX0" fmla="*/ 0 w 3403046"/>
                  <a:gd name="connsiteY0" fmla="*/ 1828664 h 2087625"/>
                  <a:gd name="connsiteX1" fmla="*/ 2985413 w 3403046"/>
                  <a:gd name="connsiteY1" fmla="*/ 2087626 h 2087625"/>
                  <a:gd name="connsiteX2" fmla="*/ 3403046 w 3403046"/>
                  <a:gd name="connsiteY2" fmla="*/ 13426 h 2087625"/>
                  <a:gd name="connsiteX3" fmla="*/ 356267 w 3403046"/>
                  <a:gd name="connsiteY3" fmla="*/ 0 h 2087625"/>
                  <a:gd name="connsiteX4" fmla="*/ 0 w 3403046"/>
                  <a:gd name="connsiteY4" fmla="*/ 1828664 h 2087625"/>
                </a:gdLst>
                <a:cxnLst>
                  <a:cxn ang="0">
                    <a:pos x="connsiteX0" y="connsiteY0"/>
                  </a:cxn>
                  <a:cxn ang="0">
                    <a:pos x="connsiteX1" y="connsiteY1"/>
                  </a:cxn>
                  <a:cxn ang="0">
                    <a:pos x="connsiteX2" y="connsiteY2"/>
                  </a:cxn>
                  <a:cxn ang="0">
                    <a:pos x="connsiteX3" y="connsiteY3"/>
                  </a:cxn>
                  <a:cxn ang="0">
                    <a:pos x="connsiteX4" y="connsiteY4"/>
                  </a:cxn>
                </a:cxnLst>
                <a:rect l="l" t="t" r="r" b="b"/>
                <a:pathLst>
                  <a:path w="3403046" h="2087625">
                    <a:moveTo>
                      <a:pt x="0" y="1828664"/>
                    </a:moveTo>
                    <a:lnTo>
                      <a:pt x="2985413" y="2087626"/>
                    </a:lnTo>
                    <a:lnTo>
                      <a:pt x="3403046" y="13426"/>
                    </a:lnTo>
                    <a:lnTo>
                      <a:pt x="356267" y="0"/>
                    </a:lnTo>
                    <a:lnTo>
                      <a:pt x="0" y="1828664"/>
                    </a:lnTo>
                    <a:close/>
                  </a:path>
                </a:pathLst>
              </a:custGeom>
              <a:solidFill>
                <a:srgbClr val="3D436C"/>
              </a:solidFill>
              <a:ln w="6781" cap="flat">
                <a:noFill/>
                <a:prstDash val="solid"/>
                <a:miter/>
              </a:ln>
            </p:spPr>
            <p:txBody>
              <a:bodyPr rtlCol="0" anchor="ctr"/>
              <a:lstStyle/>
              <a:p>
                <a:endParaRPr lang="zh-CN" altLang="en-US"/>
              </a:p>
            </p:txBody>
          </p:sp>
          <p:sp>
            <p:nvSpPr>
              <p:cNvPr id="54" name="" descr="aa9fd2d3-8b7d-487e-83cf-49103bda3a35"/>
              <p:cNvSpPr/>
              <p:nvPr/>
            </p:nvSpPr>
            <p:spPr>
              <a:xfrm>
                <a:off x="5415472" y="3855109"/>
                <a:ext cx="4522770" cy="1583535"/>
              </a:xfrm>
              <a:custGeom>
                <a:gdLst>
                  <a:gd name="connsiteX0" fmla="*/ 0 w 4522770"/>
                  <a:gd name="connsiteY0" fmla="*/ 1130710 h 1583535"/>
                  <a:gd name="connsiteX1" fmla="*/ 3101366 w 4522770"/>
                  <a:gd name="connsiteY1" fmla="*/ 1583536 h 1583535"/>
                  <a:gd name="connsiteX2" fmla="*/ 4522771 w 4522770"/>
                  <a:gd name="connsiteY2" fmla="*/ 258893 h 1583535"/>
                  <a:gd name="connsiteX3" fmla="*/ 1537358 w 4522770"/>
                  <a:gd name="connsiteY3" fmla="*/ 0 h 1583535"/>
                  <a:gd name="connsiteX4" fmla="*/ 0 w 4522770"/>
                  <a:gd name="connsiteY4" fmla="*/ 1130710 h 1583535"/>
                </a:gdLst>
                <a:cxnLst>
                  <a:cxn ang="0">
                    <a:pos x="connsiteX0" y="connsiteY0"/>
                  </a:cxn>
                  <a:cxn ang="0">
                    <a:pos x="connsiteX1" y="connsiteY1"/>
                  </a:cxn>
                  <a:cxn ang="0">
                    <a:pos x="connsiteX2" y="connsiteY2"/>
                  </a:cxn>
                  <a:cxn ang="0">
                    <a:pos x="connsiteX3" y="connsiteY3"/>
                  </a:cxn>
                  <a:cxn ang="0">
                    <a:pos x="connsiteX4" y="connsiteY4"/>
                  </a:cxn>
                </a:cxnLst>
                <a:rect l="l" t="t" r="r" b="b"/>
                <a:pathLst>
                  <a:path w="4522770" h="1583535">
                    <a:moveTo>
                      <a:pt x="0" y="1130710"/>
                    </a:moveTo>
                    <a:lnTo>
                      <a:pt x="3101366" y="1583536"/>
                    </a:lnTo>
                    <a:lnTo>
                      <a:pt x="4522771" y="258893"/>
                    </a:lnTo>
                    <a:lnTo>
                      <a:pt x="1537358" y="0"/>
                    </a:lnTo>
                    <a:lnTo>
                      <a:pt x="0" y="1130710"/>
                    </a:lnTo>
                    <a:close/>
                  </a:path>
                </a:pathLst>
              </a:custGeom>
              <a:solidFill>
                <a:srgbClr val="7162EF"/>
              </a:solidFill>
              <a:ln w="6781" cap="flat">
                <a:noFill/>
                <a:prstDash val="solid"/>
                <a:miter/>
              </a:ln>
            </p:spPr>
            <p:txBody>
              <a:bodyPr rtlCol="0" anchor="ctr"/>
              <a:lstStyle/>
              <a:p>
                <a:endParaRPr lang="zh-CN" altLang="en-US"/>
              </a:p>
            </p:txBody>
          </p:sp>
          <p:sp>
            <p:nvSpPr>
              <p:cNvPr id="55" name="" descr="54b474c3-38ba-4259-85b7-a7ceda7ac226"/>
              <p:cNvSpPr/>
              <p:nvPr/>
            </p:nvSpPr>
            <p:spPr>
              <a:xfrm>
                <a:off x="7055492" y="3978114"/>
                <a:ext cx="2338382" cy="246484"/>
              </a:xfrm>
              <a:custGeom>
                <a:gdLst>
                  <a:gd name="connsiteX0" fmla="*/ 2338382 w 2338382"/>
                  <a:gd name="connsiteY0" fmla="*/ 246485 h 246484"/>
                  <a:gd name="connsiteX1" fmla="*/ 0 w 2338382"/>
                  <a:gd name="connsiteY1" fmla="*/ 0 h 246484"/>
                </a:gdLst>
                <a:cxnLst>
                  <a:cxn ang="0">
                    <a:pos x="connsiteX0" y="connsiteY0"/>
                  </a:cxn>
                  <a:cxn ang="0">
                    <a:pos x="connsiteX1" y="connsiteY1"/>
                  </a:cxn>
                </a:cxnLst>
                <a:rect l="l" t="t" r="r" b="b"/>
                <a:pathLst>
                  <a:path w="2338382" h="246484">
                    <a:moveTo>
                      <a:pt x="2338382" y="246485"/>
                    </a:moveTo>
                    <a:lnTo>
                      <a:pt x="0" y="0"/>
                    </a:lnTo>
                  </a:path>
                </a:pathLst>
              </a:custGeom>
              <a:ln w="13562" cap="flat">
                <a:solidFill>
                  <a:srgbClr val="3D436C"/>
                </a:solidFill>
                <a:prstDash val="solid"/>
                <a:miter/>
              </a:ln>
            </p:spPr>
            <p:txBody>
              <a:bodyPr rtlCol="0" anchor="ctr"/>
              <a:lstStyle/>
              <a:p>
                <a:endParaRPr lang="zh-CN" altLang="en-US"/>
              </a:p>
            </p:txBody>
          </p:sp>
          <p:sp>
            <p:nvSpPr>
              <p:cNvPr id="56" name="" descr="437e7031-98c9-44f1-9cb9-c0b6c150b555"/>
              <p:cNvSpPr/>
              <p:nvPr/>
            </p:nvSpPr>
            <p:spPr>
              <a:xfrm>
                <a:off x="6945574" y="4097593"/>
                <a:ext cx="2338450" cy="246552"/>
              </a:xfrm>
              <a:custGeom>
                <a:gdLst>
                  <a:gd name="connsiteX0" fmla="*/ 2338450 w 2338450"/>
                  <a:gd name="connsiteY0" fmla="*/ 246552 h 246552"/>
                  <a:gd name="connsiteX1" fmla="*/ 0 w 2338450"/>
                  <a:gd name="connsiteY1" fmla="*/ 0 h 246552"/>
                </a:gdLst>
                <a:cxnLst>
                  <a:cxn ang="0">
                    <a:pos x="connsiteX0" y="connsiteY0"/>
                  </a:cxn>
                  <a:cxn ang="0">
                    <a:pos x="connsiteX1" y="connsiteY1"/>
                  </a:cxn>
                </a:cxnLst>
                <a:rect l="l" t="t" r="r" b="b"/>
                <a:pathLst>
                  <a:path w="2338450" h="246551">
                    <a:moveTo>
                      <a:pt x="2338450" y="246552"/>
                    </a:moveTo>
                    <a:lnTo>
                      <a:pt x="0" y="0"/>
                    </a:lnTo>
                  </a:path>
                </a:pathLst>
              </a:custGeom>
              <a:ln w="13562" cap="flat">
                <a:solidFill>
                  <a:srgbClr val="3D436C"/>
                </a:solidFill>
                <a:prstDash val="solid"/>
                <a:miter/>
              </a:ln>
            </p:spPr>
            <p:txBody>
              <a:bodyPr rtlCol="0" anchor="ctr"/>
              <a:lstStyle/>
              <a:p>
                <a:endParaRPr lang="zh-CN" altLang="en-US"/>
              </a:p>
            </p:txBody>
          </p:sp>
          <p:sp>
            <p:nvSpPr>
              <p:cNvPr id="57" name="" descr="af422fe5-e102-40aa-ab8e-08af1edfb1e7"/>
              <p:cNvSpPr/>
              <p:nvPr/>
            </p:nvSpPr>
            <p:spPr>
              <a:xfrm>
                <a:off x="6835657" y="4217140"/>
                <a:ext cx="2338450" cy="246552"/>
              </a:xfrm>
              <a:custGeom>
                <a:gdLst>
                  <a:gd name="connsiteX0" fmla="*/ 2338450 w 2338450"/>
                  <a:gd name="connsiteY0" fmla="*/ 246553 h 246552"/>
                  <a:gd name="connsiteX1" fmla="*/ 0 w 2338450"/>
                  <a:gd name="connsiteY1" fmla="*/ 0 h 246552"/>
                </a:gdLst>
                <a:cxnLst>
                  <a:cxn ang="0">
                    <a:pos x="connsiteX0" y="connsiteY0"/>
                  </a:cxn>
                  <a:cxn ang="0">
                    <a:pos x="connsiteX1" y="connsiteY1"/>
                  </a:cxn>
                </a:cxnLst>
                <a:rect l="l" t="t" r="r" b="b"/>
                <a:pathLst>
                  <a:path w="2338450" h="246551">
                    <a:moveTo>
                      <a:pt x="2338450" y="246553"/>
                    </a:moveTo>
                    <a:lnTo>
                      <a:pt x="0" y="0"/>
                    </a:lnTo>
                  </a:path>
                </a:pathLst>
              </a:custGeom>
              <a:ln w="13562" cap="flat">
                <a:solidFill>
                  <a:srgbClr val="3D436C"/>
                </a:solidFill>
                <a:prstDash val="solid"/>
                <a:miter/>
              </a:ln>
            </p:spPr>
            <p:txBody>
              <a:bodyPr rtlCol="0" anchor="ctr"/>
              <a:lstStyle/>
              <a:p>
                <a:endParaRPr lang="zh-CN" altLang="en-US"/>
              </a:p>
            </p:txBody>
          </p:sp>
          <p:sp>
            <p:nvSpPr>
              <p:cNvPr id="58" name="" descr="bf2400c7-b516-4ed0-a11a-51a3adda85ba"/>
              <p:cNvSpPr/>
              <p:nvPr/>
            </p:nvSpPr>
            <p:spPr>
              <a:xfrm>
                <a:off x="6725739" y="4336686"/>
                <a:ext cx="2338450" cy="246552"/>
              </a:xfrm>
              <a:custGeom>
                <a:gdLst>
                  <a:gd name="connsiteX0" fmla="*/ 2338450 w 2338450"/>
                  <a:gd name="connsiteY0" fmla="*/ 246552 h 246552"/>
                  <a:gd name="connsiteX1" fmla="*/ 0 w 2338450"/>
                  <a:gd name="connsiteY1" fmla="*/ 0 h 246552"/>
                </a:gdLst>
                <a:cxnLst>
                  <a:cxn ang="0">
                    <a:pos x="connsiteX0" y="connsiteY0"/>
                  </a:cxn>
                  <a:cxn ang="0">
                    <a:pos x="connsiteX1" y="connsiteY1"/>
                  </a:cxn>
                </a:cxnLst>
                <a:rect l="l" t="t" r="r" b="b"/>
                <a:pathLst>
                  <a:path w="2338450" h="246551">
                    <a:moveTo>
                      <a:pt x="2338450" y="246552"/>
                    </a:moveTo>
                    <a:lnTo>
                      <a:pt x="0" y="0"/>
                    </a:lnTo>
                  </a:path>
                </a:pathLst>
              </a:custGeom>
              <a:ln w="13562" cap="flat">
                <a:solidFill>
                  <a:srgbClr val="3D436C"/>
                </a:solidFill>
                <a:prstDash val="solid"/>
                <a:miter/>
              </a:ln>
            </p:spPr>
            <p:txBody>
              <a:bodyPr rtlCol="0" anchor="ctr"/>
              <a:lstStyle/>
              <a:p>
                <a:endParaRPr lang="zh-CN" altLang="en-US"/>
              </a:p>
            </p:txBody>
          </p:sp>
          <p:sp>
            <p:nvSpPr>
              <p:cNvPr id="59" name="" descr="6bfd87f1-0196-4fb3-969e-c5613261915e"/>
              <p:cNvSpPr/>
              <p:nvPr/>
            </p:nvSpPr>
            <p:spPr>
              <a:xfrm>
                <a:off x="6640180" y="4542938"/>
                <a:ext cx="1459061" cy="578858"/>
              </a:xfrm>
              <a:custGeom>
                <a:gdLst>
                  <a:gd name="connsiteX0" fmla="*/ 23853 w 1459061"/>
                  <a:gd name="connsiteY0" fmla="*/ 436101 h 578858"/>
                  <a:gd name="connsiteX1" fmla="*/ 999755 w 1459061"/>
                  <a:gd name="connsiteY1" fmla="*/ 578566 h 578858"/>
                  <a:gd name="connsiteX2" fmla="*/ 1022810 w 1459061"/>
                  <a:gd name="connsiteY2" fmla="*/ 571379 h 578858"/>
                  <a:gd name="connsiteX3" fmla="*/ 1450141 w 1459061"/>
                  <a:gd name="connsiteY3" fmla="*/ 173138 h 578858"/>
                  <a:gd name="connsiteX4" fmla="*/ 1434680 w 1459061"/>
                  <a:gd name="connsiteY4" fmla="*/ 124994 h 578858"/>
                  <a:gd name="connsiteX5" fmla="*/ 463186 w 1459061"/>
                  <a:gd name="connsiteY5" fmla="*/ 226 h 578858"/>
                  <a:gd name="connsiteX6" fmla="*/ 441148 w 1459061"/>
                  <a:gd name="connsiteY6" fmla="*/ 7007 h 578858"/>
                  <a:gd name="connsiteX7" fmla="*/ 9478 w 1459061"/>
                  <a:gd name="connsiteY7" fmla="*/ 387549 h 578858"/>
                  <a:gd name="connsiteX8" fmla="*/ 23921 w 1459061"/>
                  <a:gd name="connsiteY8" fmla="*/ 436168 h 57885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9061" h="578858">
                    <a:moveTo>
                      <a:pt x="23853" y="436101"/>
                    </a:moveTo>
                    <a:lnTo>
                      <a:pt x="999755" y="578566"/>
                    </a:lnTo>
                    <a:cubicBezTo>
                      <a:pt x="1008164" y="579787"/>
                      <a:pt x="1016640" y="577142"/>
                      <a:pt x="1022810" y="571379"/>
                    </a:cubicBezTo>
                    <a:lnTo>
                      <a:pt x="1450141" y="173138"/>
                    </a:lnTo>
                    <a:cubicBezTo>
                      <a:pt x="1467432" y="157000"/>
                      <a:pt x="1458143" y="128045"/>
                      <a:pt x="1434680" y="124994"/>
                    </a:cubicBezTo>
                    <a:lnTo>
                      <a:pt x="463186" y="226"/>
                    </a:lnTo>
                    <a:cubicBezTo>
                      <a:pt x="455184" y="-791"/>
                      <a:pt x="447182" y="1650"/>
                      <a:pt x="441148" y="7007"/>
                    </a:cubicBezTo>
                    <a:lnTo>
                      <a:pt x="9478" y="387549"/>
                    </a:lnTo>
                    <a:cubicBezTo>
                      <a:pt x="-8356" y="403281"/>
                      <a:pt x="391" y="432710"/>
                      <a:pt x="23921" y="436168"/>
                    </a:cubicBezTo>
                    <a:close/>
                  </a:path>
                </a:pathLst>
              </a:custGeom>
              <a:solidFill>
                <a:srgbClr val="938FF9"/>
              </a:solidFill>
              <a:ln w="6781" cap="flat">
                <a:noFill/>
                <a:prstDash val="solid"/>
                <a:miter/>
              </a:ln>
            </p:spPr>
            <p:txBody>
              <a:bodyPr rtlCol="0" anchor="ctr"/>
              <a:lstStyle/>
              <a:p>
                <a:endParaRPr lang="zh-CN" altLang="en-US"/>
              </a:p>
            </p:txBody>
          </p:sp>
          <p:sp>
            <p:nvSpPr>
              <p:cNvPr id="60" name="" descr="5b1be5c9-dea6-45c0-8e63-bd877b1f11b0"/>
              <p:cNvSpPr/>
              <p:nvPr/>
            </p:nvSpPr>
            <p:spPr>
              <a:xfrm>
                <a:off x="6952830" y="3855109"/>
                <a:ext cx="2819010" cy="238754"/>
              </a:xfrm>
              <a:custGeom>
                <a:gdLst>
                  <a:gd name="connsiteX0" fmla="*/ 2819010 w 2819010"/>
                  <a:gd name="connsiteY0" fmla="*/ 238754 h 238754"/>
                  <a:gd name="connsiteX1" fmla="*/ 0 w 2819010"/>
                  <a:gd name="connsiteY1" fmla="*/ 0 h 238754"/>
                </a:gdLst>
                <a:cxnLst>
                  <a:cxn ang="0">
                    <a:pos x="connsiteX0" y="connsiteY0"/>
                  </a:cxn>
                  <a:cxn ang="0">
                    <a:pos x="connsiteX1" y="connsiteY1"/>
                  </a:cxn>
                </a:cxnLst>
                <a:rect l="l" t="t" r="r" b="b"/>
                <a:pathLst>
                  <a:path w="2819010" h="238754">
                    <a:moveTo>
                      <a:pt x="2819010" y="238754"/>
                    </a:moveTo>
                    <a:lnTo>
                      <a:pt x="0" y="0"/>
                    </a:lnTo>
                  </a:path>
                </a:pathLst>
              </a:custGeom>
              <a:ln w="13562" cap="flat">
                <a:solidFill>
                  <a:srgbClr val="FFFFFF"/>
                </a:solidFill>
                <a:prstDash val="solid"/>
                <a:miter/>
              </a:ln>
            </p:spPr>
            <p:txBody>
              <a:bodyPr rtlCol="0" anchor="ctr"/>
              <a:lstStyle/>
              <a:p>
                <a:endParaRPr lang="zh-CN" altLang="en-US"/>
              </a:p>
            </p:txBody>
          </p:sp>
          <p:grpSp>
            <p:nvGrpSpPr>
              <p:cNvPr id="61" name="" descr="e0756fcc-4a88-4052-8dfb-b302e2ab0260"/>
              <p:cNvGrpSpPr/>
              <p:nvPr/>
            </p:nvGrpSpPr>
            <p:grpSpPr>
              <a:xfrm>
                <a:off x="7492248" y="2857983"/>
                <a:ext cx="1968146" cy="799803"/>
                <a:chOff x="7492248" y="2857983"/>
                <a:chExt cx="1968146" cy="799803"/>
              </a:xfrm>
              <a:noFill/>
            </p:grpSpPr>
            <p:sp>
              <p:nvSpPr>
                <p:cNvPr id="62" name="" descr="f2f8b784-7706-43e0-b741-e9037eecd09a"/>
                <p:cNvSpPr/>
                <p:nvPr/>
              </p:nvSpPr>
              <p:spPr>
                <a:xfrm>
                  <a:off x="7492248" y="2857983"/>
                  <a:ext cx="1968146" cy="799803"/>
                </a:xfrm>
                <a:custGeom>
                  <a:gdLst>
                    <a:gd name="connsiteX0" fmla="*/ 0 w 1968146"/>
                    <a:gd name="connsiteY0" fmla="*/ 684732 h 799803"/>
                    <a:gd name="connsiteX1" fmla="*/ 1830834 w 1968146"/>
                    <a:gd name="connsiteY1" fmla="*/ 799803 h 799803"/>
                    <a:gd name="connsiteX2" fmla="*/ 1968147 w 1968146"/>
                    <a:gd name="connsiteY2" fmla="*/ 57841 h 799803"/>
                    <a:gd name="connsiteX3" fmla="*/ 144432 w 1968146"/>
                    <a:gd name="connsiteY3" fmla="*/ 0 h 799803"/>
                    <a:gd name="connsiteX4" fmla="*/ 0 w 1968146"/>
                    <a:gd name="connsiteY4" fmla="*/ 684732 h 799803"/>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68146" h="799803">
                      <a:moveTo>
                        <a:pt x="0" y="684732"/>
                      </a:moveTo>
                      <a:lnTo>
                        <a:pt x="1830834" y="799803"/>
                      </a:lnTo>
                      <a:lnTo>
                        <a:pt x="1968147" y="57841"/>
                      </a:lnTo>
                      <a:lnTo>
                        <a:pt x="144432" y="0"/>
                      </a:lnTo>
                      <a:lnTo>
                        <a:pt x="0" y="684732"/>
                      </a:lnTo>
                      <a:close/>
                    </a:path>
                  </a:pathLst>
                </a:custGeom>
                <a:noFill/>
                <a:ln w="13562" cap="flat">
                  <a:solidFill>
                    <a:srgbClr val="FFFFFF"/>
                  </a:solidFill>
                  <a:prstDash val="solid"/>
                  <a:miter/>
                </a:ln>
              </p:spPr>
              <p:txBody>
                <a:bodyPr rtlCol="0" anchor="ctr"/>
                <a:lstStyle/>
                <a:p>
                  <a:endParaRPr lang="zh-CN" altLang="en-US"/>
                </a:p>
              </p:txBody>
            </p:sp>
            <p:sp>
              <p:nvSpPr>
                <p:cNvPr id="63" name="" descr="9f1722b1-a943-4ba1-982c-a233928627f2"/>
                <p:cNvSpPr/>
                <p:nvPr/>
              </p:nvSpPr>
              <p:spPr>
                <a:xfrm>
                  <a:off x="8806312" y="2899753"/>
                  <a:ext cx="145653" cy="725552"/>
                </a:xfrm>
                <a:custGeom>
                  <a:gdLst>
                    <a:gd name="connsiteX0" fmla="*/ 145653 w 145653"/>
                    <a:gd name="connsiteY0" fmla="*/ 0 h 725552"/>
                    <a:gd name="connsiteX1" fmla="*/ 0 w 145653"/>
                    <a:gd name="connsiteY1" fmla="*/ 725553 h 725552"/>
                  </a:gdLst>
                  <a:cxnLst>
                    <a:cxn ang="0">
                      <a:pos x="connsiteX0" y="connsiteY0"/>
                    </a:cxn>
                    <a:cxn ang="0">
                      <a:pos x="connsiteX1" y="connsiteY1"/>
                    </a:cxn>
                  </a:cxnLst>
                  <a:rect l="l" t="t" r="r" b="b"/>
                  <a:pathLst>
                    <a:path w="145653" h="725552">
                      <a:moveTo>
                        <a:pt x="145653" y="0"/>
                      </a:moveTo>
                      <a:lnTo>
                        <a:pt x="0" y="725553"/>
                      </a:lnTo>
                    </a:path>
                  </a:pathLst>
                </a:custGeom>
                <a:ln w="13562" cap="flat">
                  <a:solidFill>
                    <a:srgbClr val="FFFFFF"/>
                  </a:solidFill>
                  <a:prstDash val="solid"/>
                  <a:miter/>
                </a:ln>
              </p:spPr>
              <p:txBody>
                <a:bodyPr rtlCol="0" anchor="ctr"/>
                <a:lstStyle/>
                <a:p>
                  <a:endParaRPr lang="zh-CN" altLang="en-US"/>
                </a:p>
              </p:txBody>
            </p:sp>
            <p:sp>
              <p:nvSpPr>
                <p:cNvPr id="64" name="" descr="01a80d9f-5deb-4c16-8cd0-831d46f22d07"/>
                <p:cNvSpPr/>
                <p:nvPr/>
              </p:nvSpPr>
              <p:spPr>
                <a:xfrm>
                  <a:off x="7587994" y="3088871"/>
                  <a:ext cx="1821205" cy="74725"/>
                </a:xfrm>
                <a:custGeom>
                  <a:gdLst>
                    <a:gd name="connsiteX0" fmla="*/ 1821205 w 1821205"/>
                    <a:gd name="connsiteY0" fmla="*/ 74725 h 74725"/>
                    <a:gd name="connsiteX1" fmla="*/ 0 w 1821205"/>
                    <a:gd name="connsiteY1" fmla="*/ 0 h 74725"/>
                  </a:gdLst>
                  <a:cxnLst>
                    <a:cxn ang="0">
                      <a:pos x="connsiteX0" y="connsiteY0"/>
                    </a:cxn>
                    <a:cxn ang="0">
                      <a:pos x="connsiteX1" y="connsiteY1"/>
                    </a:cxn>
                  </a:cxnLst>
                  <a:rect l="l" t="t" r="r" b="b"/>
                  <a:pathLst>
                    <a:path w="1821205" h="74725">
                      <a:moveTo>
                        <a:pt x="1821205" y="74725"/>
                      </a:moveTo>
                      <a:lnTo>
                        <a:pt x="0" y="0"/>
                      </a:lnTo>
                    </a:path>
                  </a:pathLst>
                </a:custGeom>
                <a:ln w="13562" cap="flat">
                  <a:solidFill>
                    <a:srgbClr val="FFFFFF"/>
                  </a:solidFill>
                  <a:prstDash val="solid"/>
                  <a:miter/>
                </a:ln>
              </p:spPr>
              <p:txBody>
                <a:bodyPr rtlCol="0" anchor="ctr"/>
                <a:lstStyle/>
                <a:p>
                  <a:endParaRPr lang="zh-CN" altLang="en-US"/>
                </a:p>
              </p:txBody>
            </p:sp>
            <p:sp>
              <p:nvSpPr>
                <p:cNvPr id="65" name="" descr="d513c63a-cd1a-4d83-a5c3-e2c0ad556bd3"/>
                <p:cNvSpPr/>
                <p:nvPr/>
              </p:nvSpPr>
              <p:spPr>
                <a:xfrm>
                  <a:off x="7540596" y="3313589"/>
                  <a:ext cx="1821137" cy="107273"/>
                </a:xfrm>
                <a:custGeom>
                  <a:gdLst>
                    <a:gd name="connsiteX0" fmla="*/ 1821138 w 1821137"/>
                    <a:gd name="connsiteY0" fmla="*/ 107273 h 107273"/>
                    <a:gd name="connsiteX1" fmla="*/ 0 w 1821137"/>
                    <a:gd name="connsiteY1" fmla="*/ 0 h 107273"/>
                  </a:gdLst>
                  <a:cxnLst>
                    <a:cxn ang="0">
                      <a:pos x="connsiteX0" y="connsiteY0"/>
                    </a:cxn>
                    <a:cxn ang="0">
                      <a:pos x="connsiteX1" y="connsiteY1"/>
                    </a:cxn>
                  </a:cxnLst>
                  <a:rect l="l" t="t" r="r" b="b"/>
                  <a:pathLst>
                    <a:path w="1821137" h="107272">
                      <a:moveTo>
                        <a:pt x="1821138" y="107273"/>
                      </a:moveTo>
                      <a:lnTo>
                        <a:pt x="0" y="0"/>
                      </a:lnTo>
                    </a:path>
                  </a:pathLst>
                </a:custGeom>
                <a:ln w="13562" cap="flat">
                  <a:solidFill>
                    <a:srgbClr val="FFFFFF"/>
                  </a:solidFill>
                  <a:prstDash val="solid"/>
                  <a:miter/>
                </a:ln>
              </p:spPr>
              <p:txBody>
                <a:bodyPr rtlCol="0" anchor="ctr"/>
                <a:lstStyle/>
                <a:p>
                  <a:endParaRPr lang="zh-CN" altLang="en-US"/>
                </a:p>
              </p:txBody>
            </p:sp>
          </p:grpSp>
          <p:grpSp>
            <p:nvGrpSpPr>
              <p:cNvPr id="66" name="" descr="430a9b76-4c9c-44d4-9a66-445bf971751d"/>
              <p:cNvGrpSpPr/>
              <p:nvPr/>
            </p:nvGrpSpPr>
            <p:grpSpPr>
              <a:xfrm>
                <a:off x="8225878" y="2588763"/>
                <a:ext cx="467065" cy="467065"/>
                <a:chOff x="8225878" y="2588763"/>
                <a:chExt cx="467065" cy="467065"/>
              </a:xfrm>
            </p:grpSpPr>
            <p:sp>
              <p:nvSpPr>
                <p:cNvPr id="67" name="" descr="6c117add-a32a-480d-8553-28d78f2c62aa"/>
                <p:cNvSpPr/>
                <p:nvPr/>
              </p:nvSpPr>
              <p:spPr>
                <a:xfrm rot="-3206999">
                  <a:off x="8292466" y="2655351"/>
                  <a:ext cx="333889" cy="333889"/>
                </a:xfrm>
                <a:custGeom>
                  <a:gdLst>
                    <a:gd name="connsiteX0" fmla="*/ 333890 w 333889"/>
                    <a:gd name="connsiteY0" fmla="*/ 166945 h 333889"/>
                    <a:gd name="connsiteX1" fmla="*/ 166945 w 333889"/>
                    <a:gd name="connsiteY1" fmla="*/ 333890 h 333889"/>
                    <a:gd name="connsiteX2" fmla="*/ 0 w 333889"/>
                    <a:gd name="connsiteY2" fmla="*/ 166945 h 333889"/>
                    <a:gd name="connsiteX3" fmla="*/ 166945 w 333889"/>
                    <a:gd name="connsiteY3" fmla="*/ 0 h 333889"/>
                    <a:gd name="connsiteX4" fmla="*/ 333890 w 333889"/>
                    <a:gd name="connsiteY4" fmla="*/ 166945 h 3338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333889" h="333889">
                      <a:moveTo>
                        <a:pt x="333890" y="166945"/>
                      </a:moveTo>
                      <a:cubicBezTo>
                        <a:pt x="333890" y="259146"/>
                        <a:pt x="259146" y="333890"/>
                        <a:pt x="166945" y="333890"/>
                      </a:cubicBezTo>
                      <a:cubicBezTo>
                        <a:pt x="74744" y="333890"/>
                        <a:pt x="0" y="259146"/>
                        <a:pt x="0" y="166945"/>
                      </a:cubicBezTo>
                      <a:cubicBezTo>
                        <a:pt x="0" y="74744"/>
                        <a:pt x="74744" y="0"/>
                        <a:pt x="166945" y="0"/>
                      </a:cubicBezTo>
                      <a:cubicBezTo>
                        <a:pt x="259146" y="0"/>
                        <a:pt x="333890" y="74744"/>
                        <a:pt x="333890" y="166945"/>
                      </a:cubicBezTo>
                      <a:close/>
                    </a:path>
                  </a:pathLst>
                </a:custGeom>
                <a:solidFill>
                  <a:srgbClr val="DF7E9F"/>
                </a:solidFill>
                <a:ln w="6781" cap="flat">
                  <a:noFill/>
                  <a:prstDash val="solid"/>
                  <a:miter/>
                </a:ln>
              </p:spPr>
              <p:txBody>
                <a:bodyPr rtlCol="0" anchor="ctr"/>
                <a:lstStyle/>
                <a:p>
                  <a:endParaRPr lang="zh-CN" altLang="en-US"/>
                </a:p>
              </p:txBody>
            </p:sp>
            <p:sp>
              <p:nvSpPr>
                <p:cNvPr id="68" name="" descr="9e5b5c8e-61c5-40a1-b66e-720eec6da8cb"/>
                <p:cNvSpPr/>
                <p:nvPr/>
              </p:nvSpPr>
              <p:spPr>
                <a:xfrm rot="-3175802">
                  <a:off x="8315151" y="2677915"/>
                  <a:ext cx="288051" cy="288051"/>
                </a:xfrm>
                <a:custGeom>
                  <a:gdLst>
                    <a:gd name="connsiteX0" fmla="*/ 288051 w 288051"/>
                    <a:gd name="connsiteY0" fmla="*/ 144026 h 288051"/>
                    <a:gd name="connsiteX1" fmla="*/ 144026 w 288051"/>
                    <a:gd name="connsiteY1" fmla="*/ 288051 h 288051"/>
                    <a:gd name="connsiteX2" fmla="*/ 0 w 288051"/>
                    <a:gd name="connsiteY2" fmla="*/ 144026 h 288051"/>
                    <a:gd name="connsiteX3" fmla="*/ 144026 w 288051"/>
                    <a:gd name="connsiteY3" fmla="*/ 0 h 288051"/>
                    <a:gd name="connsiteX4" fmla="*/ 288051 w 288051"/>
                    <a:gd name="connsiteY4" fmla="*/ 144026 h 288051"/>
                  </a:gdLst>
                  <a:cxnLst>
                    <a:cxn ang="0">
                      <a:pos x="connsiteX0" y="connsiteY0"/>
                    </a:cxn>
                    <a:cxn ang="0">
                      <a:pos x="connsiteX1" y="connsiteY1"/>
                    </a:cxn>
                    <a:cxn ang="0">
                      <a:pos x="connsiteX2" y="connsiteY2"/>
                    </a:cxn>
                    <a:cxn ang="0">
                      <a:pos x="connsiteX3" y="connsiteY3"/>
                    </a:cxn>
                    <a:cxn ang="0">
                      <a:pos x="connsiteX4" y="connsiteY4"/>
                    </a:cxn>
                  </a:cxnLst>
                  <a:rect l="l" t="t" r="r" b="b"/>
                  <a:pathLst>
                    <a:path w="288051" h="288051">
                      <a:moveTo>
                        <a:pt x="288051" y="144026"/>
                      </a:moveTo>
                      <a:cubicBezTo>
                        <a:pt x="288051" y="223569"/>
                        <a:pt x="223569" y="288051"/>
                        <a:pt x="144026" y="288051"/>
                      </a:cubicBezTo>
                      <a:cubicBezTo>
                        <a:pt x="64483" y="288051"/>
                        <a:pt x="0" y="223569"/>
                        <a:pt x="0" y="144026"/>
                      </a:cubicBezTo>
                      <a:cubicBezTo>
                        <a:pt x="0" y="64482"/>
                        <a:pt x="64483" y="0"/>
                        <a:pt x="144026" y="0"/>
                      </a:cubicBezTo>
                      <a:cubicBezTo>
                        <a:pt x="223569" y="0"/>
                        <a:pt x="288051" y="64482"/>
                        <a:pt x="288051" y="144026"/>
                      </a:cubicBezTo>
                      <a:close/>
                    </a:path>
                  </a:pathLst>
                </a:custGeom>
                <a:noFill/>
                <a:ln w="13562" cap="flat">
                  <a:solidFill>
                    <a:srgbClr val="3D436C"/>
                  </a:solidFill>
                  <a:prstDash val="solid"/>
                  <a:miter/>
                </a:ln>
              </p:spPr>
              <p:txBody>
                <a:bodyPr rtlCol="0" anchor="ctr"/>
                <a:lstStyle/>
                <a:p>
                  <a:endParaRPr lang="zh-CN" altLang="en-US"/>
                </a:p>
              </p:txBody>
            </p:sp>
            <p:grpSp>
              <p:nvGrpSpPr>
                <p:cNvPr id="69" name="" descr="01c8a50b-d055-40af-b336-d3a125d434ce"/>
                <p:cNvGrpSpPr/>
                <p:nvPr/>
              </p:nvGrpSpPr>
              <p:grpSpPr>
                <a:xfrm>
                  <a:off x="8403325" y="2748200"/>
                  <a:ext cx="111816" cy="136837"/>
                  <a:chOff x="8403325" y="2748200"/>
                  <a:chExt cx="111816" cy="136837"/>
                </a:xfrm>
                <a:noFill/>
              </p:grpSpPr>
              <p:sp>
                <p:nvSpPr>
                  <p:cNvPr id="70" name="" descr="ad2b7e60-beb6-4e4c-aac9-1fe6ee436fb7"/>
                  <p:cNvSpPr/>
                  <p:nvPr/>
                </p:nvSpPr>
                <p:spPr>
                  <a:xfrm>
                    <a:off x="8403325" y="2761559"/>
                    <a:ext cx="36616" cy="51466"/>
                  </a:xfrm>
                  <a:custGeom>
                    <a:gdLst>
                      <a:gd name="connsiteX0" fmla="*/ 18308 w 36616"/>
                      <a:gd name="connsiteY0" fmla="*/ 51467 h 51466"/>
                      <a:gd name="connsiteX1" fmla="*/ 18308 w 36616"/>
                      <a:gd name="connsiteY1" fmla="*/ 51467 h 51466"/>
                      <a:gd name="connsiteX2" fmla="*/ 0 w 36616"/>
                      <a:gd name="connsiteY2" fmla="*/ 33158 h 51466"/>
                      <a:gd name="connsiteX3" fmla="*/ 0 w 36616"/>
                      <a:gd name="connsiteY3" fmla="*/ 18308 h 51466"/>
                      <a:gd name="connsiteX4" fmla="*/ 18308 w 36616"/>
                      <a:gd name="connsiteY4" fmla="*/ 0 h 51466"/>
                      <a:gd name="connsiteX5" fmla="*/ 18308 w 36616"/>
                      <a:gd name="connsiteY5" fmla="*/ 0 h 51466"/>
                      <a:gd name="connsiteX6" fmla="*/ 36617 w 36616"/>
                      <a:gd name="connsiteY6" fmla="*/ 18308 h 51466"/>
                      <a:gd name="connsiteX7" fmla="*/ 36617 w 36616"/>
                      <a:gd name="connsiteY7" fmla="*/ 33158 h 51466"/>
                      <a:gd name="connsiteX8" fmla="*/ 18308 w 36616"/>
                      <a:gd name="connsiteY8" fmla="*/ 51467 h 514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16" h="51466">
                        <a:moveTo>
                          <a:pt x="18308" y="51467"/>
                        </a:moveTo>
                        <a:lnTo>
                          <a:pt x="18308" y="51467"/>
                        </a:lnTo>
                        <a:cubicBezTo>
                          <a:pt x="8205" y="51467"/>
                          <a:pt x="0" y="43262"/>
                          <a:pt x="0" y="33158"/>
                        </a:cubicBezTo>
                        <a:lnTo>
                          <a:pt x="0" y="18308"/>
                        </a:lnTo>
                        <a:cubicBezTo>
                          <a:pt x="0" y="8205"/>
                          <a:pt x="8205" y="0"/>
                          <a:pt x="18308" y="0"/>
                        </a:cubicBezTo>
                        <a:lnTo>
                          <a:pt x="18308" y="0"/>
                        </a:lnTo>
                        <a:cubicBezTo>
                          <a:pt x="28411" y="0"/>
                          <a:pt x="36617" y="8205"/>
                          <a:pt x="36617" y="18308"/>
                        </a:cubicBezTo>
                        <a:lnTo>
                          <a:pt x="36617" y="33158"/>
                        </a:lnTo>
                        <a:cubicBezTo>
                          <a:pt x="36617" y="43262"/>
                          <a:pt x="28411" y="51467"/>
                          <a:pt x="18308" y="51467"/>
                        </a:cubicBezTo>
                        <a:close/>
                      </a:path>
                    </a:pathLst>
                  </a:custGeom>
                  <a:noFill/>
                  <a:ln w="13562" cap="flat">
                    <a:solidFill>
                      <a:srgbClr val="3D436C"/>
                    </a:solidFill>
                    <a:prstDash val="solid"/>
                    <a:miter/>
                  </a:ln>
                </p:spPr>
                <p:txBody>
                  <a:bodyPr rtlCol="0" anchor="ctr"/>
                  <a:lstStyle/>
                  <a:p>
                    <a:endParaRPr lang="zh-CN" altLang="en-US"/>
                  </a:p>
                </p:txBody>
              </p:sp>
              <p:sp>
                <p:nvSpPr>
                  <p:cNvPr id="71" name="" descr="0accac51-8350-4e0b-accb-572bfe4d0957"/>
                  <p:cNvSpPr/>
                  <p:nvPr/>
                </p:nvSpPr>
                <p:spPr>
                  <a:xfrm>
                    <a:off x="8478525" y="2828079"/>
                    <a:ext cx="36616" cy="51466"/>
                  </a:xfrm>
                  <a:custGeom>
                    <a:gdLst>
                      <a:gd name="connsiteX0" fmla="*/ 18309 w 36616"/>
                      <a:gd name="connsiteY0" fmla="*/ 51467 h 51466"/>
                      <a:gd name="connsiteX1" fmla="*/ 18309 w 36616"/>
                      <a:gd name="connsiteY1" fmla="*/ 51467 h 51466"/>
                      <a:gd name="connsiteX2" fmla="*/ 0 w 36616"/>
                      <a:gd name="connsiteY2" fmla="*/ 33158 h 51466"/>
                      <a:gd name="connsiteX3" fmla="*/ 0 w 36616"/>
                      <a:gd name="connsiteY3" fmla="*/ 18308 h 51466"/>
                      <a:gd name="connsiteX4" fmla="*/ 18309 w 36616"/>
                      <a:gd name="connsiteY4" fmla="*/ 0 h 51466"/>
                      <a:gd name="connsiteX5" fmla="*/ 18309 w 36616"/>
                      <a:gd name="connsiteY5" fmla="*/ 0 h 51466"/>
                      <a:gd name="connsiteX6" fmla="*/ 36617 w 36616"/>
                      <a:gd name="connsiteY6" fmla="*/ 18308 h 51466"/>
                      <a:gd name="connsiteX7" fmla="*/ 36617 w 36616"/>
                      <a:gd name="connsiteY7" fmla="*/ 33158 h 51466"/>
                      <a:gd name="connsiteX8" fmla="*/ 18309 w 36616"/>
                      <a:gd name="connsiteY8" fmla="*/ 51467 h 514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16" h="51466">
                        <a:moveTo>
                          <a:pt x="18309" y="51467"/>
                        </a:moveTo>
                        <a:lnTo>
                          <a:pt x="18309" y="51467"/>
                        </a:lnTo>
                        <a:cubicBezTo>
                          <a:pt x="8205" y="51467"/>
                          <a:pt x="0" y="43262"/>
                          <a:pt x="0" y="33158"/>
                        </a:cubicBezTo>
                        <a:lnTo>
                          <a:pt x="0" y="18308"/>
                        </a:lnTo>
                        <a:cubicBezTo>
                          <a:pt x="0" y="8205"/>
                          <a:pt x="8205" y="0"/>
                          <a:pt x="18309" y="0"/>
                        </a:cubicBezTo>
                        <a:lnTo>
                          <a:pt x="18309" y="0"/>
                        </a:lnTo>
                        <a:cubicBezTo>
                          <a:pt x="28412" y="0"/>
                          <a:pt x="36617" y="8205"/>
                          <a:pt x="36617" y="18308"/>
                        </a:cubicBezTo>
                        <a:lnTo>
                          <a:pt x="36617" y="33158"/>
                        </a:lnTo>
                        <a:cubicBezTo>
                          <a:pt x="36617" y="43262"/>
                          <a:pt x="28412" y="51467"/>
                          <a:pt x="18309" y="51467"/>
                        </a:cubicBezTo>
                        <a:close/>
                      </a:path>
                    </a:pathLst>
                  </a:custGeom>
                  <a:noFill/>
                  <a:ln w="13562" cap="flat">
                    <a:solidFill>
                      <a:srgbClr val="3D436C"/>
                    </a:solidFill>
                    <a:prstDash val="solid"/>
                    <a:miter/>
                  </a:ln>
                </p:spPr>
                <p:txBody>
                  <a:bodyPr rtlCol="0" anchor="ctr"/>
                  <a:lstStyle/>
                  <a:p>
                    <a:endParaRPr lang="zh-CN" altLang="en-US"/>
                  </a:p>
                </p:txBody>
              </p:sp>
              <p:sp>
                <p:nvSpPr>
                  <p:cNvPr id="72" name="" descr="c135b3ba-d774-44ef-93d7-e156cdc411f1"/>
                  <p:cNvSpPr/>
                  <p:nvPr/>
                </p:nvSpPr>
                <p:spPr>
                  <a:xfrm>
                    <a:off x="8408411" y="2748200"/>
                    <a:ext cx="97169" cy="136837"/>
                  </a:xfrm>
                  <a:custGeom>
                    <a:gdLst>
                      <a:gd name="connsiteX0" fmla="*/ 0 w 97169"/>
                      <a:gd name="connsiteY0" fmla="*/ 136838 h 136837"/>
                      <a:gd name="connsiteX1" fmla="*/ 97170 w 97169"/>
                      <a:gd name="connsiteY1" fmla="*/ 0 h 136837"/>
                    </a:gdLst>
                    <a:cxnLst>
                      <a:cxn ang="0">
                        <a:pos x="connsiteX0" y="connsiteY0"/>
                      </a:cxn>
                      <a:cxn ang="0">
                        <a:pos x="connsiteX1" y="connsiteY1"/>
                      </a:cxn>
                    </a:cxnLst>
                    <a:rect l="l" t="t" r="r" b="b"/>
                    <a:pathLst>
                      <a:path w="97169" h="136837">
                        <a:moveTo>
                          <a:pt x="0" y="136838"/>
                        </a:moveTo>
                        <a:lnTo>
                          <a:pt x="97170" y="0"/>
                        </a:lnTo>
                      </a:path>
                    </a:pathLst>
                  </a:custGeom>
                  <a:ln w="13562" cap="flat">
                    <a:solidFill>
                      <a:srgbClr val="3D436C"/>
                    </a:solidFill>
                    <a:prstDash val="solid"/>
                    <a:miter/>
                  </a:ln>
                </p:spPr>
                <p:txBody>
                  <a:bodyPr rtlCol="0" anchor="ctr"/>
                  <a:lstStyle/>
                  <a:p>
                    <a:endParaRPr lang="zh-CN" altLang="en-US"/>
                  </a:p>
                </p:txBody>
              </p:sp>
            </p:grpSp>
          </p:grpSp>
          <p:sp>
            <p:nvSpPr>
              <p:cNvPr id="73" name="" descr="99282d16-7904-49ef-8040-d98973fd24ec"/>
              <p:cNvSpPr/>
              <p:nvPr/>
            </p:nvSpPr>
            <p:spPr>
              <a:xfrm>
                <a:off x="7094618" y="2143279"/>
                <a:ext cx="3105365" cy="1832325"/>
              </a:xfrm>
              <a:custGeom>
                <a:gdLst>
                  <a:gd name="connsiteX0" fmla="*/ 3105366 w 3105365"/>
                  <a:gd name="connsiteY0" fmla="*/ 25021 h 1832325"/>
                  <a:gd name="connsiteX1" fmla="*/ 2755677 w 3105365"/>
                  <a:gd name="connsiteY1" fmla="*/ 1832326 h 1832325"/>
                  <a:gd name="connsiteX2" fmla="*/ 0 w 3105365"/>
                  <a:gd name="connsiteY2" fmla="*/ 1608083 h 1832325"/>
                  <a:gd name="connsiteX3" fmla="*/ 295646 w 3105365"/>
                  <a:gd name="connsiteY3" fmla="*/ 0 h 1832325"/>
                  <a:gd name="connsiteX4" fmla="*/ 3105366 w 3105365"/>
                  <a:gd name="connsiteY4" fmla="*/ 25021 h 1832325"/>
                </a:gdLst>
                <a:cxnLst>
                  <a:cxn ang="0">
                    <a:pos x="connsiteX0" y="connsiteY0"/>
                  </a:cxn>
                  <a:cxn ang="0">
                    <a:pos x="connsiteX1" y="connsiteY1"/>
                  </a:cxn>
                  <a:cxn ang="0">
                    <a:pos x="connsiteX2" y="connsiteY2"/>
                  </a:cxn>
                  <a:cxn ang="0">
                    <a:pos x="connsiteX3" y="connsiteY3"/>
                  </a:cxn>
                  <a:cxn ang="0">
                    <a:pos x="connsiteX4" y="connsiteY4"/>
                  </a:cxn>
                </a:cxnLst>
                <a:rect l="l" t="t" r="r" b="b"/>
                <a:pathLst>
                  <a:path w="3105365" h="1832325">
                    <a:moveTo>
                      <a:pt x="3105366" y="25021"/>
                    </a:moveTo>
                    <a:lnTo>
                      <a:pt x="2755677" y="1832326"/>
                    </a:lnTo>
                    <a:lnTo>
                      <a:pt x="0" y="1608083"/>
                    </a:lnTo>
                    <a:lnTo>
                      <a:pt x="295646" y="0"/>
                    </a:lnTo>
                    <a:lnTo>
                      <a:pt x="3105366" y="25021"/>
                    </a:lnTo>
                    <a:close/>
                  </a:path>
                </a:pathLst>
              </a:custGeom>
              <a:noFill/>
              <a:ln w="13562" cap="flat">
                <a:solidFill>
                  <a:srgbClr val="938FF9"/>
                </a:solidFill>
                <a:prstDash val="solid"/>
                <a:miter/>
              </a:ln>
            </p:spPr>
            <p:txBody>
              <a:bodyPr rtlCol="0" anchor="ctr"/>
              <a:lstStyle/>
              <a:p>
                <a:endParaRPr lang="zh-CN" altLang="en-US"/>
              </a:p>
            </p:txBody>
          </p:sp>
        </p:grpSp>
        <p:grpSp>
          <p:nvGrpSpPr>
            <p:cNvPr id="74" name="" descr="01949350-cbcf-4c73-9fcc-5381d71c68f9"/>
            <p:cNvGrpSpPr/>
            <p:nvPr/>
          </p:nvGrpSpPr>
          <p:grpSpPr>
            <a:xfrm>
              <a:off x="9856262" y="1965604"/>
              <a:ext cx="1086566" cy="257944"/>
              <a:chOff x="9856262" y="1649225"/>
              <a:chExt cx="1086566" cy="257944"/>
            </a:xfrm>
            <a:solidFill>
              <a:srgbClr val="938FF9"/>
            </a:solidFill>
          </p:grpSpPr>
          <p:sp>
            <p:nvSpPr>
              <p:cNvPr id="75" name="" descr="9262559d-a21b-47e9-b4f4-090e3a1a3087"/>
              <p:cNvSpPr/>
              <p:nvPr/>
            </p:nvSpPr>
            <p:spPr>
              <a:xfrm>
                <a:off x="9856262" y="1685096"/>
                <a:ext cx="638147" cy="6780"/>
              </a:xfrm>
              <a:custGeom>
                <a:gdLst>
                  <a:gd name="connsiteX0" fmla="*/ 0 w 638147"/>
                  <a:gd name="connsiteY0" fmla="*/ 0 h 6780"/>
                  <a:gd name="connsiteX1" fmla="*/ 638148 w 638147"/>
                  <a:gd name="connsiteY1" fmla="*/ 0 h 6780"/>
                </a:gdLst>
                <a:cxnLst>
                  <a:cxn ang="0">
                    <a:pos x="connsiteX0" y="connsiteY0"/>
                  </a:cxn>
                  <a:cxn ang="0">
                    <a:pos x="connsiteX1" y="connsiteY1"/>
                  </a:cxn>
                </a:cxnLst>
                <a:rect l="l" t="t" r="r" b="b"/>
                <a:pathLst>
                  <a:path w="638147" h="6780">
                    <a:moveTo>
                      <a:pt x="0" y="0"/>
                    </a:moveTo>
                    <a:lnTo>
                      <a:pt x="638148" y="0"/>
                    </a:lnTo>
                  </a:path>
                </a:pathLst>
              </a:custGeom>
              <a:ln w="13562" cap="flat">
                <a:solidFill>
                  <a:srgbClr val="938FF9"/>
                </a:solidFill>
                <a:prstDash val="solid"/>
                <a:miter/>
              </a:ln>
            </p:spPr>
            <p:txBody>
              <a:bodyPr rtlCol="0" anchor="ctr"/>
              <a:lstStyle/>
              <a:p>
                <a:endParaRPr lang="zh-CN" altLang="en-US"/>
              </a:p>
            </p:txBody>
          </p:sp>
          <p:sp>
            <p:nvSpPr>
              <p:cNvPr id="76" name="" descr="d0f1a68d-b005-4cde-ac2c-10b6c60ee23c"/>
              <p:cNvSpPr/>
              <p:nvPr/>
            </p:nvSpPr>
            <p:spPr>
              <a:xfrm>
                <a:off x="10478949" y="1649225"/>
                <a:ext cx="71741" cy="71741"/>
              </a:xfrm>
              <a:custGeom>
                <a:gdLst>
                  <a:gd name="connsiteX0" fmla="*/ 71741 w 71741"/>
                  <a:gd name="connsiteY0" fmla="*/ 35871 h 71741"/>
                  <a:gd name="connsiteX1" fmla="*/ 35870 w 71741"/>
                  <a:gd name="connsiteY1" fmla="*/ 71742 h 71741"/>
                  <a:gd name="connsiteX2" fmla="*/ -1 w 71741"/>
                  <a:gd name="connsiteY2" fmla="*/ 35871 h 71741"/>
                  <a:gd name="connsiteX3" fmla="*/ 35870 w 71741"/>
                  <a:gd name="connsiteY3" fmla="*/ 0 h 71741"/>
                  <a:gd name="connsiteX4" fmla="*/ 71741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1" y="35871"/>
                    </a:moveTo>
                    <a:cubicBezTo>
                      <a:pt x="71741" y="55682"/>
                      <a:pt x="55681" y="71742"/>
                      <a:pt x="35870" y="71742"/>
                    </a:cubicBezTo>
                    <a:cubicBezTo>
                      <a:pt x="16059" y="71742"/>
                      <a:pt x="-1" y="55682"/>
                      <a:pt x="-1" y="35871"/>
                    </a:cubicBezTo>
                    <a:cubicBezTo>
                      <a:pt x="-1" y="16060"/>
                      <a:pt x="16059" y="0"/>
                      <a:pt x="35870" y="0"/>
                    </a:cubicBezTo>
                    <a:cubicBezTo>
                      <a:pt x="55681" y="0"/>
                      <a:pt x="71741" y="16060"/>
                      <a:pt x="71741" y="35871"/>
                    </a:cubicBezTo>
                    <a:close/>
                  </a:path>
                </a:pathLst>
              </a:custGeom>
              <a:solidFill>
                <a:srgbClr val="938FF9"/>
              </a:solidFill>
              <a:ln w="6781" cap="flat">
                <a:noFill/>
                <a:prstDash val="solid"/>
                <a:miter/>
              </a:ln>
            </p:spPr>
            <p:txBody>
              <a:bodyPr rtlCol="0" anchor="ctr"/>
              <a:lstStyle/>
              <a:p>
                <a:endParaRPr lang="zh-CN" altLang="en-US"/>
              </a:p>
            </p:txBody>
          </p:sp>
          <p:grpSp>
            <p:nvGrpSpPr>
              <p:cNvPr id="77" name="" descr="f975ddc3-3c1b-4dff-bbc2-df81c56fd231"/>
              <p:cNvGrpSpPr/>
              <p:nvPr/>
            </p:nvGrpSpPr>
            <p:grpSpPr>
              <a:xfrm>
                <a:off x="10624602" y="1685096"/>
                <a:ext cx="318226" cy="222073"/>
                <a:chOff x="10624602" y="1685096"/>
                <a:chExt cx="318226" cy="222073"/>
              </a:xfrm>
            </p:grpSpPr>
            <p:sp>
              <p:nvSpPr>
                <p:cNvPr id="78" name="" descr="3db33777-8999-4a75-b7c9-06bd5f3f69f1"/>
                <p:cNvSpPr/>
                <p:nvPr/>
              </p:nvSpPr>
              <p:spPr>
                <a:xfrm>
                  <a:off x="10624602" y="1685096"/>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79" name="" descr="45c135c7-39ab-4636-976e-5685d6ca5c4e"/>
                <p:cNvSpPr/>
                <p:nvPr/>
              </p:nvSpPr>
              <p:spPr>
                <a:xfrm>
                  <a:off x="10624602" y="1759143"/>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80" name="" descr="928938a8-286e-42e4-8f1b-b641bc09ea90"/>
                <p:cNvSpPr/>
                <p:nvPr/>
              </p:nvSpPr>
              <p:spPr>
                <a:xfrm>
                  <a:off x="10624602" y="1833122"/>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81" name="" descr="d56e4822-7b30-4862-a044-be71e673c31f"/>
                <p:cNvSpPr/>
                <p:nvPr/>
              </p:nvSpPr>
              <p:spPr>
                <a:xfrm>
                  <a:off x="10624602" y="1907169"/>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grpSp>
        </p:grpSp>
        <p:grpSp>
          <p:nvGrpSpPr>
            <p:cNvPr id="82" name="" descr="a10b85c7-bab0-422b-a5b1-9e833b3d8915"/>
            <p:cNvGrpSpPr/>
            <p:nvPr/>
          </p:nvGrpSpPr>
          <p:grpSpPr>
            <a:xfrm>
              <a:off x="5694030" y="3447224"/>
              <a:ext cx="1086566" cy="257876"/>
              <a:chOff x="5694030" y="3130845"/>
              <a:chExt cx="1086566" cy="257876"/>
            </a:xfrm>
            <a:solidFill>
              <a:srgbClr val="938FF9"/>
            </a:solidFill>
          </p:grpSpPr>
          <p:sp>
            <p:nvSpPr>
              <p:cNvPr id="83" name="" descr="9dc7ab8c-2eca-42a0-9cc3-e2ccb7595e12"/>
              <p:cNvSpPr/>
              <p:nvPr/>
            </p:nvSpPr>
            <p:spPr>
              <a:xfrm>
                <a:off x="6142448" y="3166716"/>
                <a:ext cx="638147" cy="6780"/>
              </a:xfrm>
              <a:custGeom>
                <a:gdLst>
                  <a:gd name="connsiteX0" fmla="*/ 638148 w 638147"/>
                  <a:gd name="connsiteY0" fmla="*/ 0 h 6780"/>
                  <a:gd name="connsiteX1" fmla="*/ 0 w 638147"/>
                  <a:gd name="connsiteY1" fmla="*/ 0 h 6780"/>
                </a:gdLst>
                <a:cxnLst>
                  <a:cxn ang="0">
                    <a:pos x="connsiteX0" y="connsiteY0"/>
                  </a:cxn>
                  <a:cxn ang="0">
                    <a:pos x="connsiteX1" y="connsiteY1"/>
                  </a:cxn>
                </a:cxnLst>
                <a:rect l="l" t="t" r="r" b="b"/>
                <a:pathLst>
                  <a:path w="638147" h="6780">
                    <a:moveTo>
                      <a:pt x="638148" y="0"/>
                    </a:moveTo>
                    <a:lnTo>
                      <a:pt x="0" y="0"/>
                    </a:lnTo>
                  </a:path>
                </a:pathLst>
              </a:custGeom>
              <a:ln w="13562" cap="flat">
                <a:solidFill>
                  <a:srgbClr val="938FF9"/>
                </a:solidFill>
                <a:prstDash val="solid"/>
                <a:miter/>
              </a:ln>
            </p:spPr>
            <p:txBody>
              <a:bodyPr rtlCol="0" anchor="ctr"/>
              <a:lstStyle/>
              <a:p>
                <a:endParaRPr lang="zh-CN" altLang="en-US"/>
              </a:p>
            </p:txBody>
          </p:sp>
          <p:sp>
            <p:nvSpPr>
              <p:cNvPr id="84" name="" descr="0d495fc8-7877-4a50-9ebf-ca65fa8341bc"/>
              <p:cNvSpPr/>
              <p:nvPr/>
            </p:nvSpPr>
            <p:spPr>
              <a:xfrm>
                <a:off x="6086167" y="3130845"/>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938FF9"/>
              </a:solidFill>
              <a:ln w="6781" cap="flat">
                <a:noFill/>
                <a:prstDash val="solid"/>
                <a:miter/>
              </a:ln>
            </p:spPr>
            <p:txBody>
              <a:bodyPr rtlCol="0" anchor="ctr"/>
              <a:lstStyle/>
              <a:p>
                <a:endParaRPr lang="zh-CN" altLang="en-US"/>
              </a:p>
            </p:txBody>
          </p:sp>
          <p:grpSp>
            <p:nvGrpSpPr>
              <p:cNvPr id="85" name="" descr="c986ad8c-1386-4d0b-9e52-ea74b5a0b742"/>
              <p:cNvGrpSpPr/>
              <p:nvPr/>
            </p:nvGrpSpPr>
            <p:grpSpPr>
              <a:xfrm>
                <a:off x="5694030" y="3166716"/>
                <a:ext cx="318226" cy="222005"/>
                <a:chOff x="5694030" y="3166716"/>
                <a:chExt cx="318226" cy="222005"/>
              </a:xfrm>
            </p:grpSpPr>
            <p:sp>
              <p:nvSpPr>
                <p:cNvPr id="86" name="" descr="6aa4e8dc-70e0-4a03-b9c2-02cc3c9aa691"/>
                <p:cNvSpPr/>
                <p:nvPr/>
              </p:nvSpPr>
              <p:spPr>
                <a:xfrm>
                  <a:off x="5694030" y="3166716"/>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87" name="" descr="c93e4ed2-45ba-4968-840b-cfe35b5d9a3e"/>
                <p:cNvSpPr/>
                <p:nvPr/>
              </p:nvSpPr>
              <p:spPr>
                <a:xfrm>
                  <a:off x="5694030" y="3240695"/>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88" name="" descr="8f95144d-f116-4a12-8223-df7927392299"/>
                <p:cNvSpPr/>
                <p:nvPr/>
              </p:nvSpPr>
              <p:spPr>
                <a:xfrm>
                  <a:off x="5694030" y="3314742"/>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89" name="" descr="02c2f8ba-a3ff-4054-98cf-ad4fe196e050"/>
                <p:cNvSpPr/>
                <p:nvPr/>
              </p:nvSpPr>
              <p:spPr>
                <a:xfrm>
                  <a:off x="5694030" y="3388721"/>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grpSp>
        </p:grpSp>
        <p:grpSp>
          <p:nvGrpSpPr>
            <p:cNvPr id="90" name="" descr="8d9a5e22-1986-4e7d-8309-7cc53b451721"/>
            <p:cNvGrpSpPr/>
            <p:nvPr/>
          </p:nvGrpSpPr>
          <p:grpSpPr>
            <a:xfrm>
              <a:off x="10073992" y="3846953"/>
              <a:ext cx="1360994" cy="1434363"/>
              <a:chOff x="10073992" y="3530574"/>
              <a:chExt cx="1360994" cy="1434363"/>
            </a:xfrm>
          </p:grpSpPr>
          <p:sp>
            <p:nvSpPr>
              <p:cNvPr id="91" name="" descr="ca10432a-d7f3-4ac3-a325-ff5187d8e27d"/>
              <p:cNvSpPr/>
              <p:nvPr/>
            </p:nvSpPr>
            <p:spPr>
              <a:xfrm>
                <a:off x="10073992" y="3530574"/>
                <a:ext cx="1360994" cy="1434363"/>
              </a:xfrm>
              <a:custGeom>
                <a:gdLst>
                  <a:gd name="connsiteX0" fmla="*/ 872769 w 1360994"/>
                  <a:gd name="connsiteY0" fmla="*/ 1429614 h 1434363"/>
                  <a:gd name="connsiteX1" fmla="*/ 37027 w 1360994"/>
                  <a:gd name="connsiteY1" fmla="*/ 1078501 h 1434363"/>
                  <a:gd name="connsiteX2" fmla="*/ 4750 w 1360994"/>
                  <a:gd name="connsiteY2" fmla="*/ 999367 h 1434363"/>
                  <a:gd name="connsiteX3" fmla="*/ 409093 w 1360994"/>
                  <a:gd name="connsiteY3" fmla="*/ 37027 h 1434363"/>
                  <a:gd name="connsiteX4" fmla="*/ 488226 w 1360994"/>
                  <a:gd name="connsiteY4" fmla="*/ 4750 h 1434363"/>
                  <a:gd name="connsiteX5" fmla="*/ 1323968 w 1360994"/>
                  <a:gd name="connsiteY5" fmla="*/ 355863 h 1434363"/>
                  <a:gd name="connsiteX6" fmla="*/ 1356245 w 1360994"/>
                  <a:gd name="connsiteY6" fmla="*/ 434996 h 1434363"/>
                  <a:gd name="connsiteX7" fmla="*/ 951902 w 1360994"/>
                  <a:gd name="connsiteY7" fmla="*/ 1397337 h 1434363"/>
                  <a:gd name="connsiteX8" fmla="*/ 872769 w 1360994"/>
                  <a:gd name="connsiteY8" fmla="*/ 1429614 h 143436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0994" h="1434363">
                    <a:moveTo>
                      <a:pt x="872769" y="1429614"/>
                    </a:moveTo>
                    <a:lnTo>
                      <a:pt x="37027" y="1078501"/>
                    </a:lnTo>
                    <a:cubicBezTo>
                      <a:pt x="6242" y="1065549"/>
                      <a:pt x="-8202" y="1030153"/>
                      <a:pt x="4750" y="999367"/>
                    </a:cubicBezTo>
                    <a:lnTo>
                      <a:pt x="409093" y="37027"/>
                    </a:lnTo>
                    <a:cubicBezTo>
                      <a:pt x="422045" y="6242"/>
                      <a:pt x="457441" y="-8202"/>
                      <a:pt x="488226" y="4750"/>
                    </a:cubicBezTo>
                    <a:lnTo>
                      <a:pt x="1323968" y="355863"/>
                    </a:lnTo>
                    <a:cubicBezTo>
                      <a:pt x="1354753" y="368815"/>
                      <a:pt x="1369196" y="404211"/>
                      <a:pt x="1356245" y="434996"/>
                    </a:cubicBezTo>
                    <a:lnTo>
                      <a:pt x="951902" y="1397337"/>
                    </a:lnTo>
                    <a:cubicBezTo>
                      <a:pt x="938950" y="1428122"/>
                      <a:pt x="903554" y="1442565"/>
                      <a:pt x="872769" y="1429614"/>
                    </a:cubicBezTo>
                    <a:close/>
                  </a:path>
                </a:pathLst>
              </a:custGeom>
              <a:solidFill>
                <a:srgbClr val="46AEF7"/>
              </a:solidFill>
              <a:ln w="6781" cap="flat">
                <a:noFill/>
                <a:prstDash val="solid"/>
                <a:miter/>
              </a:ln>
            </p:spPr>
            <p:txBody>
              <a:bodyPr rtlCol="0" anchor="ctr"/>
              <a:lstStyle/>
              <a:p>
                <a:endParaRPr lang="zh-CN" altLang="en-US"/>
              </a:p>
            </p:txBody>
          </p:sp>
          <p:sp>
            <p:nvSpPr>
              <p:cNvPr id="92" name="" descr="4c09118d-fa72-424e-9aa5-0686051977b3"/>
              <p:cNvSpPr/>
              <p:nvPr/>
            </p:nvSpPr>
            <p:spPr>
              <a:xfrm>
                <a:off x="10836233" y="3839988"/>
                <a:ext cx="532555" cy="1096371"/>
              </a:xfrm>
              <a:custGeom>
                <a:gdLst>
                  <a:gd name="connsiteX0" fmla="*/ 451198 w 532555"/>
                  <a:gd name="connsiteY0" fmla="*/ 0 h 1096371"/>
                  <a:gd name="connsiteX1" fmla="*/ 492087 w 532555"/>
                  <a:gd name="connsiteY1" fmla="*/ 17156 h 1096371"/>
                  <a:gd name="connsiteX2" fmla="*/ 528500 w 532555"/>
                  <a:gd name="connsiteY2" fmla="*/ 94322 h 1096371"/>
                  <a:gd name="connsiteX3" fmla="*/ 121513 w 532555"/>
                  <a:gd name="connsiteY3" fmla="*/ 1062901 h 1096371"/>
                  <a:gd name="connsiteX4" fmla="*/ 40888 w 532555"/>
                  <a:gd name="connsiteY4" fmla="*/ 1090906 h 1096371"/>
                  <a:gd name="connsiteX5" fmla="*/ 0 w 532555"/>
                  <a:gd name="connsiteY5" fmla="*/ 1073751 h 109637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2555" h="1096371">
                    <a:moveTo>
                      <a:pt x="451198" y="0"/>
                    </a:moveTo>
                    <a:lnTo>
                      <a:pt x="492087" y="17156"/>
                    </a:lnTo>
                    <a:cubicBezTo>
                      <a:pt x="524432" y="30718"/>
                      <a:pt x="540706" y="65300"/>
                      <a:pt x="528500" y="94322"/>
                    </a:cubicBezTo>
                    <a:lnTo>
                      <a:pt x="121513" y="1062901"/>
                    </a:lnTo>
                    <a:cubicBezTo>
                      <a:pt x="109308" y="1091923"/>
                      <a:pt x="73233" y="1104468"/>
                      <a:pt x="40888" y="1090906"/>
                    </a:cubicBezTo>
                    <a:lnTo>
                      <a:pt x="0" y="1073751"/>
                    </a:lnTo>
                  </a:path>
                </a:pathLst>
              </a:custGeom>
              <a:noFill/>
              <a:ln w="13562" cap="flat">
                <a:solidFill>
                  <a:srgbClr val="3D436C"/>
                </a:solidFill>
                <a:prstDash val="solid"/>
                <a:miter/>
              </a:ln>
            </p:spPr>
            <p:txBody>
              <a:bodyPr rtlCol="0" anchor="ctr"/>
              <a:lstStyle/>
              <a:p>
                <a:endParaRPr lang="zh-CN" altLang="en-US"/>
              </a:p>
            </p:txBody>
          </p:sp>
          <p:sp>
            <p:nvSpPr>
              <p:cNvPr id="93" name="" descr="c514a567-2397-4de4-84f1-ac11d5f0e119"/>
              <p:cNvSpPr/>
              <p:nvPr/>
            </p:nvSpPr>
            <p:spPr>
              <a:xfrm rot="1367401">
                <a:off x="10456586" y="3768142"/>
                <a:ext cx="766441" cy="209596"/>
              </a:xfrm>
              <a:custGeom>
                <a:gdLst>
                  <a:gd name="connsiteX0" fmla="*/ 746438 w 766441"/>
                  <a:gd name="connsiteY0" fmla="*/ 0 h 209596"/>
                  <a:gd name="connsiteX1" fmla="*/ 766442 w 766441"/>
                  <a:gd name="connsiteY1" fmla="*/ 20004 h 209596"/>
                  <a:gd name="connsiteX2" fmla="*/ 766442 w 766441"/>
                  <a:gd name="connsiteY2" fmla="*/ 189593 h 209596"/>
                  <a:gd name="connsiteX3" fmla="*/ 746438 w 766441"/>
                  <a:gd name="connsiteY3" fmla="*/ 209597 h 209596"/>
                  <a:gd name="connsiteX4" fmla="*/ 20004 w 766441"/>
                  <a:gd name="connsiteY4" fmla="*/ 209597 h 209596"/>
                  <a:gd name="connsiteX5" fmla="*/ 0 w 766441"/>
                  <a:gd name="connsiteY5" fmla="*/ 189593 h 209596"/>
                  <a:gd name="connsiteX6" fmla="*/ 0 w 766441"/>
                  <a:gd name="connsiteY6" fmla="*/ 20003 h 209596"/>
                  <a:gd name="connsiteX7" fmla="*/ 20004 w 766441"/>
                  <a:gd name="connsiteY7" fmla="*/ 0 h 20959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6441" h="209595">
                    <a:moveTo>
                      <a:pt x="746438" y="0"/>
                    </a:moveTo>
                    <a:cubicBezTo>
                      <a:pt x="757486" y="0"/>
                      <a:pt x="766442" y="8956"/>
                      <a:pt x="766442" y="20004"/>
                    </a:cubicBezTo>
                    <a:lnTo>
                      <a:pt x="766442" y="189593"/>
                    </a:lnTo>
                    <a:cubicBezTo>
                      <a:pt x="766442" y="200640"/>
                      <a:pt x="757485" y="209597"/>
                      <a:pt x="746438" y="209597"/>
                    </a:cubicBezTo>
                    <a:lnTo>
                      <a:pt x="20004" y="209597"/>
                    </a:lnTo>
                    <a:cubicBezTo>
                      <a:pt x="8956" y="209597"/>
                      <a:pt x="0" y="200641"/>
                      <a:pt x="0" y="189593"/>
                    </a:cubicBezTo>
                    <a:lnTo>
                      <a:pt x="0" y="20003"/>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4" name="" descr="88951835-3f49-4231-9197-02b8c081e802"/>
              <p:cNvSpPr/>
              <p:nvPr/>
            </p:nvSpPr>
            <p:spPr>
              <a:xfrm rot="1367401">
                <a:off x="10386215" y="3915225"/>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4 h 123683"/>
                  <a:gd name="connsiteX4" fmla="*/ 20004 w 137651"/>
                  <a:gd name="connsiteY4" fmla="*/ 123684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4"/>
                      <a:pt x="117648" y="123684"/>
                    </a:cubicBezTo>
                    <a:lnTo>
                      <a:pt x="20004" y="123684"/>
                    </a:lnTo>
                    <a:cubicBezTo>
                      <a:pt x="8956" y="123684"/>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5" name="" descr="16e19fef-e81d-4e1a-9027-5b7cf4378cb5"/>
              <p:cNvSpPr/>
              <p:nvPr/>
            </p:nvSpPr>
            <p:spPr>
              <a:xfrm rot="1367401">
                <a:off x="10579433" y="3996557"/>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6" name="" descr="f5983fee-6d82-4be9-9f0c-1fa7090c9e59"/>
              <p:cNvSpPr/>
              <p:nvPr/>
            </p:nvSpPr>
            <p:spPr>
              <a:xfrm rot="1367401">
                <a:off x="10772614" y="4077664"/>
                <a:ext cx="137651" cy="123683"/>
              </a:xfrm>
              <a:custGeom>
                <a:gdLst>
                  <a:gd name="connsiteX0" fmla="*/ 117648 w 137651"/>
                  <a:gd name="connsiteY0" fmla="*/ 0 h 123683"/>
                  <a:gd name="connsiteX1" fmla="*/ 137652 w 137651"/>
                  <a:gd name="connsiteY1" fmla="*/ 20003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3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3"/>
                    </a:cubicBezTo>
                    <a:lnTo>
                      <a:pt x="137652" y="103680"/>
                    </a:lnTo>
                    <a:cubicBezTo>
                      <a:pt x="137652" y="114727"/>
                      <a:pt x="128695" y="123683"/>
                      <a:pt x="117648" y="123683"/>
                    </a:cubicBezTo>
                    <a:lnTo>
                      <a:pt x="20004" y="123683"/>
                    </a:lnTo>
                    <a:cubicBezTo>
                      <a:pt x="8956" y="123683"/>
                      <a:pt x="0" y="114727"/>
                      <a:pt x="0" y="103680"/>
                    </a:cubicBezTo>
                    <a:lnTo>
                      <a:pt x="0" y="20003"/>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7" name="" descr="70d35222-ff4f-40b3-8127-5e3ca0870de0"/>
              <p:cNvSpPr/>
              <p:nvPr/>
            </p:nvSpPr>
            <p:spPr>
              <a:xfrm rot="1367401">
                <a:off x="10965926" y="4158866"/>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9B65D"/>
              </a:solidFill>
              <a:ln w="6781" cap="flat">
                <a:noFill/>
                <a:prstDash val="solid"/>
                <a:miter/>
              </a:ln>
            </p:spPr>
            <p:txBody>
              <a:bodyPr rtlCol="0" anchor="ctr"/>
              <a:lstStyle/>
              <a:p>
                <a:endParaRPr lang="zh-CN" altLang="en-US"/>
              </a:p>
            </p:txBody>
          </p:sp>
          <p:sp>
            <p:nvSpPr>
              <p:cNvPr id="98" name="" descr="8dfaecdb-24f7-470a-8e9e-4b472b655515"/>
              <p:cNvSpPr/>
              <p:nvPr/>
            </p:nvSpPr>
            <p:spPr>
              <a:xfrm rot="1367401">
                <a:off x="10314563" y="4085711"/>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99" name="" descr="de952d87-bcc5-4e60-a186-f70a8b7a71ef"/>
              <p:cNvSpPr/>
              <p:nvPr/>
            </p:nvSpPr>
            <p:spPr>
              <a:xfrm rot="1367401">
                <a:off x="10507781" y="4167043"/>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4 h 123683"/>
                  <a:gd name="connsiteX4" fmla="*/ 20003 w 137651"/>
                  <a:gd name="connsiteY4" fmla="*/ 123684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4"/>
                      <a:pt x="117648" y="123684"/>
                    </a:cubicBezTo>
                    <a:lnTo>
                      <a:pt x="20003" y="123684"/>
                    </a:lnTo>
                    <a:cubicBezTo>
                      <a:pt x="8955" y="123684"/>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100" name="" descr="f999c04f-fe1b-4afe-ae6b-2b8998ce6def"/>
              <p:cNvSpPr/>
              <p:nvPr/>
            </p:nvSpPr>
            <p:spPr>
              <a:xfrm rot="1367401">
                <a:off x="10701030" y="4248150"/>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101" name="" descr="b80cbd93-f65f-4835-8ae0-1082e36b9a38"/>
              <p:cNvSpPr/>
              <p:nvPr/>
            </p:nvSpPr>
            <p:spPr>
              <a:xfrm rot="1367401">
                <a:off x="10894206" y="4329352"/>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4 h 123683"/>
                  <a:gd name="connsiteX4" fmla="*/ 20003 w 137651"/>
                  <a:gd name="connsiteY4" fmla="*/ 123684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4"/>
                      <a:pt x="117648" y="123684"/>
                    </a:cubicBezTo>
                    <a:lnTo>
                      <a:pt x="20003" y="123684"/>
                    </a:lnTo>
                    <a:cubicBezTo>
                      <a:pt x="8955" y="123684"/>
                      <a:pt x="0" y="114728"/>
                      <a:pt x="0" y="103680"/>
                    </a:cubicBezTo>
                    <a:lnTo>
                      <a:pt x="0" y="20004"/>
                    </a:lnTo>
                    <a:cubicBezTo>
                      <a:pt x="0" y="8956"/>
                      <a:pt x="8956" y="0"/>
                      <a:pt x="20003" y="0"/>
                    </a:cubicBezTo>
                    <a:close/>
                  </a:path>
                </a:pathLst>
              </a:custGeom>
              <a:solidFill>
                <a:srgbClr val="DF7E9F"/>
              </a:solidFill>
              <a:ln w="6781" cap="flat">
                <a:noFill/>
                <a:prstDash val="solid"/>
                <a:miter/>
              </a:ln>
            </p:spPr>
            <p:txBody>
              <a:bodyPr rtlCol="0" anchor="ctr"/>
              <a:lstStyle/>
              <a:p>
                <a:endParaRPr lang="zh-CN" altLang="en-US"/>
              </a:p>
            </p:txBody>
          </p:sp>
          <p:sp>
            <p:nvSpPr>
              <p:cNvPr id="102" name="" descr="d07046e5-7f64-4bf5-92b0-501af1c6db33"/>
              <p:cNvSpPr/>
              <p:nvPr/>
            </p:nvSpPr>
            <p:spPr>
              <a:xfrm rot="1367401">
                <a:off x="10242974" y="4256291"/>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103" name="" descr="cdb13e46-4dad-4024-83a9-bfd279b42b5f"/>
              <p:cNvSpPr/>
              <p:nvPr/>
            </p:nvSpPr>
            <p:spPr>
              <a:xfrm rot="1367401">
                <a:off x="10436061" y="4337529"/>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104" name="" descr="17117532-32d4-421e-a8e1-361ad5f88258"/>
              <p:cNvSpPr/>
              <p:nvPr/>
            </p:nvSpPr>
            <p:spPr>
              <a:xfrm rot="1367401">
                <a:off x="10629373" y="4418663"/>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4 h 123683"/>
                  <a:gd name="connsiteX4" fmla="*/ 20004 w 137651"/>
                  <a:gd name="connsiteY4" fmla="*/ 123684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4"/>
                      <a:pt x="117648" y="123684"/>
                    </a:cubicBezTo>
                    <a:lnTo>
                      <a:pt x="20004" y="123684"/>
                    </a:lnTo>
                    <a:cubicBezTo>
                      <a:pt x="8956" y="123684"/>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105" name="" descr="01bc5a55-6b28-4a21-9003-578eec70ecaa"/>
              <p:cNvSpPr/>
              <p:nvPr/>
            </p:nvSpPr>
            <p:spPr>
              <a:xfrm rot="1367401">
                <a:off x="10786746" y="4492736"/>
                <a:ext cx="137651" cy="308665"/>
              </a:xfrm>
              <a:custGeom>
                <a:gdLst>
                  <a:gd name="connsiteX0" fmla="*/ 117648 w 137651"/>
                  <a:gd name="connsiteY0" fmla="*/ 0 h 308665"/>
                  <a:gd name="connsiteX1" fmla="*/ 137651 w 137651"/>
                  <a:gd name="connsiteY1" fmla="*/ 20004 h 308665"/>
                  <a:gd name="connsiteX2" fmla="*/ 137651 w 137651"/>
                  <a:gd name="connsiteY2" fmla="*/ 288662 h 308665"/>
                  <a:gd name="connsiteX3" fmla="*/ 117648 w 137651"/>
                  <a:gd name="connsiteY3" fmla="*/ 308665 h 308665"/>
                  <a:gd name="connsiteX4" fmla="*/ 20003 w 137651"/>
                  <a:gd name="connsiteY4" fmla="*/ 308665 h 308665"/>
                  <a:gd name="connsiteX5" fmla="*/ 0 w 137651"/>
                  <a:gd name="connsiteY5" fmla="*/ 288662 h 308665"/>
                  <a:gd name="connsiteX6" fmla="*/ 0 w 137651"/>
                  <a:gd name="connsiteY6" fmla="*/ 20004 h 308665"/>
                  <a:gd name="connsiteX7" fmla="*/ 20003 w 137651"/>
                  <a:gd name="connsiteY7" fmla="*/ 0 h 30866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308665">
                    <a:moveTo>
                      <a:pt x="117648" y="0"/>
                    </a:moveTo>
                    <a:cubicBezTo>
                      <a:pt x="128696" y="0"/>
                      <a:pt x="137651" y="8956"/>
                      <a:pt x="137651" y="20004"/>
                    </a:cubicBezTo>
                    <a:lnTo>
                      <a:pt x="137651" y="288662"/>
                    </a:lnTo>
                    <a:cubicBezTo>
                      <a:pt x="137651" y="299709"/>
                      <a:pt x="128695" y="308665"/>
                      <a:pt x="117648" y="308665"/>
                    </a:cubicBezTo>
                    <a:lnTo>
                      <a:pt x="20003" y="308665"/>
                    </a:lnTo>
                    <a:cubicBezTo>
                      <a:pt x="8955" y="308665"/>
                      <a:pt x="0" y="299710"/>
                      <a:pt x="0" y="288662"/>
                    </a:cubicBezTo>
                    <a:lnTo>
                      <a:pt x="0" y="20004"/>
                    </a:lnTo>
                    <a:cubicBezTo>
                      <a:pt x="0" y="8956"/>
                      <a:pt x="8956" y="0"/>
                      <a:pt x="20003" y="0"/>
                    </a:cubicBezTo>
                    <a:close/>
                  </a:path>
                </a:pathLst>
              </a:custGeom>
              <a:solidFill>
                <a:srgbClr val="F9B65D"/>
              </a:solidFill>
              <a:ln w="6781" cap="flat">
                <a:noFill/>
                <a:prstDash val="solid"/>
                <a:miter/>
              </a:ln>
            </p:spPr>
            <p:txBody>
              <a:bodyPr rtlCol="0" anchor="ctr"/>
              <a:lstStyle/>
              <a:p>
                <a:endParaRPr lang="zh-CN" altLang="en-US"/>
              </a:p>
            </p:txBody>
          </p:sp>
          <p:sp>
            <p:nvSpPr>
              <p:cNvPr id="106" name="" descr="834c0f3d-05f4-4b3d-973a-2c3d6f4cedac"/>
              <p:cNvSpPr/>
              <p:nvPr/>
            </p:nvSpPr>
            <p:spPr>
              <a:xfrm rot="1367401">
                <a:off x="10171322" y="4426845"/>
                <a:ext cx="137651" cy="123683"/>
              </a:xfrm>
              <a:custGeom>
                <a:gdLst>
                  <a:gd name="connsiteX0" fmla="*/ 117648 w 137651"/>
                  <a:gd name="connsiteY0" fmla="*/ 0 h 123683"/>
                  <a:gd name="connsiteX1" fmla="*/ 137651 w 137651"/>
                  <a:gd name="connsiteY1" fmla="*/ 20003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3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3"/>
                    </a:cubicBezTo>
                    <a:lnTo>
                      <a:pt x="137651" y="103680"/>
                    </a:lnTo>
                    <a:cubicBezTo>
                      <a:pt x="137651" y="114727"/>
                      <a:pt x="128695" y="123683"/>
                      <a:pt x="117648" y="123683"/>
                    </a:cubicBezTo>
                    <a:lnTo>
                      <a:pt x="20003" y="123683"/>
                    </a:lnTo>
                    <a:cubicBezTo>
                      <a:pt x="8955" y="123683"/>
                      <a:pt x="0" y="114727"/>
                      <a:pt x="0" y="103680"/>
                    </a:cubicBezTo>
                    <a:lnTo>
                      <a:pt x="0" y="20003"/>
                    </a:lnTo>
                    <a:cubicBezTo>
                      <a:pt x="0" y="8956"/>
                      <a:pt x="8956" y="0"/>
                      <a:pt x="20003" y="0"/>
                    </a:cubicBezTo>
                    <a:close/>
                  </a:path>
                </a:pathLst>
              </a:custGeom>
              <a:solidFill>
                <a:srgbClr val="7162EF"/>
              </a:solidFill>
              <a:ln w="6781" cap="flat">
                <a:noFill/>
                <a:prstDash val="solid"/>
                <a:miter/>
              </a:ln>
            </p:spPr>
            <p:txBody>
              <a:bodyPr rtlCol="0" anchor="ctr"/>
              <a:lstStyle/>
              <a:p>
                <a:endParaRPr lang="zh-CN" altLang="en-US"/>
              </a:p>
            </p:txBody>
          </p:sp>
          <p:sp>
            <p:nvSpPr>
              <p:cNvPr id="107" name="" descr="211d4d4e-0ad8-4d9f-9bf0-2d039ed70a4d"/>
              <p:cNvSpPr/>
              <p:nvPr/>
            </p:nvSpPr>
            <p:spPr>
              <a:xfrm rot="1367401">
                <a:off x="10364498" y="4508046"/>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108" name="" descr="13bd1100-5920-4b2f-987d-077f39f5ed3d"/>
              <p:cNvSpPr/>
              <p:nvPr/>
            </p:nvSpPr>
            <p:spPr>
              <a:xfrm rot="1367401">
                <a:off x="10557721" y="4589217"/>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7162EF"/>
              </a:solidFill>
              <a:ln w="6781" cap="flat">
                <a:noFill/>
                <a:prstDash val="solid"/>
                <a:miter/>
              </a:ln>
            </p:spPr>
            <p:txBody>
              <a:bodyPr rtlCol="0" anchor="ctr"/>
              <a:lstStyle/>
              <a:p>
                <a:endParaRPr lang="zh-CN" altLang="en-US"/>
              </a:p>
            </p:txBody>
          </p:sp>
        </p:grpSp>
        <p:grpSp>
          <p:nvGrpSpPr>
            <p:cNvPr id="109" name="" descr="efa339d5-9243-4d10-8600-bbd904d8ee1e"/>
            <p:cNvGrpSpPr/>
            <p:nvPr/>
          </p:nvGrpSpPr>
          <p:grpSpPr>
            <a:xfrm>
              <a:off x="5813037" y="4921108"/>
              <a:ext cx="1138736" cy="1138736"/>
              <a:chOff x="5813037" y="4604729"/>
              <a:chExt cx="1138736" cy="1138736"/>
            </a:xfrm>
          </p:grpSpPr>
          <p:sp>
            <p:nvSpPr>
              <p:cNvPr id="110" name="" descr="8c18afe3-759d-4f4f-9dd6-cd5d3f3582f5"/>
              <p:cNvSpPr/>
              <p:nvPr/>
            </p:nvSpPr>
            <p:spPr>
              <a:xfrm rot="-1640400">
                <a:off x="5959890" y="4751581"/>
                <a:ext cx="845031" cy="845031"/>
              </a:xfrm>
              <a:custGeom>
                <a:gdLst>
                  <a:gd name="connsiteX0" fmla="*/ 845032 w 845031"/>
                  <a:gd name="connsiteY0" fmla="*/ 422516 h 845031"/>
                  <a:gd name="connsiteX1" fmla="*/ 422516 w 845031"/>
                  <a:gd name="connsiteY1" fmla="*/ 845032 h 845031"/>
                  <a:gd name="connsiteX2" fmla="*/ 0 w 845031"/>
                  <a:gd name="connsiteY2" fmla="*/ 422516 h 845031"/>
                  <a:gd name="connsiteX3" fmla="*/ 422516 w 845031"/>
                  <a:gd name="connsiteY3" fmla="*/ 0 h 845031"/>
                  <a:gd name="connsiteX4" fmla="*/ 845032 w 845031"/>
                  <a:gd name="connsiteY4" fmla="*/ 422516 h 845031"/>
                </a:gdLst>
                <a:cxnLst>
                  <a:cxn ang="0">
                    <a:pos x="connsiteX0" y="connsiteY0"/>
                  </a:cxn>
                  <a:cxn ang="0">
                    <a:pos x="connsiteX1" y="connsiteY1"/>
                  </a:cxn>
                  <a:cxn ang="0">
                    <a:pos x="connsiteX2" y="connsiteY2"/>
                  </a:cxn>
                  <a:cxn ang="0">
                    <a:pos x="connsiteX3" y="connsiteY3"/>
                  </a:cxn>
                  <a:cxn ang="0">
                    <a:pos x="connsiteX4" y="connsiteY4"/>
                  </a:cxn>
                </a:cxnLst>
                <a:rect l="l" t="t" r="r" b="b"/>
                <a:pathLst>
                  <a:path w="845031" h="845031">
                    <a:moveTo>
                      <a:pt x="845032" y="422516"/>
                    </a:moveTo>
                    <a:cubicBezTo>
                      <a:pt x="845032" y="655865"/>
                      <a:pt x="655865" y="845032"/>
                      <a:pt x="422516" y="845032"/>
                    </a:cubicBezTo>
                    <a:cubicBezTo>
                      <a:pt x="189167" y="845032"/>
                      <a:pt x="0" y="655865"/>
                      <a:pt x="0" y="422516"/>
                    </a:cubicBezTo>
                    <a:cubicBezTo>
                      <a:pt x="0" y="189167"/>
                      <a:pt x="189167" y="0"/>
                      <a:pt x="422516" y="0"/>
                    </a:cubicBezTo>
                    <a:cubicBezTo>
                      <a:pt x="655865" y="0"/>
                      <a:pt x="845032" y="189167"/>
                      <a:pt x="845032" y="422516"/>
                    </a:cubicBezTo>
                    <a:close/>
                  </a:path>
                </a:pathLst>
              </a:custGeom>
              <a:solidFill>
                <a:srgbClr val="F9B65D"/>
              </a:solidFill>
              <a:ln w="6781" cap="flat">
                <a:noFill/>
                <a:prstDash val="solid"/>
                <a:miter/>
              </a:ln>
            </p:spPr>
            <p:txBody>
              <a:bodyPr rtlCol="0" anchor="ctr"/>
              <a:lstStyle/>
              <a:p>
                <a:endParaRPr lang="zh-CN" altLang="en-US"/>
              </a:p>
            </p:txBody>
          </p:sp>
          <p:sp>
            <p:nvSpPr>
              <p:cNvPr id="111" name="" descr="8b5a2c6d-5017-4d97-9ef5-57731058ca64"/>
              <p:cNvSpPr/>
              <p:nvPr/>
            </p:nvSpPr>
            <p:spPr>
              <a:xfrm rot="-2700000">
                <a:off x="6017740" y="4809843"/>
                <a:ext cx="729214" cy="729214"/>
              </a:xfrm>
              <a:custGeom>
                <a:gdLst>
                  <a:gd name="connsiteX0" fmla="*/ 729215 w 729214"/>
                  <a:gd name="connsiteY0" fmla="*/ 364607 h 729214"/>
                  <a:gd name="connsiteX1" fmla="*/ 364607 w 729214"/>
                  <a:gd name="connsiteY1" fmla="*/ 729215 h 729214"/>
                  <a:gd name="connsiteX2" fmla="*/ 0 w 729214"/>
                  <a:gd name="connsiteY2" fmla="*/ 364607 h 729214"/>
                  <a:gd name="connsiteX3" fmla="*/ 364607 w 729214"/>
                  <a:gd name="connsiteY3" fmla="*/ 0 h 729214"/>
                  <a:gd name="connsiteX4" fmla="*/ 729215 w 729214"/>
                  <a:gd name="connsiteY4" fmla="*/ 364607 h 729214"/>
                </a:gdLst>
                <a:cxnLst>
                  <a:cxn ang="0">
                    <a:pos x="connsiteX0" y="connsiteY0"/>
                  </a:cxn>
                  <a:cxn ang="0">
                    <a:pos x="connsiteX1" y="connsiteY1"/>
                  </a:cxn>
                  <a:cxn ang="0">
                    <a:pos x="connsiteX2" y="connsiteY2"/>
                  </a:cxn>
                  <a:cxn ang="0">
                    <a:pos x="connsiteX3" y="connsiteY3"/>
                  </a:cxn>
                  <a:cxn ang="0">
                    <a:pos x="connsiteX4" y="connsiteY4"/>
                  </a:cxn>
                </a:cxnLst>
                <a:rect l="l" t="t" r="r" b="b"/>
                <a:pathLst>
                  <a:path w="729214" h="729214">
                    <a:moveTo>
                      <a:pt x="729215" y="364607"/>
                    </a:moveTo>
                    <a:cubicBezTo>
                      <a:pt x="729215" y="565974"/>
                      <a:pt x="565974" y="729215"/>
                      <a:pt x="364607" y="729215"/>
                    </a:cubicBezTo>
                    <a:cubicBezTo>
                      <a:pt x="163240" y="729215"/>
                      <a:pt x="0" y="565974"/>
                      <a:pt x="0" y="364607"/>
                    </a:cubicBezTo>
                    <a:cubicBezTo>
                      <a:pt x="0" y="163240"/>
                      <a:pt x="163240" y="0"/>
                      <a:pt x="364607" y="0"/>
                    </a:cubicBezTo>
                    <a:cubicBezTo>
                      <a:pt x="565974" y="0"/>
                      <a:pt x="729215" y="163240"/>
                      <a:pt x="729215" y="364607"/>
                    </a:cubicBezTo>
                    <a:close/>
                  </a:path>
                </a:pathLst>
              </a:custGeom>
              <a:noFill/>
              <a:ln w="13562" cap="flat">
                <a:solidFill>
                  <a:srgbClr val="3D436C"/>
                </a:solidFill>
                <a:prstDash val="solid"/>
                <a:miter/>
              </a:ln>
            </p:spPr>
            <p:txBody>
              <a:bodyPr rtlCol="0" anchor="ctr"/>
              <a:lstStyle/>
              <a:p>
                <a:endParaRPr lang="zh-CN" altLang="en-US"/>
              </a:p>
            </p:txBody>
          </p:sp>
          <p:grpSp>
            <p:nvGrpSpPr>
              <p:cNvPr id="112" name="" descr="58dd490d-8c20-4735-bb34-db3dfef9f07f"/>
              <p:cNvGrpSpPr/>
              <p:nvPr/>
            </p:nvGrpSpPr>
            <p:grpSpPr>
              <a:xfrm>
                <a:off x="6276447" y="5005619"/>
                <a:ext cx="211409" cy="334974"/>
                <a:chOff x="6276447" y="5005619"/>
                <a:chExt cx="211409" cy="334974"/>
              </a:xfrm>
              <a:noFill/>
            </p:grpSpPr>
            <p:sp>
              <p:nvSpPr>
                <p:cNvPr id="113" name="" descr="014e011f-5d3c-403e-88f3-b2c92bb32326"/>
                <p:cNvSpPr/>
                <p:nvPr/>
              </p:nvSpPr>
              <p:spPr>
                <a:xfrm>
                  <a:off x="6276447" y="5047525"/>
                  <a:ext cx="211409" cy="253197"/>
                </a:xfrm>
                <a:custGeom>
                  <a:gdLst>
                    <a:gd name="connsiteX0" fmla="*/ 140491 w 211409"/>
                    <a:gd name="connsiteY0" fmla="*/ 0 h 253197"/>
                    <a:gd name="connsiteX1" fmla="*/ 38710 w 211409"/>
                    <a:gd name="connsiteY1" fmla="*/ 35600 h 253197"/>
                    <a:gd name="connsiteX2" fmla="*/ 5551 w 211409"/>
                    <a:gd name="connsiteY2" fmla="*/ 114800 h 253197"/>
                    <a:gd name="connsiteX3" fmla="*/ 7586 w 211409"/>
                    <a:gd name="connsiteY3" fmla="*/ 119140 h 253197"/>
                    <a:gd name="connsiteX4" fmla="*/ 62239 w 211409"/>
                    <a:gd name="connsiteY4" fmla="*/ 141924 h 253197"/>
                    <a:gd name="connsiteX5" fmla="*/ 149170 w 211409"/>
                    <a:gd name="connsiteY5" fmla="*/ 111274 h 253197"/>
                    <a:gd name="connsiteX6" fmla="*/ 203824 w 211409"/>
                    <a:gd name="connsiteY6" fmla="*/ 134058 h 253197"/>
                    <a:gd name="connsiteX7" fmla="*/ 205858 w 211409"/>
                    <a:gd name="connsiteY7" fmla="*/ 138397 h 253197"/>
                    <a:gd name="connsiteX8" fmla="*/ 172700 w 211409"/>
                    <a:gd name="connsiteY8" fmla="*/ 217598 h 253197"/>
                    <a:gd name="connsiteX9" fmla="*/ 70919 w 211409"/>
                    <a:gd name="connsiteY9" fmla="*/ 253198 h 25319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09" h="253197">
                      <a:moveTo>
                        <a:pt x="140491" y="0"/>
                      </a:moveTo>
                      <a:lnTo>
                        <a:pt x="38710" y="35600"/>
                      </a:lnTo>
                      <a:cubicBezTo>
                        <a:pt x="6365" y="46923"/>
                        <a:pt x="-9095" y="83811"/>
                        <a:pt x="5551" y="114800"/>
                      </a:cubicBezTo>
                      <a:lnTo>
                        <a:pt x="7586" y="119140"/>
                      </a:lnTo>
                      <a:cubicBezTo>
                        <a:pt x="17282" y="139618"/>
                        <a:pt x="40880" y="149450"/>
                        <a:pt x="62239" y="141924"/>
                      </a:cubicBezTo>
                      <a:lnTo>
                        <a:pt x="149170" y="111274"/>
                      </a:lnTo>
                      <a:cubicBezTo>
                        <a:pt x="170530" y="103747"/>
                        <a:pt x="194127" y="113580"/>
                        <a:pt x="203824" y="134058"/>
                      </a:cubicBezTo>
                      <a:lnTo>
                        <a:pt x="205858" y="138397"/>
                      </a:lnTo>
                      <a:cubicBezTo>
                        <a:pt x="220505" y="169386"/>
                        <a:pt x="205044" y="206274"/>
                        <a:pt x="172700" y="217598"/>
                      </a:cubicBezTo>
                      <a:lnTo>
                        <a:pt x="70919" y="253198"/>
                      </a:lnTo>
                    </a:path>
                  </a:pathLst>
                </a:custGeom>
                <a:noFill/>
                <a:ln w="13562" cap="flat">
                  <a:solidFill>
                    <a:srgbClr val="3D436C"/>
                  </a:solidFill>
                  <a:prstDash val="solid"/>
                  <a:miter/>
                </a:ln>
              </p:spPr>
              <p:txBody>
                <a:bodyPr rtlCol="0" anchor="ctr"/>
                <a:lstStyle/>
                <a:p>
                  <a:endParaRPr lang="zh-CN" altLang="en-US"/>
                </a:p>
              </p:txBody>
            </p:sp>
            <p:sp>
              <p:nvSpPr>
                <p:cNvPr id="114" name="" descr="e6589088-38ab-4f2d-88a6-43a6ddeaff0e"/>
                <p:cNvSpPr/>
                <p:nvPr/>
              </p:nvSpPr>
              <p:spPr>
                <a:xfrm>
                  <a:off x="6302613" y="5005619"/>
                  <a:ext cx="33158" cy="70249"/>
                </a:xfrm>
                <a:custGeom>
                  <a:gdLst>
                    <a:gd name="connsiteX0" fmla="*/ 0 w 33158"/>
                    <a:gd name="connsiteY0" fmla="*/ 0 h 70249"/>
                    <a:gd name="connsiteX1" fmla="*/ 33158 w 33158"/>
                    <a:gd name="connsiteY1" fmla="*/ 70250 h 70249"/>
                  </a:gdLst>
                  <a:cxnLst>
                    <a:cxn ang="0">
                      <a:pos x="connsiteX0" y="connsiteY0"/>
                    </a:cxn>
                    <a:cxn ang="0">
                      <a:pos x="connsiteX1" y="connsiteY1"/>
                    </a:cxn>
                  </a:cxnLst>
                  <a:rect l="l" t="t" r="r" b="b"/>
                  <a:pathLst>
                    <a:path w="33158" h="70249">
                      <a:moveTo>
                        <a:pt x="0" y="0"/>
                      </a:moveTo>
                      <a:lnTo>
                        <a:pt x="33158" y="70250"/>
                      </a:lnTo>
                    </a:path>
                  </a:pathLst>
                </a:custGeom>
                <a:ln w="13562" cap="flat">
                  <a:solidFill>
                    <a:srgbClr val="3D436C"/>
                  </a:solidFill>
                  <a:prstDash val="solid"/>
                  <a:miter/>
                </a:ln>
              </p:spPr>
              <p:txBody>
                <a:bodyPr rtlCol="0" anchor="ctr"/>
                <a:lstStyle/>
                <a:p>
                  <a:endParaRPr lang="zh-CN" altLang="en-US"/>
                </a:p>
              </p:txBody>
            </p:sp>
            <p:sp>
              <p:nvSpPr>
                <p:cNvPr id="115" name="" descr="10f88b72-386a-4901-a970-31f4cbb1bda3"/>
                <p:cNvSpPr/>
                <p:nvPr/>
              </p:nvSpPr>
              <p:spPr>
                <a:xfrm>
                  <a:off x="6427584" y="5270344"/>
                  <a:ext cx="33158" cy="70249"/>
                </a:xfrm>
                <a:custGeom>
                  <a:gdLst>
                    <a:gd name="connsiteX0" fmla="*/ 0 w 33158"/>
                    <a:gd name="connsiteY0" fmla="*/ 0 h 70249"/>
                    <a:gd name="connsiteX1" fmla="*/ 33158 w 33158"/>
                    <a:gd name="connsiteY1" fmla="*/ 70250 h 70249"/>
                  </a:gdLst>
                  <a:cxnLst>
                    <a:cxn ang="0">
                      <a:pos x="connsiteX0" y="connsiteY0"/>
                    </a:cxn>
                    <a:cxn ang="0">
                      <a:pos x="connsiteX1" y="connsiteY1"/>
                    </a:cxn>
                  </a:cxnLst>
                  <a:rect l="l" t="t" r="r" b="b"/>
                  <a:pathLst>
                    <a:path w="33158" h="70249">
                      <a:moveTo>
                        <a:pt x="0" y="0"/>
                      </a:moveTo>
                      <a:lnTo>
                        <a:pt x="33158" y="70250"/>
                      </a:lnTo>
                    </a:path>
                  </a:pathLst>
                </a:custGeom>
                <a:ln w="13562" cap="flat">
                  <a:solidFill>
                    <a:srgbClr val="3D436C"/>
                  </a:solidFill>
                  <a:prstDash val="solid"/>
                  <a:miter/>
                </a:ln>
              </p:spPr>
              <p:txBody>
                <a:bodyPr rtlCol="0" anchor="ctr"/>
                <a:lstStyle/>
                <a:p>
                  <a:endParaRPr lang="zh-CN" altLang="en-US"/>
                </a:p>
              </p:txBody>
            </p:sp>
          </p:grpSp>
          <p:sp>
            <p:nvSpPr>
              <p:cNvPr id="116" name="" descr="5d64dcd4-54b1-4769-92b3-554efe356d8b"/>
              <p:cNvSpPr/>
              <p:nvPr/>
            </p:nvSpPr>
            <p:spPr>
              <a:xfrm rot="-4236001">
                <a:off x="6127763" y="4920001"/>
                <a:ext cx="509785" cy="509785"/>
              </a:xfrm>
              <a:custGeom>
                <a:gdLst>
                  <a:gd name="connsiteX0" fmla="*/ 509786 w 509785"/>
                  <a:gd name="connsiteY0" fmla="*/ 254893 h 509785"/>
                  <a:gd name="connsiteX1" fmla="*/ 254893 w 509785"/>
                  <a:gd name="connsiteY1" fmla="*/ 509786 h 509785"/>
                  <a:gd name="connsiteX2" fmla="*/ 0 w 509785"/>
                  <a:gd name="connsiteY2" fmla="*/ 254893 h 509785"/>
                  <a:gd name="connsiteX3" fmla="*/ 254893 w 509785"/>
                  <a:gd name="connsiteY3" fmla="*/ 0 h 509785"/>
                  <a:gd name="connsiteX4" fmla="*/ 509786 w 509785"/>
                  <a:gd name="connsiteY4" fmla="*/ 254893 h 5097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09785" h="509785">
                    <a:moveTo>
                      <a:pt x="509786" y="254893"/>
                    </a:moveTo>
                    <a:cubicBezTo>
                      <a:pt x="509786" y="395666"/>
                      <a:pt x="395667" y="509786"/>
                      <a:pt x="254893" y="509786"/>
                    </a:cubicBezTo>
                    <a:cubicBezTo>
                      <a:pt x="114119" y="509786"/>
                      <a:pt x="0" y="395667"/>
                      <a:pt x="0" y="254893"/>
                    </a:cubicBezTo>
                    <a:cubicBezTo>
                      <a:pt x="0" y="114119"/>
                      <a:pt x="114119" y="0"/>
                      <a:pt x="254893" y="0"/>
                    </a:cubicBezTo>
                    <a:cubicBezTo>
                      <a:pt x="395666" y="0"/>
                      <a:pt x="509786" y="114119"/>
                      <a:pt x="509786" y="254893"/>
                    </a:cubicBezTo>
                    <a:close/>
                  </a:path>
                </a:pathLst>
              </a:custGeom>
              <a:noFill/>
              <a:ln w="13562" cap="flat">
                <a:solidFill>
                  <a:srgbClr val="FFFFFF"/>
                </a:solidFill>
                <a:prstDash val="solid"/>
                <a:miter/>
              </a:ln>
            </p:spPr>
            <p:txBody>
              <a:bodyPr rtlCol="0" anchor="ctr"/>
              <a:lstStyle/>
              <a:p>
                <a:endParaRPr lang="zh-CN" altLang="en-US"/>
              </a:p>
            </p:txBody>
          </p:sp>
        </p:grpSp>
        <p:grpSp>
          <p:nvGrpSpPr>
            <p:cNvPr id="117" name="" descr="71adfd21-6f86-4ef0-bf8e-235421030f65"/>
            <p:cNvGrpSpPr/>
            <p:nvPr/>
          </p:nvGrpSpPr>
          <p:grpSpPr>
            <a:xfrm>
              <a:off x="9612347" y="4880497"/>
              <a:ext cx="863530" cy="514243"/>
              <a:chOff x="9612347" y="4564118"/>
              <a:chExt cx="863530" cy="514243"/>
            </a:xfrm>
            <a:solidFill>
              <a:srgbClr val="F9B65D"/>
            </a:solidFill>
          </p:grpSpPr>
          <p:sp>
            <p:nvSpPr>
              <p:cNvPr id="118" name="" descr="8c2e3ea0-421b-430d-85f9-35f99d9d3949"/>
              <p:cNvSpPr/>
              <p:nvPr/>
            </p:nvSpPr>
            <p:spPr>
              <a:xfrm rot="-1636799">
                <a:off x="9585556" y="4768418"/>
                <a:ext cx="917111" cy="105645"/>
              </a:xfrm>
              <a:custGeom>
                <a:gdLst>
                  <a:gd name="connsiteX0" fmla="*/ 0 w 917111"/>
                  <a:gd name="connsiteY0" fmla="*/ 0 h 105645"/>
                  <a:gd name="connsiteX1" fmla="*/ 917112 w 917111"/>
                  <a:gd name="connsiteY1" fmla="*/ 0 h 105645"/>
                  <a:gd name="connsiteX2" fmla="*/ 917112 w 917111"/>
                  <a:gd name="connsiteY2" fmla="*/ 105646 h 105645"/>
                  <a:gd name="connsiteX3" fmla="*/ 0 w 917111"/>
                  <a:gd name="connsiteY3" fmla="*/ 105646 h 105645"/>
                </a:gdLst>
                <a:cxnLst>
                  <a:cxn ang="0">
                    <a:pos x="connsiteX0" y="connsiteY0"/>
                  </a:cxn>
                  <a:cxn ang="0">
                    <a:pos x="connsiteX1" y="connsiteY1"/>
                  </a:cxn>
                  <a:cxn ang="0">
                    <a:pos x="connsiteX2" y="connsiteY2"/>
                  </a:cxn>
                  <a:cxn ang="0">
                    <a:pos x="connsiteX3" y="connsiteY3"/>
                  </a:cxn>
                </a:cxnLst>
                <a:rect l="l" t="t" r="r" b="b"/>
                <a:pathLst>
                  <a:path w="917111" h="105645">
                    <a:moveTo>
                      <a:pt x="0" y="0"/>
                    </a:moveTo>
                    <a:lnTo>
                      <a:pt x="917112" y="0"/>
                    </a:lnTo>
                    <a:lnTo>
                      <a:pt x="917112" y="105646"/>
                    </a:lnTo>
                    <a:lnTo>
                      <a:pt x="0" y="105646"/>
                    </a:lnTo>
                    <a:close/>
                  </a:path>
                </a:pathLst>
              </a:custGeom>
              <a:solidFill>
                <a:srgbClr val="F9B65D"/>
              </a:solidFill>
              <a:ln w="6781" cap="flat">
                <a:noFill/>
                <a:prstDash val="solid"/>
                <a:miter/>
              </a:ln>
            </p:spPr>
            <p:txBody>
              <a:bodyPr rtlCol="0" anchor="ctr"/>
              <a:lstStyle/>
              <a:p>
                <a:endParaRPr lang="zh-CN" altLang="en-US"/>
              </a:p>
            </p:txBody>
          </p:sp>
          <p:grpSp>
            <p:nvGrpSpPr>
              <p:cNvPr id="119" name="" descr="12e3f6b7-8dbb-4ac9-893e-c3f923eb45a3"/>
              <p:cNvGrpSpPr/>
              <p:nvPr/>
            </p:nvGrpSpPr>
            <p:grpSpPr>
              <a:xfrm>
                <a:off x="9713321" y="4636875"/>
                <a:ext cx="676188" cy="396680"/>
                <a:chOff x="9713321" y="4636875"/>
                <a:chExt cx="676188" cy="396680"/>
              </a:xfrm>
            </p:grpSpPr>
            <p:sp>
              <p:nvSpPr>
                <p:cNvPr id="120" name="" descr="1546da9d-1342-41c4-be81-7ecae222dd2e"/>
                <p:cNvSpPr/>
                <p:nvPr/>
              </p:nvSpPr>
              <p:spPr>
                <a:xfrm>
                  <a:off x="9713321" y="4968256"/>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121" name="" descr="88b8d00d-0518-4c39-8046-185e19d3840b"/>
                <p:cNvSpPr/>
                <p:nvPr/>
              </p:nvSpPr>
              <p:spPr>
                <a:xfrm>
                  <a:off x="9841819" y="4902007"/>
                  <a:ext cx="33700" cy="65231"/>
                </a:xfrm>
                <a:custGeom>
                  <a:gdLst>
                    <a:gd name="connsiteX0" fmla="*/ 0 w 33700"/>
                    <a:gd name="connsiteY0" fmla="*/ 0 h 65231"/>
                    <a:gd name="connsiteX1" fmla="*/ 33701 w 33700"/>
                    <a:gd name="connsiteY1" fmla="*/ 65232 h 65231"/>
                  </a:gdLst>
                  <a:cxnLst>
                    <a:cxn ang="0">
                      <a:pos x="connsiteX0" y="connsiteY0"/>
                    </a:cxn>
                    <a:cxn ang="0">
                      <a:pos x="connsiteX1" y="connsiteY1"/>
                    </a:cxn>
                  </a:cxnLst>
                  <a:rect l="l" t="t" r="r" b="b"/>
                  <a:pathLst>
                    <a:path w="33700" h="65231">
                      <a:moveTo>
                        <a:pt x="0" y="0"/>
                      </a:moveTo>
                      <a:lnTo>
                        <a:pt x="33701" y="65232"/>
                      </a:lnTo>
                    </a:path>
                  </a:pathLst>
                </a:custGeom>
                <a:ln w="13562" cap="flat">
                  <a:solidFill>
                    <a:srgbClr val="3D436C"/>
                  </a:solidFill>
                  <a:prstDash val="solid"/>
                  <a:miter/>
                </a:ln>
              </p:spPr>
              <p:txBody>
                <a:bodyPr rtlCol="0" anchor="ctr"/>
                <a:lstStyle/>
                <a:p>
                  <a:endParaRPr lang="zh-CN" altLang="en-US"/>
                </a:p>
              </p:txBody>
            </p:sp>
            <p:sp>
              <p:nvSpPr>
                <p:cNvPr id="122" name="" descr="1bb4dda9-61b6-4da6-acb4-9e0fc7127bef"/>
                <p:cNvSpPr/>
                <p:nvPr/>
              </p:nvSpPr>
              <p:spPr>
                <a:xfrm>
                  <a:off x="9970316" y="4835690"/>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123" name="" descr="a27532e1-4f35-402f-90e4-71f19c8aecf4"/>
                <p:cNvSpPr/>
                <p:nvPr/>
              </p:nvSpPr>
              <p:spPr>
                <a:xfrm>
                  <a:off x="10098813" y="4769441"/>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124" name="" descr="7060b915-0bef-49bb-837b-6b7a414e05c7"/>
                <p:cNvSpPr/>
                <p:nvPr/>
              </p:nvSpPr>
              <p:spPr>
                <a:xfrm>
                  <a:off x="10227311" y="4703192"/>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125" name="" descr="2bf9d0f7-7577-49f2-b162-3f65a5188ad6"/>
                <p:cNvSpPr/>
                <p:nvPr/>
              </p:nvSpPr>
              <p:spPr>
                <a:xfrm>
                  <a:off x="10355808" y="4636875"/>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grpSp>
          <p:sp>
            <p:nvSpPr>
              <p:cNvPr id="126" name="" descr="80640b2c-60b4-4b11-889a-046605321dc7"/>
              <p:cNvSpPr/>
              <p:nvPr/>
            </p:nvSpPr>
            <p:spPr>
              <a:xfrm>
                <a:off x="9627069" y="4592393"/>
                <a:ext cx="815060" cy="420345"/>
              </a:xfrm>
              <a:custGeom>
                <a:gdLst>
                  <a:gd name="connsiteX0" fmla="*/ 0 w 815060"/>
                  <a:gd name="connsiteY0" fmla="*/ 420346 h 420345"/>
                  <a:gd name="connsiteX1" fmla="*/ 815060 w 815060"/>
                  <a:gd name="connsiteY1" fmla="*/ 0 h 420345"/>
                </a:gdLst>
                <a:cxnLst>
                  <a:cxn ang="0">
                    <a:pos x="connsiteX0" y="connsiteY0"/>
                  </a:cxn>
                  <a:cxn ang="0">
                    <a:pos x="connsiteX1" y="connsiteY1"/>
                  </a:cxn>
                </a:cxnLst>
                <a:rect l="l" t="t" r="r" b="b"/>
                <a:pathLst>
                  <a:path w="815060" h="420345">
                    <a:moveTo>
                      <a:pt x="0" y="420346"/>
                    </a:moveTo>
                    <a:lnTo>
                      <a:pt x="815060" y="0"/>
                    </a:lnTo>
                  </a:path>
                </a:pathLst>
              </a:custGeom>
              <a:ln w="13562" cap="flat">
                <a:solidFill>
                  <a:srgbClr val="3D436C"/>
                </a:solidFill>
                <a:prstDash val="solid"/>
                <a:miter/>
              </a:ln>
            </p:spPr>
            <p:txBody>
              <a:bodyPr rtlCol="0" anchor="ctr"/>
              <a:lstStyle/>
              <a:p>
                <a:endParaRPr lang="zh-CN" altLang="en-US"/>
              </a:p>
            </p:txBody>
          </p:sp>
        </p:grpSp>
        <p:grpSp>
          <p:nvGrpSpPr>
            <p:cNvPr id="127" name="" descr="464d9fe4-5af9-4831-86cc-23127e6bcc94"/>
            <p:cNvGrpSpPr/>
            <p:nvPr/>
          </p:nvGrpSpPr>
          <p:grpSpPr>
            <a:xfrm>
              <a:off x="8499450" y="1340117"/>
              <a:ext cx="1557399" cy="1531566"/>
              <a:chOff x="8499450" y="1023738"/>
              <a:chExt cx="1557399" cy="1531566"/>
            </a:xfrm>
          </p:grpSpPr>
          <p:grpSp>
            <p:nvGrpSpPr>
              <p:cNvPr id="128" name="" descr="998e44ad-1e5d-4c8e-a567-0c4bf4045056"/>
              <p:cNvGrpSpPr/>
              <p:nvPr/>
            </p:nvGrpSpPr>
            <p:grpSpPr>
              <a:xfrm>
                <a:off x="8499450" y="1700740"/>
                <a:ext cx="1225814" cy="854564"/>
                <a:chOff x="8499450" y="1700740"/>
                <a:chExt cx="1225814" cy="854564"/>
              </a:xfrm>
            </p:grpSpPr>
            <p:sp>
              <p:nvSpPr>
                <p:cNvPr id="129" name="" descr="0fb6609d-90b1-4271-a230-c72399b29c39"/>
                <p:cNvSpPr/>
                <p:nvPr/>
              </p:nvSpPr>
              <p:spPr>
                <a:xfrm>
                  <a:off x="8499450" y="1700740"/>
                  <a:ext cx="1109920" cy="854564"/>
                </a:xfrm>
                <a:custGeom>
                  <a:gdLst>
                    <a:gd name="connsiteX0" fmla="*/ 980881 w 1109920"/>
                    <a:gd name="connsiteY0" fmla="*/ 14870 h 854564"/>
                    <a:gd name="connsiteX1" fmla="*/ 264143 w 1109920"/>
                    <a:gd name="connsiteY1" fmla="*/ 20 h 854564"/>
                    <a:gd name="connsiteX2" fmla="*/ 167109 w 1109920"/>
                    <a:gd name="connsiteY2" fmla="*/ 85594 h 854564"/>
                    <a:gd name="connsiteX3" fmla="*/ 159446 w 1109920"/>
                    <a:gd name="connsiteY3" fmla="*/ 155912 h 854564"/>
                    <a:gd name="connsiteX4" fmla="*/ 102216 w 1109920"/>
                    <a:gd name="connsiteY4" fmla="*/ 681768 h 854564"/>
                    <a:gd name="connsiteX5" fmla="*/ 99097 w 1109920"/>
                    <a:gd name="connsiteY5" fmla="*/ 710587 h 854564"/>
                    <a:gd name="connsiteX6" fmla="*/ 7216 w 1109920"/>
                    <a:gd name="connsiteY6" fmla="*/ 811215 h 854564"/>
                    <a:gd name="connsiteX7" fmla="*/ 14269 w 1109920"/>
                    <a:gd name="connsiteY7" fmla="*/ 838203 h 854564"/>
                    <a:gd name="connsiteX8" fmla="*/ 84993 w 1109920"/>
                    <a:gd name="connsiteY8" fmla="*/ 839695 h 854564"/>
                    <a:gd name="connsiteX9" fmla="*/ 802341 w 1109920"/>
                    <a:gd name="connsiteY9" fmla="*/ 854545 h 854564"/>
                    <a:gd name="connsiteX10" fmla="*/ 899375 w 1109920"/>
                    <a:gd name="connsiteY10" fmla="*/ 768835 h 854564"/>
                    <a:gd name="connsiteX11" fmla="*/ 906969 w 1109920"/>
                    <a:gd name="connsiteY11" fmla="*/ 698449 h 854564"/>
                    <a:gd name="connsiteX12" fmla="*/ 963793 w 1109920"/>
                    <a:gd name="connsiteY12" fmla="*/ 172593 h 854564"/>
                    <a:gd name="connsiteX13" fmla="*/ 966913 w 1109920"/>
                    <a:gd name="connsiteY13" fmla="*/ 143774 h 854564"/>
                    <a:gd name="connsiteX14" fmla="*/ 1109921 w 1109920"/>
                    <a:gd name="connsiteY14" fmla="*/ 17514 h 854564"/>
                    <a:gd name="connsiteX15" fmla="*/ 980881 w 1109920"/>
                    <a:gd name="connsiteY15" fmla="*/ 14870 h 854564"/>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9920" h="854564">
                      <a:moveTo>
                        <a:pt x="980881" y="14870"/>
                      </a:moveTo>
                      <a:lnTo>
                        <a:pt x="264143" y="20"/>
                      </a:lnTo>
                      <a:cubicBezTo>
                        <a:pt x="215796" y="-997"/>
                        <a:pt x="172398" y="37315"/>
                        <a:pt x="167109" y="85594"/>
                      </a:cubicBezTo>
                      <a:lnTo>
                        <a:pt x="159446" y="155912"/>
                      </a:lnTo>
                      <a:lnTo>
                        <a:pt x="102216" y="681768"/>
                      </a:lnTo>
                      <a:lnTo>
                        <a:pt x="99097" y="710587"/>
                      </a:lnTo>
                      <a:cubicBezTo>
                        <a:pt x="94554" y="752221"/>
                        <a:pt x="46478" y="788364"/>
                        <a:pt x="7216" y="811215"/>
                      </a:cubicBezTo>
                      <a:cubicBezTo>
                        <a:pt x="-5464" y="818606"/>
                        <a:pt x="-378" y="837932"/>
                        <a:pt x="14269" y="838203"/>
                      </a:cubicBezTo>
                      <a:lnTo>
                        <a:pt x="84993" y="839695"/>
                      </a:lnTo>
                      <a:lnTo>
                        <a:pt x="802341" y="854545"/>
                      </a:lnTo>
                      <a:cubicBezTo>
                        <a:pt x="850688" y="855562"/>
                        <a:pt x="894154" y="817182"/>
                        <a:pt x="899375" y="768835"/>
                      </a:cubicBezTo>
                      <a:lnTo>
                        <a:pt x="906969" y="698449"/>
                      </a:lnTo>
                      <a:lnTo>
                        <a:pt x="963793" y="172593"/>
                      </a:lnTo>
                      <a:lnTo>
                        <a:pt x="966913" y="143774"/>
                      </a:lnTo>
                      <a:cubicBezTo>
                        <a:pt x="974575" y="72575"/>
                        <a:pt x="1038654" y="16023"/>
                        <a:pt x="1109921" y="17514"/>
                      </a:cubicBezTo>
                      <a:lnTo>
                        <a:pt x="980881" y="14870"/>
                      </a:lnTo>
                      <a:close/>
                    </a:path>
                  </a:pathLst>
                </a:custGeom>
                <a:solidFill>
                  <a:srgbClr val="FFFFFF"/>
                </a:solidFill>
                <a:ln w="6781" cap="flat">
                  <a:noFill/>
                  <a:prstDash val="solid"/>
                  <a:miter/>
                </a:ln>
              </p:spPr>
              <p:txBody>
                <a:bodyPr rtlCol="0" anchor="ctr"/>
                <a:lstStyle/>
                <a:p>
                  <a:endParaRPr lang="zh-CN" altLang="en-US"/>
                </a:p>
              </p:txBody>
            </p:sp>
            <p:sp>
              <p:nvSpPr>
                <p:cNvPr id="130" name="" descr="b092491b-518e-43ee-95a0-b9550d6603ba"/>
                <p:cNvSpPr/>
                <p:nvPr/>
              </p:nvSpPr>
              <p:spPr>
                <a:xfrm>
                  <a:off x="9455445" y="1718187"/>
                  <a:ext cx="269819" cy="230368"/>
                </a:xfrm>
                <a:custGeom>
                  <a:gdLst>
                    <a:gd name="connsiteX0" fmla="*/ 153925 w 269819"/>
                    <a:gd name="connsiteY0" fmla="*/ 68 h 230368"/>
                    <a:gd name="connsiteX1" fmla="*/ 153925 w 269819"/>
                    <a:gd name="connsiteY1" fmla="*/ 68 h 230368"/>
                    <a:gd name="connsiteX2" fmla="*/ 10917 w 269819"/>
                    <a:gd name="connsiteY2" fmla="*/ 126328 h 230368"/>
                    <a:gd name="connsiteX3" fmla="*/ 0 w 269819"/>
                    <a:gd name="connsiteY3" fmla="*/ 227091 h 230368"/>
                    <a:gd name="connsiteX4" fmla="*/ 157316 w 269819"/>
                    <a:gd name="connsiteY4" fmla="*/ 230346 h 230368"/>
                    <a:gd name="connsiteX5" fmla="*/ 269064 w 269819"/>
                    <a:gd name="connsiteY5" fmla="*/ 131617 h 230368"/>
                    <a:gd name="connsiteX6" fmla="*/ 269064 w 269819"/>
                    <a:gd name="connsiteY6" fmla="*/ 131617 h 230368"/>
                    <a:gd name="connsiteX7" fmla="*/ 153925 w 269819"/>
                    <a:gd name="connsiteY7" fmla="*/ 0 h 23036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819" h="230368">
                      <a:moveTo>
                        <a:pt x="153925" y="68"/>
                      </a:moveTo>
                      <a:lnTo>
                        <a:pt x="153925" y="68"/>
                      </a:lnTo>
                      <a:cubicBezTo>
                        <a:pt x="82658" y="-1424"/>
                        <a:pt x="18647" y="55128"/>
                        <a:pt x="10917" y="126328"/>
                      </a:cubicBezTo>
                      <a:lnTo>
                        <a:pt x="0" y="227091"/>
                      </a:lnTo>
                      <a:lnTo>
                        <a:pt x="157316" y="230346"/>
                      </a:lnTo>
                      <a:cubicBezTo>
                        <a:pt x="213054" y="231499"/>
                        <a:pt x="263029" y="187288"/>
                        <a:pt x="269064" y="131617"/>
                      </a:cubicBezTo>
                      <a:lnTo>
                        <a:pt x="269064" y="131617"/>
                      </a:lnTo>
                      <a:cubicBezTo>
                        <a:pt x="276727" y="60418"/>
                        <a:pt x="225192" y="1492"/>
                        <a:pt x="153925" y="0"/>
                      </a:cubicBezTo>
                      <a:close/>
                    </a:path>
                  </a:pathLst>
                </a:custGeom>
                <a:solidFill>
                  <a:srgbClr val="938FF9"/>
                </a:solidFill>
                <a:ln w="6781" cap="flat">
                  <a:noFill/>
                  <a:prstDash val="solid"/>
                  <a:miter/>
                </a:ln>
              </p:spPr>
              <p:txBody>
                <a:bodyPr rtlCol="0" anchor="ctr"/>
                <a:lstStyle/>
                <a:p>
                  <a:endParaRPr lang="zh-CN" altLang="en-US"/>
                </a:p>
              </p:txBody>
            </p:sp>
          </p:grpSp>
          <p:grpSp>
            <p:nvGrpSpPr>
              <p:cNvPr id="131" name="" descr="377c35d4-960a-4e18-90f5-f4fa74b79ff3"/>
              <p:cNvGrpSpPr/>
              <p:nvPr/>
            </p:nvGrpSpPr>
            <p:grpSpPr>
              <a:xfrm>
                <a:off x="8934267" y="1023738"/>
                <a:ext cx="1122582" cy="826200"/>
                <a:chOff x="8934267" y="1023738"/>
                <a:chExt cx="1122582" cy="826200"/>
              </a:xfrm>
            </p:grpSpPr>
            <p:sp>
              <p:nvSpPr>
                <p:cNvPr id="132" name="" descr="04ccf9c7-260a-4049-8311-a790e64b3e68"/>
                <p:cNvSpPr/>
                <p:nvPr/>
              </p:nvSpPr>
              <p:spPr>
                <a:xfrm>
                  <a:off x="8934267" y="1023738"/>
                  <a:ext cx="1006688" cy="826200"/>
                </a:xfrm>
                <a:custGeom>
                  <a:gdLst>
                    <a:gd name="connsiteX0" fmla="*/ 877716 w 1006688"/>
                    <a:gd name="connsiteY0" fmla="*/ 14870 h 826200"/>
                    <a:gd name="connsiteX1" fmla="*/ 161521 w 1006688"/>
                    <a:gd name="connsiteY1" fmla="*/ 20 h 826200"/>
                    <a:gd name="connsiteX2" fmla="*/ 64622 w 1006688"/>
                    <a:gd name="connsiteY2" fmla="*/ 85527 h 826200"/>
                    <a:gd name="connsiteX3" fmla="*/ 0 w 1006688"/>
                    <a:gd name="connsiteY3" fmla="*/ 680819 h 826200"/>
                    <a:gd name="connsiteX4" fmla="*/ 679782 w 1006688"/>
                    <a:gd name="connsiteY4" fmla="*/ 694923 h 826200"/>
                    <a:gd name="connsiteX5" fmla="*/ 790310 w 1006688"/>
                    <a:gd name="connsiteY5" fmla="*/ 826201 h 826200"/>
                    <a:gd name="connsiteX6" fmla="*/ 863883 w 1006688"/>
                    <a:gd name="connsiteY6" fmla="*/ 143639 h 826200"/>
                    <a:gd name="connsiteX7" fmla="*/ 1006688 w 1006688"/>
                    <a:gd name="connsiteY7" fmla="*/ 17582 h 826200"/>
                    <a:gd name="connsiteX8" fmla="*/ 877716 w 1006688"/>
                    <a:gd name="connsiteY8" fmla="*/ 14938 h 8262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687" h="826200">
                      <a:moveTo>
                        <a:pt x="877716" y="14870"/>
                      </a:moveTo>
                      <a:lnTo>
                        <a:pt x="161521" y="20"/>
                      </a:lnTo>
                      <a:cubicBezTo>
                        <a:pt x="113241" y="-997"/>
                        <a:pt x="69843" y="37315"/>
                        <a:pt x="64622" y="85527"/>
                      </a:cubicBezTo>
                      <a:lnTo>
                        <a:pt x="0" y="680819"/>
                      </a:lnTo>
                      <a:lnTo>
                        <a:pt x="679782" y="694923"/>
                      </a:lnTo>
                      <a:cubicBezTo>
                        <a:pt x="748608" y="698788"/>
                        <a:pt x="797837" y="756561"/>
                        <a:pt x="790310" y="826201"/>
                      </a:cubicBezTo>
                      <a:lnTo>
                        <a:pt x="863883" y="143639"/>
                      </a:lnTo>
                      <a:cubicBezTo>
                        <a:pt x="871545" y="72507"/>
                        <a:pt x="935489" y="16090"/>
                        <a:pt x="1006688" y="17582"/>
                      </a:cubicBezTo>
                      <a:lnTo>
                        <a:pt x="877716" y="14938"/>
                      </a:lnTo>
                      <a:close/>
                    </a:path>
                  </a:pathLst>
                </a:custGeom>
                <a:solidFill>
                  <a:srgbClr val="FFFFFF"/>
                </a:solidFill>
                <a:ln w="6781" cap="flat">
                  <a:noFill/>
                  <a:prstDash val="solid"/>
                  <a:miter/>
                </a:ln>
              </p:spPr>
              <p:txBody>
                <a:bodyPr rtlCol="0" anchor="ctr"/>
                <a:lstStyle/>
                <a:p>
                  <a:endParaRPr lang="zh-CN" altLang="en-US"/>
                </a:p>
              </p:txBody>
            </p:sp>
            <p:sp>
              <p:nvSpPr>
                <p:cNvPr id="133" name="" descr="c1250bad-b08c-480a-9e21-2226f716425e"/>
                <p:cNvSpPr/>
                <p:nvPr/>
              </p:nvSpPr>
              <p:spPr>
                <a:xfrm>
                  <a:off x="9775230" y="1041224"/>
                  <a:ext cx="281618" cy="343886"/>
                </a:xfrm>
                <a:custGeom>
                  <a:gdLst>
                    <a:gd name="connsiteX0" fmla="*/ 165725 w 281618"/>
                    <a:gd name="connsiteY0" fmla="*/ 29 h 343886"/>
                    <a:gd name="connsiteX1" fmla="*/ 165725 w 281618"/>
                    <a:gd name="connsiteY1" fmla="*/ 29 h 343886"/>
                    <a:gd name="connsiteX2" fmla="*/ 22919 w 281618"/>
                    <a:gd name="connsiteY2" fmla="*/ 126085 h 343886"/>
                    <a:gd name="connsiteX3" fmla="*/ 0 w 281618"/>
                    <a:gd name="connsiteY3" fmla="*/ 338530 h 343886"/>
                    <a:gd name="connsiteX4" fmla="*/ 258012 w 281618"/>
                    <a:gd name="connsiteY4" fmla="*/ 343887 h 343886"/>
                    <a:gd name="connsiteX5" fmla="*/ 280864 w 281618"/>
                    <a:gd name="connsiteY5" fmla="*/ 131442 h 343886"/>
                    <a:gd name="connsiteX6" fmla="*/ 165725 w 281618"/>
                    <a:gd name="connsiteY6" fmla="*/ 29 h 34388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618" h="343886">
                      <a:moveTo>
                        <a:pt x="165725" y="29"/>
                      </a:moveTo>
                      <a:lnTo>
                        <a:pt x="165725" y="29"/>
                      </a:lnTo>
                      <a:cubicBezTo>
                        <a:pt x="94526" y="-1463"/>
                        <a:pt x="30582" y="55022"/>
                        <a:pt x="22919" y="126085"/>
                      </a:cubicBezTo>
                      <a:lnTo>
                        <a:pt x="0" y="338530"/>
                      </a:lnTo>
                      <a:lnTo>
                        <a:pt x="258012" y="343887"/>
                      </a:lnTo>
                      <a:lnTo>
                        <a:pt x="280864" y="131442"/>
                      </a:lnTo>
                      <a:cubicBezTo>
                        <a:pt x="288526" y="60311"/>
                        <a:pt x="236992" y="1521"/>
                        <a:pt x="165725" y="29"/>
                      </a:cubicBezTo>
                      <a:close/>
                    </a:path>
                  </a:pathLst>
                </a:custGeom>
                <a:solidFill>
                  <a:srgbClr val="938FF9"/>
                </a:solidFill>
                <a:ln w="6781" cap="flat">
                  <a:noFill/>
                  <a:prstDash val="solid"/>
                  <a:miter/>
                </a:ln>
              </p:spPr>
              <p:txBody>
                <a:bodyPr rtlCol="0" anchor="ctr"/>
                <a:lstStyle/>
                <a:p>
                  <a:endParaRPr lang="zh-CN" altLang="en-US"/>
                </a:p>
              </p:txBody>
            </p:sp>
          </p:grpSp>
          <p:sp>
            <p:nvSpPr>
              <p:cNvPr id="134" name="" descr="5b8ac97b-08bc-492e-87bb-03ae336e25db"/>
              <p:cNvSpPr/>
              <p:nvPr/>
            </p:nvSpPr>
            <p:spPr>
              <a:xfrm>
                <a:off x="8806041" y="1701574"/>
                <a:ext cx="807940" cy="16816"/>
              </a:xfrm>
              <a:custGeom>
                <a:gdLst>
                  <a:gd name="connsiteX0" fmla="*/ 0 w 807940"/>
                  <a:gd name="connsiteY0" fmla="*/ 0 h 16816"/>
                  <a:gd name="connsiteX1" fmla="*/ 807941 w 807940"/>
                  <a:gd name="connsiteY1" fmla="*/ 16817 h 16816"/>
                </a:gdLst>
                <a:cxnLst>
                  <a:cxn ang="0">
                    <a:pos x="connsiteX0" y="connsiteY0"/>
                  </a:cxn>
                  <a:cxn ang="0">
                    <a:pos x="connsiteX1" y="connsiteY1"/>
                  </a:cxn>
                </a:cxnLst>
                <a:rect l="l" t="t" r="r" b="b"/>
                <a:pathLst>
                  <a:path w="807940" h="16816">
                    <a:moveTo>
                      <a:pt x="0" y="0"/>
                    </a:moveTo>
                    <a:lnTo>
                      <a:pt x="807941" y="16817"/>
                    </a:lnTo>
                  </a:path>
                </a:pathLst>
              </a:custGeom>
              <a:ln w="13562" cap="flat">
                <a:solidFill>
                  <a:srgbClr val="3D436C"/>
                </a:solidFill>
                <a:prstDash val="solid"/>
                <a:miter/>
              </a:ln>
            </p:spPr>
            <p:txBody>
              <a:bodyPr rtlCol="0" anchor="ctr"/>
              <a:lstStyle/>
              <a:p>
                <a:endParaRPr lang="zh-CN" altLang="en-US"/>
              </a:p>
            </p:txBody>
          </p:sp>
          <p:grpSp>
            <p:nvGrpSpPr>
              <p:cNvPr id="135" name="" descr="4f6348ba-c12e-4c37-a476-d5bc0c4e97b0"/>
              <p:cNvGrpSpPr/>
              <p:nvPr/>
            </p:nvGrpSpPr>
            <p:grpSpPr>
              <a:xfrm>
                <a:off x="9062493" y="1268751"/>
                <a:ext cx="584849" cy="350638"/>
                <a:chOff x="9062493" y="1268751"/>
                <a:chExt cx="584849" cy="350638"/>
              </a:xfrm>
            </p:grpSpPr>
            <p:sp>
              <p:nvSpPr>
                <p:cNvPr id="136" name="" descr="1c3afbaf-4b63-473d-b31d-d573d31922e9"/>
                <p:cNvSpPr/>
                <p:nvPr/>
              </p:nvSpPr>
              <p:spPr>
                <a:xfrm>
                  <a:off x="9062493" y="1608065"/>
                  <a:ext cx="298019" cy="6170"/>
                </a:xfrm>
                <a:custGeom>
                  <a:gdLst>
                    <a:gd name="connsiteX0" fmla="*/ 0 w 298019"/>
                    <a:gd name="connsiteY0" fmla="*/ 0 h 6170"/>
                    <a:gd name="connsiteX1" fmla="*/ 298020 w 298019"/>
                    <a:gd name="connsiteY1" fmla="*/ 6171 h 6170"/>
                  </a:gdLst>
                  <a:cxnLst>
                    <a:cxn ang="0">
                      <a:pos x="connsiteX0" y="connsiteY0"/>
                    </a:cxn>
                    <a:cxn ang="0">
                      <a:pos x="connsiteX1" y="connsiteY1"/>
                    </a:cxn>
                  </a:cxnLst>
                  <a:rect l="l" t="t" r="r" b="b"/>
                  <a:pathLst>
                    <a:path w="298019" h="6170">
                      <a:moveTo>
                        <a:pt x="0" y="0"/>
                      </a:moveTo>
                      <a:lnTo>
                        <a:pt x="298020" y="6171"/>
                      </a:lnTo>
                    </a:path>
                  </a:pathLst>
                </a:custGeom>
                <a:ln w="13562" cap="flat">
                  <a:solidFill>
                    <a:srgbClr val="3D436C"/>
                  </a:solidFill>
                  <a:prstDash val="solid"/>
                  <a:miter/>
                </a:ln>
              </p:spPr>
              <p:txBody>
                <a:bodyPr rtlCol="0" anchor="ctr"/>
                <a:lstStyle/>
                <a:p>
                  <a:endParaRPr lang="zh-CN" altLang="en-US"/>
                </a:p>
              </p:txBody>
            </p:sp>
            <p:sp>
              <p:nvSpPr>
                <p:cNvPr id="137" name="" descr="c539770c-5cea-4b80-b8e6-845e73bb410e"/>
                <p:cNvSpPr/>
                <p:nvPr/>
              </p:nvSpPr>
              <p:spPr>
                <a:xfrm>
                  <a:off x="9071648" y="1523237"/>
                  <a:ext cx="298019" cy="6170"/>
                </a:xfrm>
                <a:custGeom>
                  <a:gdLst>
                    <a:gd name="connsiteX0" fmla="*/ 0 w 298019"/>
                    <a:gd name="connsiteY0" fmla="*/ 0 h 6170"/>
                    <a:gd name="connsiteX1" fmla="*/ 298019 w 298019"/>
                    <a:gd name="connsiteY1" fmla="*/ 6171 h 6170"/>
                  </a:gdLst>
                  <a:cxnLst>
                    <a:cxn ang="0">
                      <a:pos x="connsiteX0" y="connsiteY0"/>
                    </a:cxn>
                    <a:cxn ang="0">
                      <a:pos x="connsiteX1" y="connsiteY1"/>
                    </a:cxn>
                  </a:cxnLst>
                  <a:rect l="l" t="t" r="r" b="b"/>
                  <a:pathLst>
                    <a:path w="298019" h="6170">
                      <a:moveTo>
                        <a:pt x="0" y="0"/>
                      </a:moveTo>
                      <a:lnTo>
                        <a:pt x="298019" y="6171"/>
                      </a:lnTo>
                    </a:path>
                  </a:pathLst>
                </a:custGeom>
                <a:ln w="13562" cap="flat">
                  <a:solidFill>
                    <a:srgbClr val="3D436C"/>
                  </a:solidFill>
                  <a:prstDash val="solid"/>
                  <a:miter/>
                </a:ln>
              </p:spPr>
              <p:txBody>
                <a:bodyPr rtlCol="0" anchor="ctr"/>
                <a:lstStyle/>
                <a:p>
                  <a:endParaRPr lang="zh-CN" altLang="en-US"/>
                </a:p>
              </p:txBody>
            </p:sp>
            <p:sp>
              <p:nvSpPr>
                <p:cNvPr id="138" name="" descr="0aed4eb1-7994-4cb6-bf4d-3cc9499a1dbb"/>
                <p:cNvSpPr/>
                <p:nvPr/>
              </p:nvSpPr>
              <p:spPr>
                <a:xfrm>
                  <a:off x="9080870" y="1438408"/>
                  <a:ext cx="298019" cy="6170"/>
                </a:xfrm>
                <a:custGeom>
                  <a:gdLst>
                    <a:gd name="connsiteX0" fmla="*/ 0 w 298019"/>
                    <a:gd name="connsiteY0" fmla="*/ 0 h 6170"/>
                    <a:gd name="connsiteX1" fmla="*/ 298019 w 298019"/>
                    <a:gd name="connsiteY1" fmla="*/ 6171 h 6170"/>
                  </a:gdLst>
                  <a:cxnLst>
                    <a:cxn ang="0">
                      <a:pos x="connsiteX0" y="connsiteY0"/>
                    </a:cxn>
                    <a:cxn ang="0">
                      <a:pos x="connsiteX1" y="connsiteY1"/>
                    </a:cxn>
                  </a:cxnLst>
                  <a:rect l="l" t="t" r="r" b="b"/>
                  <a:pathLst>
                    <a:path w="298019" h="6170">
                      <a:moveTo>
                        <a:pt x="0" y="0"/>
                      </a:moveTo>
                      <a:lnTo>
                        <a:pt x="298019" y="6171"/>
                      </a:lnTo>
                    </a:path>
                  </a:pathLst>
                </a:custGeom>
                <a:ln w="13562" cap="flat">
                  <a:solidFill>
                    <a:srgbClr val="3D436C"/>
                  </a:solidFill>
                  <a:prstDash val="solid"/>
                  <a:miter/>
                </a:ln>
              </p:spPr>
              <p:txBody>
                <a:bodyPr rtlCol="0" anchor="ctr"/>
                <a:lstStyle/>
                <a:p>
                  <a:endParaRPr lang="zh-CN" altLang="en-US"/>
                </a:p>
              </p:txBody>
            </p:sp>
            <p:sp>
              <p:nvSpPr>
                <p:cNvPr id="139" name="" descr="5b5d7ac1-de4d-479b-be28-ba26ed460a4a"/>
                <p:cNvSpPr/>
                <p:nvPr/>
              </p:nvSpPr>
              <p:spPr>
                <a:xfrm>
                  <a:off x="9090092" y="1353580"/>
                  <a:ext cx="297951" cy="6170"/>
                </a:xfrm>
                <a:custGeom>
                  <a:gdLst>
                    <a:gd name="connsiteX0" fmla="*/ 0 w 297951"/>
                    <a:gd name="connsiteY0" fmla="*/ 0 h 6170"/>
                    <a:gd name="connsiteX1" fmla="*/ 297951 w 297951"/>
                    <a:gd name="connsiteY1" fmla="*/ 6171 h 6170"/>
                  </a:gdLst>
                  <a:cxnLst>
                    <a:cxn ang="0">
                      <a:pos x="connsiteX0" y="connsiteY0"/>
                    </a:cxn>
                    <a:cxn ang="0">
                      <a:pos x="connsiteX1" y="connsiteY1"/>
                    </a:cxn>
                  </a:cxnLst>
                  <a:rect l="l" t="t" r="r" b="b"/>
                  <a:pathLst>
                    <a:path w="297951" h="6170">
                      <a:moveTo>
                        <a:pt x="0" y="0"/>
                      </a:moveTo>
                      <a:lnTo>
                        <a:pt x="297951" y="6171"/>
                      </a:lnTo>
                    </a:path>
                  </a:pathLst>
                </a:custGeom>
                <a:ln w="13562" cap="flat">
                  <a:solidFill>
                    <a:srgbClr val="3D436C"/>
                  </a:solidFill>
                  <a:prstDash val="solid"/>
                  <a:miter/>
                </a:ln>
              </p:spPr>
              <p:txBody>
                <a:bodyPr rtlCol="0" anchor="ctr"/>
                <a:lstStyle/>
                <a:p>
                  <a:endParaRPr lang="zh-CN" altLang="en-US"/>
                </a:p>
              </p:txBody>
            </p:sp>
            <p:sp>
              <p:nvSpPr>
                <p:cNvPr id="140" name="" descr="3260e9ba-96ba-46d3-b707-15961dfe8ffe"/>
                <p:cNvSpPr/>
                <p:nvPr/>
              </p:nvSpPr>
              <p:spPr>
                <a:xfrm>
                  <a:off x="9099314" y="1268751"/>
                  <a:ext cx="297883" cy="6170"/>
                </a:xfrm>
                <a:custGeom>
                  <a:gdLst>
                    <a:gd name="connsiteX0" fmla="*/ 0 w 297883"/>
                    <a:gd name="connsiteY0" fmla="*/ 0 h 6170"/>
                    <a:gd name="connsiteX1" fmla="*/ 297883 w 297883"/>
                    <a:gd name="connsiteY1" fmla="*/ 6171 h 6170"/>
                  </a:gdLst>
                  <a:cxnLst>
                    <a:cxn ang="0">
                      <a:pos x="connsiteX0" y="connsiteY0"/>
                    </a:cxn>
                    <a:cxn ang="0">
                      <a:pos x="connsiteX1" y="connsiteY1"/>
                    </a:cxn>
                  </a:cxnLst>
                  <a:rect l="l" t="t" r="r" b="b"/>
                  <a:pathLst>
                    <a:path w="297883" h="6170">
                      <a:moveTo>
                        <a:pt x="0" y="0"/>
                      </a:moveTo>
                      <a:lnTo>
                        <a:pt x="297883" y="6171"/>
                      </a:lnTo>
                    </a:path>
                  </a:pathLst>
                </a:custGeom>
                <a:ln w="13562" cap="flat">
                  <a:solidFill>
                    <a:srgbClr val="3D436C"/>
                  </a:solidFill>
                  <a:prstDash val="solid"/>
                  <a:miter/>
                </a:ln>
              </p:spPr>
              <p:txBody>
                <a:bodyPr rtlCol="0" anchor="ctr"/>
                <a:lstStyle/>
                <a:p>
                  <a:endParaRPr lang="zh-CN" altLang="en-US"/>
                </a:p>
              </p:txBody>
            </p:sp>
            <p:sp>
              <p:nvSpPr>
                <p:cNvPr id="141" name="" descr="2e49c8a7-c5ae-4fdd-a778-37539f3f977c"/>
                <p:cNvSpPr/>
                <p:nvPr/>
              </p:nvSpPr>
              <p:spPr>
                <a:xfrm>
                  <a:off x="9530984" y="1617762"/>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142" name="" descr="4df50ca8-e056-4914-b5bd-3f8cf64b8a47"/>
                <p:cNvSpPr/>
                <p:nvPr/>
              </p:nvSpPr>
              <p:spPr>
                <a:xfrm>
                  <a:off x="9540138" y="1532933"/>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143" name="" descr="ac9aa3ce-c316-4dd6-a308-9cf7b86f096d"/>
                <p:cNvSpPr/>
                <p:nvPr/>
              </p:nvSpPr>
              <p:spPr>
                <a:xfrm>
                  <a:off x="9549292" y="1448105"/>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144" name="" descr="c5e381fa-4a6d-4450-a515-acf554d7de1c"/>
                <p:cNvSpPr/>
                <p:nvPr/>
              </p:nvSpPr>
              <p:spPr>
                <a:xfrm>
                  <a:off x="9558446" y="1363276"/>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145" name="" descr="102cee51-a767-4869-aef3-73874ede8773"/>
                <p:cNvSpPr/>
                <p:nvPr/>
              </p:nvSpPr>
              <p:spPr>
                <a:xfrm>
                  <a:off x="9567600" y="1278447"/>
                  <a:ext cx="79743" cy="1695"/>
                </a:xfrm>
                <a:custGeom>
                  <a:gdLst>
                    <a:gd name="connsiteX0" fmla="*/ 0 w 79743"/>
                    <a:gd name="connsiteY0" fmla="*/ 0 h 1695"/>
                    <a:gd name="connsiteX1" fmla="*/ 79743 w 79743"/>
                    <a:gd name="connsiteY1" fmla="*/ 1695 h 1695"/>
                  </a:gdLst>
                  <a:cxnLst>
                    <a:cxn ang="0">
                      <a:pos x="connsiteX0" y="connsiteY0"/>
                    </a:cxn>
                    <a:cxn ang="0">
                      <a:pos x="connsiteX1" y="connsiteY1"/>
                    </a:cxn>
                  </a:cxnLst>
                  <a:rect l="l" t="t" r="r" b="b"/>
                  <a:pathLst>
                    <a:path w="79743" h="1695">
                      <a:moveTo>
                        <a:pt x="0" y="0"/>
                      </a:moveTo>
                      <a:lnTo>
                        <a:pt x="79743" y="1695"/>
                      </a:lnTo>
                    </a:path>
                  </a:pathLst>
                </a:custGeom>
                <a:ln w="13562" cap="flat">
                  <a:solidFill>
                    <a:srgbClr val="3D436C"/>
                  </a:solidFill>
                  <a:prstDash val="solid"/>
                  <a:miter/>
                </a:ln>
              </p:spPr>
              <p:txBody>
                <a:bodyPr rtlCol="0" anchor="ctr"/>
                <a:lstStyle/>
                <a:p>
                  <a:endParaRPr lang="zh-CN" altLang="en-US"/>
                </a:p>
              </p:txBody>
            </p:sp>
          </p:grpSp>
          <p:grpSp>
            <p:nvGrpSpPr>
              <p:cNvPr id="146" name="" descr="10357678-10c3-44c1-8fe4-4b16df4956c8"/>
              <p:cNvGrpSpPr/>
              <p:nvPr/>
            </p:nvGrpSpPr>
            <p:grpSpPr>
              <a:xfrm>
                <a:off x="8706294" y="1848651"/>
                <a:ext cx="603700" cy="519278"/>
                <a:chOff x="8706294" y="1848651"/>
                <a:chExt cx="603700" cy="519278"/>
              </a:xfrm>
            </p:grpSpPr>
            <p:sp>
              <p:nvSpPr>
                <p:cNvPr id="147" name="" descr="3f03e05d-6311-40b2-97f1-26d391116e44"/>
                <p:cNvSpPr/>
                <p:nvPr/>
              </p:nvSpPr>
              <p:spPr>
                <a:xfrm>
                  <a:off x="8724603" y="2188372"/>
                  <a:ext cx="298222" cy="6170"/>
                </a:xfrm>
                <a:custGeom>
                  <a:gdLst>
                    <a:gd name="connsiteX0" fmla="*/ 0 w 298222"/>
                    <a:gd name="connsiteY0" fmla="*/ 0 h 6170"/>
                    <a:gd name="connsiteX1" fmla="*/ 298223 w 298222"/>
                    <a:gd name="connsiteY1" fmla="*/ 6171 h 6170"/>
                  </a:gdLst>
                  <a:cxnLst>
                    <a:cxn ang="0">
                      <a:pos x="connsiteX0" y="connsiteY0"/>
                    </a:cxn>
                    <a:cxn ang="0">
                      <a:pos x="connsiteX1" y="connsiteY1"/>
                    </a:cxn>
                  </a:cxnLst>
                  <a:rect l="l" t="t" r="r" b="b"/>
                  <a:pathLst>
                    <a:path w="298222" h="6170">
                      <a:moveTo>
                        <a:pt x="0" y="0"/>
                      </a:moveTo>
                      <a:lnTo>
                        <a:pt x="298223" y="6171"/>
                      </a:lnTo>
                    </a:path>
                  </a:pathLst>
                </a:custGeom>
                <a:ln w="13562" cap="flat">
                  <a:solidFill>
                    <a:srgbClr val="3D436C"/>
                  </a:solidFill>
                  <a:prstDash val="solid"/>
                  <a:miter/>
                </a:ln>
              </p:spPr>
              <p:txBody>
                <a:bodyPr rtlCol="0" anchor="ctr"/>
                <a:lstStyle/>
                <a:p>
                  <a:endParaRPr lang="zh-CN" altLang="en-US"/>
                </a:p>
              </p:txBody>
            </p:sp>
            <p:sp>
              <p:nvSpPr>
                <p:cNvPr id="148" name="" descr="073e94d1-201b-4713-bb44-bfa763976abd"/>
                <p:cNvSpPr/>
                <p:nvPr/>
              </p:nvSpPr>
              <p:spPr>
                <a:xfrm>
                  <a:off x="8733825" y="2103408"/>
                  <a:ext cx="298222" cy="6170"/>
                </a:xfrm>
                <a:custGeom>
                  <a:gdLst>
                    <a:gd name="connsiteX0" fmla="*/ 0 w 298222"/>
                    <a:gd name="connsiteY0" fmla="*/ 0 h 6170"/>
                    <a:gd name="connsiteX1" fmla="*/ 298223 w 298222"/>
                    <a:gd name="connsiteY1" fmla="*/ 6171 h 6170"/>
                  </a:gdLst>
                  <a:cxnLst>
                    <a:cxn ang="0">
                      <a:pos x="connsiteX0" y="connsiteY0"/>
                    </a:cxn>
                    <a:cxn ang="0">
                      <a:pos x="connsiteX1" y="connsiteY1"/>
                    </a:cxn>
                  </a:cxnLst>
                  <a:rect l="l" t="t" r="r" b="b"/>
                  <a:pathLst>
                    <a:path w="298222" h="6170">
                      <a:moveTo>
                        <a:pt x="0" y="0"/>
                      </a:moveTo>
                      <a:lnTo>
                        <a:pt x="298223" y="6171"/>
                      </a:lnTo>
                    </a:path>
                  </a:pathLst>
                </a:custGeom>
                <a:ln w="13562" cap="flat">
                  <a:solidFill>
                    <a:srgbClr val="3D436C"/>
                  </a:solidFill>
                  <a:prstDash val="solid"/>
                  <a:miter/>
                </a:ln>
              </p:spPr>
              <p:txBody>
                <a:bodyPr rtlCol="0" anchor="ctr"/>
                <a:lstStyle/>
                <a:p>
                  <a:endParaRPr lang="zh-CN" altLang="en-US"/>
                </a:p>
              </p:txBody>
            </p:sp>
            <p:sp>
              <p:nvSpPr>
                <p:cNvPr id="149" name="" descr="764c65bf-d15a-47fc-b979-2ebd2b171b22"/>
                <p:cNvSpPr/>
                <p:nvPr/>
              </p:nvSpPr>
              <p:spPr>
                <a:xfrm>
                  <a:off x="8743047" y="2018444"/>
                  <a:ext cx="298222" cy="6238"/>
                </a:xfrm>
                <a:custGeom>
                  <a:gdLst>
                    <a:gd name="connsiteX0" fmla="*/ 0 w 298222"/>
                    <a:gd name="connsiteY0" fmla="*/ 0 h 6238"/>
                    <a:gd name="connsiteX1" fmla="*/ 298222 w 298222"/>
                    <a:gd name="connsiteY1" fmla="*/ 6238 h 6238"/>
                  </a:gdLst>
                  <a:cxnLst>
                    <a:cxn ang="0">
                      <a:pos x="connsiteX0" y="connsiteY0"/>
                    </a:cxn>
                    <a:cxn ang="0">
                      <a:pos x="connsiteX1" y="connsiteY1"/>
                    </a:cxn>
                  </a:cxnLst>
                  <a:rect l="l" t="t" r="r" b="b"/>
                  <a:pathLst>
                    <a:path w="298222" h="6238">
                      <a:moveTo>
                        <a:pt x="0" y="0"/>
                      </a:moveTo>
                      <a:lnTo>
                        <a:pt x="298222" y="6238"/>
                      </a:lnTo>
                    </a:path>
                  </a:pathLst>
                </a:custGeom>
                <a:ln w="13562" cap="flat">
                  <a:solidFill>
                    <a:srgbClr val="3D436C"/>
                  </a:solidFill>
                  <a:prstDash val="solid"/>
                  <a:miter/>
                </a:ln>
              </p:spPr>
              <p:txBody>
                <a:bodyPr rtlCol="0" anchor="ctr"/>
                <a:lstStyle/>
                <a:p>
                  <a:endParaRPr lang="zh-CN" altLang="en-US"/>
                </a:p>
              </p:txBody>
            </p:sp>
            <p:sp>
              <p:nvSpPr>
                <p:cNvPr id="150" name="" descr="9ba2dba0-24f7-47d5-b667-09fc803e32d1"/>
                <p:cNvSpPr/>
                <p:nvPr/>
              </p:nvSpPr>
              <p:spPr>
                <a:xfrm>
                  <a:off x="8752337" y="1933547"/>
                  <a:ext cx="298086" cy="6170"/>
                </a:xfrm>
                <a:custGeom>
                  <a:gdLst>
                    <a:gd name="connsiteX0" fmla="*/ 0 w 298086"/>
                    <a:gd name="connsiteY0" fmla="*/ 0 h 6170"/>
                    <a:gd name="connsiteX1" fmla="*/ 298087 w 298086"/>
                    <a:gd name="connsiteY1" fmla="*/ 6171 h 6170"/>
                  </a:gdLst>
                  <a:cxnLst>
                    <a:cxn ang="0">
                      <a:pos x="connsiteX0" y="connsiteY0"/>
                    </a:cxn>
                    <a:cxn ang="0">
                      <a:pos x="connsiteX1" y="connsiteY1"/>
                    </a:cxn>
                  </a:cxnLst>
                  <a:rect l="l" t="t" r="r" b="b"/>
                  <a:pathLst>
                    <a:path w="298086" h="6170">
                      <a:moveTo>
                        <a:pt x="0" y="0"/>
                      </a:moveTo>
                      <a:lnTo>
                        <a:pt x="298087" y="6171"/>
                      </a:lnTo>
                    </a:path>
                  </a:pathLst>
                </a:custGeom>
                <a:ln w="13562" cap="flat">
                  <a:solidFill>
                    <a:srgbClr val="3D436C"/>
                  </a:solidFill>
                  <a:prstDash val="solid"/>
                  <a:miter/>
                </a:ln>
              </p:spPr>
              <p:txBody>
                <a:bodyPr rtlCol="0" anchor="ctr"/>
                <a:lstStyle/>
                <a:p>
                  <a:endParaRPr lang="zh-CN" altLang="en-US"/>
                </a:p>
              </p:txBody>
            </p:sp>
            <p:sp>
              <p:nvSpPr>
                <p:cNvPr id="151" name="" descr="84967bae-2c34-4d43-bcd6-4dad6fd53e6c"/>
                <p:cNvSpPr/>
                <p:nvPr/>
              </p:nvSpPr>
              <p:spPr>
                <a:xfrm>
                  <a:off x="8761559" y="1848651"/>
                  <a:ext cx="298086" cy="6170"/>
                </a:xfrm>
                <a:custGeom>
                  <a:gdLst>
                    <a:gd name="connsiteX0" fmla="*/ 0 w 298086"/>
                    <a:gd name="connsiteY0" fmla="*/ 0 h 6170"/>
                    <a:gd name="connsiteX1" fmla="*/ 298087 w 298086"/>
                    <a:gd name="connsiteY1" fmla="*/ 6171 h 6170"/>
                  </a:gdLst>
                  <a:cxnLst>
                    <a:cxn ang="0">
                      <a:pos x="connsiteX0" y="connsiteY0"/>
                    </a:cxn>
                    <a:cxn ang="0">
                      <a:pos x="connsiteX1" y="connsiteY1"/>
                    </a:cxn>
                  </a:cxnLst>
                  <a:rect l="l" t="t" r="r" b="b"/>
                  <a:pathLst>
                    <a:path w="298086" h="6170">
                      <a:moveTo>
                        <a:pt x="0" y="0"/>
                      </a:moveTo>
                      <a:lnTo>
                        <a:pt x="298087" y="6171"/>
                      </a:lnTo>
                    </a:path>
                  </a:pathLst>
                </a:custGeom>
                <a:ln w="13562" cap="flat">
                  <a:solidFill>
                    <a:srgbClr val="3D436C"/>
                  </a:solidFill>
                  <a:prstDash val="solid"/>
                  <a:miter/>
                </a:ln>
              </p:spPr>
              <p:txBody>
                <a:bodyPr rtlCol="0" anchor="ctr"/>
                <a:lstStyle/>
                <a:p>
                  <a:endParaRPr lang="zh-CN" altLang="en-US"/>
                </a:p>
              </p:txBody>
            </p:sp>
            <p:sp>
              <p:nvSpPr>
                <p:cNvPr id="152" name="" descr="7be73f11-0a4a-4920-a99b-5d64ef55e25c"/>
                <p:cNvSpPr/>
                <p:nvPr/>
              </p:nvSpPr>
              <p:spPr>
                <a:xfrm>
                  <a:off x="9193432" y="2198069"/>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153" name="" descr="b147a457-7faf-4d1d-ac61-2153f399e2d5"/>
                <p:cNvSpPr/>
                <p:nvPr/>
              </p:nvSpPr>
              <p:spPr>
                <a:xfrm>
                  <a:off x="9202586" y="211310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154" name="" descr="8091ba8a-9f99-4c5f-8e0a-f021a1ffad10"/>
                <p:cNvSpPr/>
                <p:nvPr/>
              </p:nvSpPr>
              <p:spPr>
                <a:xfrm>
                  <a:off x="9211808" y="2028208"/>
                  <a:ext cx="79810" cy="1627"/>
                </a:xfrm>
                <a:custGeom>
                  <a:gdLst>
                    <a:gd name="connsiteX0" fmla="*/ 0 w 79810"/>
                    <a:gd name="connsiteY0" fmla="*/ 0 h 1627"/>
                    <a:gd name="connsiteX1" fmla="*/ 79811 w 79810"/>
                    <a:gd name="connsiteY1" fmla="*/ 1627 h 1627"/>
                  </a:gdLst>
                  <a:cxnLst>
                    <a:cxn ang="0">
                      <a:pos x="connsiteX0" y="connsiteY0"/>
                    </a:cxn>
                    <a:cxn ang="0">
                      <a:pos x="connsiteX1" y="connsiteY1"/>
                    </a:cxn>
                  </a:cxnLst>
                  <a:rect l="l" t="t" r="r" b="b"/>
                  <a:pathLst>
                    <a:path w="79810" h="1627">
                      <a:moveTo>
                        <a:pt x="0" y="0"/>
                      </a:moveTo>
                      <a:lnTo>
                        <a:pt x="79811" y="1627"/>
                      </a:lnTo>
                    </a:path>
                  </a:pathLst>
                </a:custGeom>
                <a:ln w="13562" cap="flat">
                  <a:solidFill>
                    <a:srgbClr val="3D436C"/>
                  </a:solidFill>
                  <a:prstDash val="solid"/>
                  <a:miter/>
                </a:ln>
              </p:spPr>
              <p:txBody>
                <a:bodyPr rtlCol="0" anchor="ctr"/>
                <a:lstStyle/>
                <a:p>
                  <a:endParaRPr lang="zh-CN" altLang="en-US"/>
                </a:p>
              </p:txBody>
            </p:sp>
            <p:sp>
              <p:nvSpPr>
                <p:cNvPr id="155" name="" descr="c7220fa1-6382-483a-9cd4-a757b852749c"/>
                <p:cNvSpPr/>
                <p:nvPr/>
              </p:nvSpPr>
              <p:spPr>
                <a:xfrm>
                  <a:off x="8706294" y="2356538"/>
                  <a:ext cx="298290" cy="6170"/>
                </a:xfrm>
                <a:custGeom>
                  <a:gdLst>
                    <a:gd name="connsiteX0" fmla="*/ 0 w 298290"/>
                    <a:gd name="connsiteY0" fmla="*/ 0 h 6170"/>
                    <a:gd name="connsiteX1" fmla="*/ 298290 w 298290"/>
                    <a:gd name="connsiteY1" fmla="*/ 6171 h 6170"/>
                  </a:gdLst>
                  <a:cxnLst>
                    <a:cxn ang="0">
                      <a:pos x="connsiteX0" y="connsiteY0"/>
                    </a:cxn>
                    <a:cxn ang="0">
                      <a:pos x="connsiteX1" y="connsiteY1"/>
                    </a:cxn>
                  </a:cxnLst>
                  <a:rect l="l" t="t" r="r" b="b"/>
                  <a:pathLst>
                    <a:path w="298290" h="6170">
                      <a:moveTo>
                        <a:pt x="0" y="0"/>
                      </a:moveTo>
                      <a:lnTo>
                        <a:pt x="298290" y="6171"/>
                      </a:lnTo>
                    </a:path>
                  </a:pathLst>
                </a:custGeom>
                <a:ln w="13562" cap="flat">
                  <a:solidFill>
                    <a:srgbClr val="3D436C"/>
                  </a:solidFill>
                  <a:prstDash val="solid"/>
                  <a:miter/>
                </a:ln>
              </p:spPr>
              <p:txBody>
                <a:bodyPr rtlCol="0" anchor="ctr"/>
                <a:lstStyle/>
                <a:p>
                  <a:endParaRPr lang="zh-CN" altLang="en-US"/>
                </a:p>
              </p:txBody>
            </p:sp>
            <p:sp>
              <p:nvSpPr>
                <p:cNvPr id="156" name="" descr="0d5925b3-141d-4103-9868-c2c94d0cf8d8"/>
                <p:cNvSpPr/>
                <p:nvPr/>
              </p:nvSpPr>
              <p:spPr>
                <a:xfrm>
                  <a:off x="8715516" y="2271573"/>
                  <a:ext cx="298290" cy="6170"/>
                </a:xfrm>
                <a:custGeom>
                  <a:gdLst>
                    <a:gd name="connsiteX0" fmla="*/ 0 w 298290"/>
                    <a:gd name="connsiteY0" fmla="*/ 0 h 6170"/>
                    <a:gd name="connsiteX1" fmla="*/ 298291 w 298290"/>
                    <a:gd name="connsiteY1" fmla="*/ 6171 h 6170"/>
                  </a:gdLst>
                  <a:cxnLst>
                    <a:cxn ang="0">
                      <a:pos x="connsiteX0" y="connsiteY0"/>
                    </a:cxn>
                    <a:cxn ang="0">
                      <a:pos x="connsiteX1" y="connsiteY1"/>
                    </a:cxn>
                  </a:cxnLst>
                  <a:rect l="l" t="t" r="r" b="b"/>
                  <a:pathLst>
                    <a:path w="298290" h="6170">
                      <a:moveTo>
                        <a:pt x="0" y="0"/>
                      </a:moveTo>
                      <a:lnTo>
                        <a:pt x="298291" y="6171"/>
                      </a:lnTo>
                    </a:path>
                  </a:pathLst>
                </a:custGeom>
                <a:ln w="13562" cap="flat">
                  <a:solidFill>
                    <a:srgbClr val="3D436C"/>
                  </a:solidFill>
                  <a:prstDash val="solid"/>
                  <a:miter/>
                </a:ln>
              </p:spPr>
              <p:txBody>
                <a:bodyPr rtlCol="0" anchor="ctr"/>
                <a:lstStyle/>
                <a:p>
                  <a:endParaRPr lang="zh-CN" altLang="en-US"/>
                </a:p>
              </p:txBody>
            </p:sp>
            <p:sp>
              <p:nvSpPr>
                <p:cNvPr id="157" name="" descr="eb5cfa89-1294-4047-aa21-6952e8f4d234"/>
                <p:cNvSpPr/>
                <p:nvPr/>
              </p:nvSpPr>
              <p:spPr>
                <a:xfrm>
                  <a:off x="9175191" y="236623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158" name="" descr="f160e53a-b684-4c7f-a0dc-4690a14e54c9"/>
                <p:cNvSpPr/>
                <p:nvPr/>
              </p:nvSpPr>
              <p:spPr>
                <a:xfrm>
                  <a:off x="9184413" y="2281270"/>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159" name="" descr="173ec10a-75e6-474a-b8b1-f620bfcd7520"/>
                <p:cNvSpPr/>
                <p:nvPr/>
              </p:nvSpPr>
              <p:spPr>
                <a:xfrm>
                  <a:off x="9220962" y="194324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160" name="" descr="9525d9de-aeb2-4b1f-bbaa-6b13bfb21872"/>
                <p:cNvSpPr/>
                <p:nvPr/>
              </p:nvSpPr>
              <p:spPr>
                <a:xfrm>
                  <a:off x="9230184" y="1858347"/>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grpSp>
        </p:grpSp>
        <p:sp>
          <p:nvSpPr>
            <p:cNvPr id="161" name="" descr="34c086c1-d869-420a-84e0-c28894e0b6a4"/>
            <p:cNvSpPr/>
            <p:nvPr/>
          </p:nvSpPr>
          <p:spPr>
            <a:xfrm>
              <a:off x="10645762" y="926915"/>
              <a:ext cx="1101277" cy="787933"/>
            </a:xfrm>
            <a:custGeom>
              <a:gdLst>
                <a:gd name="connsiteX0" fmla="*/ 42512 w 1101277"/>
                <a:gd name="connsiteY0" fmla="*/ 787865 h 787933"/>
                <a:gd name="connsiteX1" fmla="*/ 355924 w 1101277"/>
                <a:gd name="connsiteY1" fmla="*/ 42513 h 787933"/>
                <a:gd name="connsiteX2" fmla="*/ 1101277 w 1101277"/>
                <a:gd name="connsiteY2" fmla="*/ 355924 h 787933"/>
                <a:gd name="connsiteX3" fmla="*/ 42512 w 1101277"/>
                <a:gd name="connsiteY3" fmla="*/ 787933 h 787933"/>
              </a:gdLst>
              <a:cxnLst>
                <a:cxn ang="0">
                  <a:pos x="connsiteX0" y="connsiteY0"/>
                </a:cxn>
                <a:cxn ang="0">
                  <a:pos x="connsiteX1" y="connsiteY1"/>
                </a:cxn>
                <a:cxn ang="0">
                  <a:pos x="connsiteX2" y="connsiteY2"/>
                </a:cxn>
                <a:cxn ang="0">
                  <a:pos x="connsiteX3" y="connsiteY3"/>
                </a:cxn>
              </a:cxnLst>
              <a:rect l="l" t="t" r="r" b="b"/>
              <a:pathLst>
                <a:path w="1101277" h="787933">
                  <a:moveTo>
                    <a:pt x="42512" y="787865"/>
                  </a:moveTo>
                  <a:cubicBezTo>
                    <a:pt x="-76763" y="495474"/>
                    <a:pt x="63533" y="161788"/>
                    <a:pt x="355924" y="42513"/>
                  </a:cubicBezTo>
                  <a:cubicBezTo>
                    <a:pt x="648315" y="-76763"/>
                    <a:pt x="982002" y="63533"/>
                    <a:pt x="1101277" y="355924"/>
                  </a:cubicBezTo>
                  <a:lnTo>
                    <a:pt x="42512" y="787933"/>
                  </a:lnTo>
                  <a:close/>
                </a:path>
              </a:pathLst>
            </a:custGeom>
            <a:noFill/>
            <a:ln w="13562" cap="flat">
              <a:solidFill>
                <a:srgbClr val="3D436C"/>
              </a:solidFill>
              <a:prstDash val="solid"/>
              <a:miter/>
            </a:ln>
          </p:spPr>
          <p:txBody>
            <a:bodyPr rtlCol="0" anchor="ctr"/>
            <a:lstStyle/>
            <a:p>
              <a:endParaRPr lang="zh-CN" altLang="en-US"/>
            </a:p>
          </p:txBody>
        </p:sp>
        <p:sp>
          <p:nvSpPr>
            <p:cNvPr id="162" name="" descr="a65521a0-f4fe-4d1e-b3e3-725c64532b10"/>
            <p:cNvSpPr/>
            <p:nvPr/>
          </p:nvSpPr>
          <p:spPr>
            <a:xfrm>
              <a:off x="10998838" y="3196332"/>
              <a:ext cx="71741" cy="71741"/>
            </a:xfrm>
            <a:custGeom>
              <a:gdLst>
                <a:gd name="connsiteX0" fmla="*/ 71742 w 71741"/>
                <a:gd name="connsiteY0" fmla="*/ 35871 h 71741"/>
                <a:gd name="connsiteX1" fmla="*/ 35870 w 71741"/>
                <a:gd name="connsiteY1" fmla="*/ 71742 h 71741"/>
                <a:gd name="connsiteX2" fmla="*/ -1 w 71741"/>
                <a:gd name="connsiteY2" fmla="*/ 35871 h 71741"/>
                <a:gd name="connsiteX3" fmla="*/ 35870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0" y="71742"/>
                  </a:cubicBezTo>
                  <a:cubicBezTo>
                    <a:pt x="16059" y="71742"/>
                    <a:pt x="-1" y="55682"/>
                    <a:pt x="-1" y="35871"/>
                  </a:cubicBezTo>
                  <a:cubicBezTo>
                    <a:pt x="-1" y="16060"/>
                    <a:pt x="16059" y="0"/>
                    <a:pt x="35870"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163" name="" descr="8b1c2300-c227-4fe4-a688-5b7c80438c44"/>
            <p:cNvSpPr/>
            <p:nvPr/>
          </p:nvSpPr>
          <p:spPr>
            <a:xfrm>
              <a:off x="6424872" y="1717289"/>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164" name="" descr="1f723c85-76e3-4ae4-a296-064e6c961c98"/>
            <p:cNvSpPr/>
            <p:nvPr/>
          </p:nvSpPr>
          <p:spPr>
            <a:xfrm>
              <a:off x="6520482" y="6127768"/>
              <a:ext cx="71741" cy="71741"/>
            </a:xfrm>
            <a:custGeom>
              <a:gdLst>
                <a:gd name="connsiteX0" fmla="*/ 71742 w 71741"/>
                <a:gd name="connsiteY0" fmla="*/ 35871 h 71741"/>
                <a:gd name="connsiteX1" fmla="*/ 35871 w 71741"/>
                <a:gd name="connsiteY1" fmla="*/ 71741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1"/>
                    <a:pt x="35871" y="71741"/>
                  </a:cubicBezTo>
                  <a:cubicBezTo>
                    <a:pt x="16060" y="71741"/>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166" name="" descr="cadb952c-576c-413f-8cd1-30c402f41567"/>
            <p:cNvSpPr/>
            <p:nvPr/>
          </p:nvSpPr>
          <p:spPr>
            <a:xfrm>
              <a:off x="385978" y="1224688"/>
              <a:ext cx="231906" cy="231837"/>
            </a:xfrm>
            <a:custGeom>
              <a:gdLst>
                <a:gd name="connsiteX0" fmla="*/ 154740 w 231906"/>
                <a:gd name="connsiteY0" fmla="*/ 77166 h 231837"/>
                <a:gd name="connsiteX1" fmla="*/ 115953 w 231906"/>
                <a:gd name="connsiteY1" fmla="*/ 0 h 231837"/>
                <a:gd name="connsiteX2" fmla="*/ 77166 w 231906"/>
                <a:gd name="connsiteY2" fmla="*/ 77166 h 231837"/>
                <a:gd name="connsiteX3" fmla="*/ 0 w 231906"/>
                <a:gd name="connsiteY3" fmla="*/ 115953 h 231837"/>
                <a:gd name="connsiteX4" fmla="*/ 77166 w 231906"/>
                <a:gd name="connsiteY4" fmla="*/ 154739 h 231837"/>
                <a:gd name="connsiteX5" fmla="*/ 115953 w 231906"/>
                <a:gd name="connsiteY5" fmla="*/ 231838 h 231837"/>
                <a:gd name="connsiteX6" fmla="*/ 154740 w 231906"/>
                <a:gd name="connsiteY6" fmla="*/ 154739 h 231837"/>
                <a:gd name="connsiteX7" fmla="*/ 231906 w 231906"/>
                <a:gd name="connsiteY7" fmla="*/ 115953 h 231837"/>
                <a:gd name="connsiteX8" fmla="*/ 154740 w 231906"/>
                <a:gd name="connsiteY8" fmla="*/ 77166 h 23183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5" h="231837">
                  <a:moveTo>
                    <a:pt x="154740" y="77166"/>
                  </a:moveTo>
                  <a:lnTo>
                    <a:pt x="115953" y="0"/>
                  </a:lnTo>
                  <a:lnTo>
                    <a:pt x="77166" y="77166"/>
                  </a:lnTo>
                  <a:lnTo>
                    <a:pt x="0" y="115953"/>
                  </a:lnTo>
                  <a:lnTo>
                    <a:pt x="77166" y="154739"/>
                  </a:lnTo>
                  <a:lnTo>
                    <a:pt x="115953" y="231838"/>
                  </a:lnTo>
                  <a:lnTo>
                    <a:pt x="154740" y="154739"/>
                  </a:lnTo>
                  <a:lnTo>
                    <a:pt x="231906" y="115953"/>
                  </a:lnTo>
                  <a:lnTo>
                    <a:pt x="154740" y="77166"/>
                  </a:lnTo>
                  <a:close/>
                </a:path>
              </a:pathLst>
            </a:custGeom>
            <a:noFill/>
            <a:ln w="13562" cap="flat">
              <a:solidFill>
                <a:srgbClr val="3D436C"/>
              </a:solidFill>
              <a:prstDash val="solid"/>
              <a:miter/>
            </a:ln>
          </p:spPr>
          <p:txBody>
            <a:bodyPr rtlCol="0" anchor="ctr"/>
            <a:lstStyle/>
            <a:p>
              <a:endParaRPr lang="zh-CN" altLang="en-US"/>
            </a:p>
          </p:txBody>
        </p:sp>
        <p:sp>
          <p:nvSpPr>
            <p:cNvPr id="168" name="" descr="22d3fd10-1e35-48c8-a097-f772c4d1275c"/>
            <p:cNvSpPr/>
            <p:nvPr/>
          </p:nvSpPr>
          <p:spPr>
            <a:xfrm>
              <a:off x="291555" y="1565629"/>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169" name="" descr="502ba7ed-965d-4baf-a278-5d1a87f2e23a"/>
            <p:cNvSpPr/>
            <p:nvPr/>
          </p:nvSpPr>
          <p:spPr>
            <a:xfrm>
              <a:off x="3782133" y="4628937"/>
              <a:ext cx="231905" cy="231905"/>
            </a:xfrm>
            <a:custGeom>
              <a:gdLst>
                <a:gd name="connsiteX0" fmla="*/ 154739 w 231905"/>
                <a:gd name="connsiteY0" fmla="*/ 77166 h 231905"/>
                <a:gd name="connsiteX1" fmla="*/ 115953 w 231905"/>
                <a:gd name="connsiteY1" fmla="*/ 0 h 231905"/>
                <a:gd name="connsiteX2" fmla="*/ 77166 w 231905"/>
                <a:gd name="connsiteY2" fmla="*/ 77166 h 231905"/>
                <a:gd name="connsiteX3" fmla="*/ 0 w 231905"/>
                <a:gd name="connsiteY3" fmla="*/ 115953 h 231905"/>
                <a:gd name="connsiteX4" fmla="*/ 77166 w 231905"/>
                <a:gd name="connsiteY4" fmla="*/ 154739 h 231905"/>
                <a:gd name="connsiteX5" fmla="*/ 115953 w 231905"/>
                <a:gd name="connsiteY5" fmla="*/ 231906 h 231905"/>
                <a:gd name="connsiteX6" fmla="*/ 154739 w 231905"/>
                <a:gd name="connsiteY6" fmla="*/ 154739 h 231905"/>
                <a:gd name="connsiteX7" fmla="*/ 231906 w 231905"/>
                <a:gd name="connsiteY7" fmla="*/ 115953 h 231905"/>
                <a:gd name="connsiteX8" fmla="*/ 154739 w 231905"/>
                <a:gd name="connsiteY8" fmla="*/ 77166 h 23190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4" h="231904">
                  <a:moveTo>
                    <a:pt x="154739" y="77166"/>
                  </a:moveTo>
                  <a:lnTo>
                    <a:pt x="115953" y="0"/>
                  </a:lnTo>
                  <a:lnTo>
                    <a:pt x="77166" y="77166"/>
                  </a:lnTo>
                  <a:lnTo>
                    <a:pt x="0" y="115953"/>
                  </a:lnTo>
                  <a:lnTo>
                    <a:pt x="77166" y="154739"/>
                  </a:lnTo>
                  <a:lnTo>
                    <a:pt x="115953" y="231906"/>
                  </a:lnTo>
                  <a:lnTo>
                    <a:pt x="154739" y="154739"/>
                  </a:lnTo>
                  <a:lnTo>
                    <a:pt x="231906" y="115953"/>
                  </a:lnTo>
                  <a:lnTo>
                    <a:pt x="154739" y="77166"/>
                  </a:lnTo>
                  <a:close/>
                </a:path>
              </a:pathLst>
            </a:custGeom>
            <a:noFill/>
            <a:ln w="13562" cap="flat">
              <a:solidFill>
                <a:srgbClr val="3D436C"/>
              </a:solidFill>
              <a:prstDash val="solid"/>
              <a:miter/>
            </a:ln>
          </p:spPr>
          <p:txBody>
            <a:bodyPr rtlCol="0" anchor="ctr"/>
            <a:lstStyle/>
            <a:p>
              <a:endParaRPr lang="zh-CN" altLang="en-US"/>
            </a:p>
          </p:txBody>
        </p:sp>
        <p:sp>
          <p:nvSpPr>
            <p:cNvPr id="170" name="" descr="b0c2946a-1b39-45bb-af7b-3a2225c30f6c"/>
            <p:cNvSpPr/>
            <p:nvPr/>
          </p:nvSpPr>
          <p:spPr>
            <a:xfrm>
              <a:off x="3642684" y="4891514"/>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grpSp>
      <p:sp>
        <p:nvSpPr>
          <p:cNvPr id="5" name="" descr="af5e58db-beab-44fc-a87f-6128190cf95e"/>
          <p:cNvSpPr>
            <a:spLocks noGrp="1"/>
          </p:cNvSpPr>
          <p:nvPr>
            <p:ph type="ctrTitle" hasCustomPrompt="1"/>
          </p:nvPr>
        </p:nvSpPr>
        <p:spPr>
          <a:xfrm flipV="false" flipH="false">
            <a:off x="660400" y="1130300"/>
            <a:ext cx="5233326" cy="2339975"/>
          </a:xfrm>
          <a:prstGeom prst="rect">
            <a:avLst/>
          </a:prstGeom>
        </p:spPr>
        <p:txBody>
          <a:bodyPr wrap="square" anchor="b">
            <a:normAutofit/>
          </a:bodyPr>
          <a:lstStyle>
            <a:lvl1pPr algn="l">
              <a:lnSpc>
                <a:spcPct val="100000"/>
              </a:lnSpc>
              <a:defRPr sz="5400">
                <a:ln w="19050">
                  <a:noFill/>
                </a:ln>
                <a:solidFill>
                  <a:schemeClr val="tx1"/>
                </a:solidFill>
              </a:defRPr>
            </a:lvl1pPr>
          </a:lstStyle>
          <a:p>
            <a:pPr lvl="0"/>
            <a:r>
              <a:rPr lang="zh-CN" altLang="en-US"/>
              <a:t>Click to add title</a:t>
            </a:r>
            <a:endParaRPr lang="en-US"/>
          </a:p>
        </p:txBody>
      </p:sp>
      <p:sp>
        <p:nvSpPr>
          <p:cNvPr id="9" name="" descr="f36ae13a-afd0-4d01-8781-97e5aa3cf4dd"/>
          <p:cNvSpPr>
            <a:spLocks noGrp="1"/>
          </p:cNvSpPr>
          <p:nvPr>
            <p:ph type="subTitle" sz="quarter" idx="1" hasCustomPrompt="1"/>
          </p:nvPr>
        </p:nvSpPr>
        <p:spPr>
          <a:xfrm flipV="false" flipH="false">
            <a:off x="660401" y="3799709"/>
            <a:ext cx="3913976" cy="559351"/>
          </a:xfrm>
          <a:prstGeom prst="roundRect">
            <a:avLst>
              <a:gd name="adj" fmla="val 50000"/>
            </a:avLst>
          </a:prstGeom>
          <a:solidFill>
            <a:schemeClr val="accent1"/>
          </a:solidFill>
          <a:ln>
            <a:noFill/>
          </a:ln>
        </p:spPr>
        <p:txBody>
          <a:bodyPr vert="horz" wrap="square" lIns="91440" tIns="45720" rIns="91440" bIns="45720" rtlCol="0" anchor="ctr" anchorCtr="0">
            <a:normAutofit/>
          </a:bodyPr>
          <a:lstStyle>
            <a:lvl1pPr marL="0" indent="0" algn="ctr">
              <a:lnSpc>
                <a:spcPct val="100000"/>
              </a:lnSpc>
              <a:buNone/>
              <a:defRPr lang="en-US" sz="2000">
                <a:solidFill>
                  <a:srgbClr val="FFFFFF"/>
                </a:solidFill>
                <a:latin typeface="+mj-lt"/>
              </a:defRPr>
            </a:lvl1pPr>
          </a:lstStyle>
          <a:p>
            <a:pPr lvl="0"/>
            <a:r>
              <a:rPr lang="zh-CN" altLang="en-US"/>
              <a:t>Click to add subtitle</a:t>
            </a:r>
            <a:endParaRPr lang="en-US"/>
          </a:p>
        </p:txBody>
      </p:sp>
      <p:sp>
        <p:nvSpPr>
          <p:cNvPr id="4" name="" descr="7b57710d-428b-40a0-84d3-57b971015e71"/>
          <p:cNvSpPr>
            <a:spLocks noGrp="1"/>
          </p:cNvSpPr>
          <p:nvPr>
            <p:ph type="body" sz="quarter" idx="13" hasCustomPrompt="1"/>
          </p:nvPr>
        </p:nvSpPr>
        <p:spPr>
          <a:xfrm flipV="false" flipH="false">
            <a:off x="660400" y="5466695"/>
            <a:ext cx="3624065" cy="276999"/>
          </a:xfrm>
          <a:prstGeom prst="rect">
            <a:avLst/>
          </a:prstGeom>
        </p:spPr>
        <p:txBody>
          <a:bodyPr wrap="square" lIns="90000">
            <a:normAutofit/>
          </a:bodyPr>
          <a:lstStyle>
            <a:lvl1pPr marL="0" indent="0" algn="l">
              <a:lnSpc>
                <a:spcPct val="100000"/>
              </a:lnSpc>
              <a:buNone/>
              <a:defRPr sz="1200">
                <a:solidFill>
                  <a:schemeClr val="tx1"/>
                </a:solidFill>
              </a:defRPr>
            </a:lvl1pPr>
          </a:lstStyle>
          <a:p>
            <a:pPr lvl="0"/>
            <a:r>
              <a:rPr lang="zh-CN" altLang="en-US"/>
              <a:t>Presenter name</a:t>
            </a:r>
            <a:endParaRPr lang="en-US"/>
          </a:p>
        </p:txBody>
      </p:sp>
      <p:sp>
        <p:nvSpPr>
          <p:cNvPr id="7" name="" descr="a74ae511-c920-4660-9165-f706e557ec93"/>
          <p:cNvSpPr>
            <a:spLocks noGrp="1"/>
          </p:cNvSpPr>
          <p:nvPr>
            <p:ph type="body" sz="quarter" idx="14" hasCustomPrompt="1"/>
          </p:nvPr>
        </p:nvSpPr>
        <p:spPr>
          <a:xfrm flipV="false" flipH="false">
            <a:off x="660400" y="5118576"/>
            <a:ext cx="3624065" cy="276999"/>
          </a:xfrm>
          <a:prstGeom prst="rect">
            <a:avLst/>
          </a:prstGeom>
        </p:spPr>
        <p:txBody>
          <a:bodyPr wrap="none">
            <a:normAutofit/>
          </a:bodyPr>
          <a:lstStyle>
            <a:lvl1pPr marL="0" indent="0" algn="l">
              <a:lnSpc>
                <a:spcPct val="100000"/>
              </a:lnSpc>
              <a:buNone/>
              <a:defRPr sz="1200">
                <a:solidFill>
                  <a:schemeClr val="tx1"/>
                </a:solidFill>
              </a:defRPr>
            </a:lvl1pPr>
          </a:lstStyle>
          <a:p>
            <a:pPr lvl="0"/>
            <a:endParaRPr lang="en-US"/>
          </a:p>
        </p:txBody>
      </p:sp>
    </p:spTree>
  </p:cSld>
  <p:clrMapOvr>
    <a:overrideClrMapping bg1="lt1" tx1="dk1" bg2="lt2" tx2="dk2" accent1="accent1" accent2="accent2" accent3="accent3" accent4="accent4" accent5="accent5" accent6="accent6" hlink="hlink" folHlink="folHlink"/>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 descr="df0ac6d7-054d-4335-baec-90117f797f2c"/>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 descr="733ecf37-a8bd-4adc-b261-4eb727b60b00"/>
          <p:cNvSpPr>
            <a:spLocks noGrp="1"/>
          </p:cNvSpPr>
          <p:nvPr>
            <p:ph idx="1" hasCustomPrompt="1"/>
          </p:nvPr>
        </p:nvSpPr>
        <p:spPr/>
        <p:txBody>
          <a:bodyPr/>
          <a:lstStyle>
            <a:lvl1pPr>
              <a:defRPr/>
            </a:lvl1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 descr="861a5c73-8eb5-4cbd-88fd-d6e5eabbdf48"/>
          <p:cNvSpPr>
            <a:spLocks noGrp="1"/>
          </p:cNvSpPr>
          <p:nvPr>
            <p:ph type="dt" sz="half" idx="10"/>
          </p:nvPr>
        </p:nvSpPr>
        <p:spPr/>
        <p:txBody>
          <a:bodyPr/>
          <a:lstStyle/>
          <a:p>
            <a:endParaRPr lang="en-US"/>
          </a:p>
        </p:txBody>
      </p:sp>
      <p:sp>
        <p:nvSpPr>
          <p:cNvPr id="5" name="" descr="c9aa0e34-4a23-4d42-8c00-b908cad9548e"/>
          <p:cNvSpPr>
            <a:spLocks noGrp="1"/>
          </p:cNvSpPr>
          <p:nvPr>
            <p:ph type="ftr" sz="quarter" idx="11"/>
          </p:nvPr>
        </p:nvSpPr>
        <p:spPr/>
        <p:txBody>
          <a:bodyPr/>
          <a:lstStyle/>
          <a:p>
            <a:endParaRPr lang="en-US"/>
          </a:p>
        </p:txBody>
      </p:sp>
      <p:sp>
        <p:nvSpPr>
          <p:cNvPr id="6" name="" descr="30c5351f-533e-4c4f-8ec3-6723339d0a60"/>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Agenda" preserve="1">
  <p:cSld name="Agenda">
    <p:spTree>
      <p:nvGrpSpPr>
        <p:cNvPr id="1" name=""/>
        <p:cNvGrpSpPr/>
        <p:nvPr/>
      </p:nvGrpSpPr>
      <p:grpSpPr>
        <a:xfrm>
          <a:off x="0" y="0"/>
          <a:ext cx="0" cy="0"/>
        </a:xfrm>
      </p:grpSpPr>
      <p:grpSp>
        <p:nvGrpSpPr>
          <p:cNvPr id="15" name="" descr="8cce2050-534a-4259-abc7-a3cc6bf203f2"/>
          <p:cNvGrpSpPr/>
          <p:nvPr/>
        </p:nvGrpSpPr>
        <p:grpSpPr>
          <a:xfrm>
            <a:off x="0" y="0"/>
            <a:ext cx="12192000" cy="2590800"/>
            <a:chExt cx="12192000" cy="2366996"/>
          </a:xfrm>
        </p:grpSpPr>
        <p:sp>
          <p:nvSpPr>
            <p:cNvPr id="9" name="" descr="a7f1f4f8-4648-4254-8ea1-a4ef12fa6de9"/>
            <p:cNvSpPr/>
            <p:nvPr/>
          </p:nvSpPr>
          <p:spPr>
            <a:xfrm>
              <a:off x="0" y="1354110"/>
              <a:ext cx="12192000" cy="1012886"/>
            </a:xfrm>
            <a:custGeom>
              <a:gdLst>
                <a:gd name="connsiteX0" fmla="*/ 0 w 12192000"/>
                <a:gd name="connsiteY0" fmla="*/ 0 h 1012886"/>
                <a:gd name="connsiteX1" fmla="*/ 12192000 w 12192000"/>
                <a:gd name="connsiteY1" fmla="*/ 0 h 1012886"/>
                <a:gd name="connsiteX2" fmla="*/ 12192000 w 12192000"/>
                <a:gd name="connsiteY2" fmla="*/ 623295 h 1012886"/>
                <a:gd name="connsiteX3" fmla="*/ 11817509 w 12192000"/>
                <a:gd name="connsiteY3" fmla="*/ 678453 h 1012886"/>
                <a:gd name="connsiteX4" fmla="*/ 6096000 w 12192000"/>
                <a:gd name="connsiteY4" fmla="*/ 1012886 h 1012886"/>
                <a:gd name="connsiteX5" fmla="*/ 374491 w 12192000"/>
                <a:gd name="connsiteY5" fmla="*/ 678453 h 1012886"/>
                <a:gd name="connsiteX6" fmla="*/ 0 w 12192000"/>
                <a:gd name="connsiteY6" fmla="*/ 623295 h 101288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012886">
                  <a:moveTo>
                    <a:pt x="0" y="0"/>
                  </a:moveTo>
                  <a:lnTo>
                    <a:pt x="12192000" y="0"/>
                  </a:lnTo>
                  <a:lnTo>
                    <a:pt x="12192000" y="623295"/>
                  </a:lnTo>
                  <a:lnTo>
                    <a:pt x="11817509" y="678453"/>
                  </a:lnTo>
                  <a:cubicBezTo>
                    <a:pt x="10312035" y="886099"/>
                    <a:pt x="8302762" y="1012886"/>
                    <a:pt x="6096000" y="1012886"/>
                  </a:cubicBezTo>
                  <a:cubicBezTo>
                    <a:pt x="3889238" y="1012886"/>
                    <a:pt x="1879965" y="886099"/>
                    <a:pt x="374491" y="678453"/>
                  </a:cubicBezTo>
                  <a:lnTo>
                    <a:pt x="0" y="623295"/>
                  </a:lnTo>
                  <a:close/>
                </a:path>
              </a:pathLst>
            </a:custGeom>
            <a:solidFill>
              <a:schemeClr val="accent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 descr="88e65a80-2de5-4bc4-b922-695b8177ddf2"/>
            <p:cNvSpPr/>
            <p:nvPr/>
          </p:nvSpPr>
          <p:spPr>
            <a:xfrm>
              <a:off x="0" y="0"/>
              <a:ext cx="12192000" cy="2366996"/>
            </a:xfrm>
            <a:custGeom>
              <a:gdLst>
                <a:gd name="connsiteX0" fmla="*/ 0 w 12192000"/>
                <a:gd name="connsiteY0" fmla="*/ 0 h 2366996"/>
                <a:gd name="connsiteX1" fmla="*/ 12192000 w 12192000"/>
                <a:gd name="connsiteY1" fmla="*/ 0 h 2366996"/>
                <a:gd name="connsiteX2" fmla="*/ 12192000 w 12192000"/>
                <a:gd name="connsiteY2" fmla="*/ 1700829 h 2366996"/>
                <a:gd name="connsiteX3" fmla="*/ 11817509 w 12192000"/>
                <a:gd name="connsiteY3" fmla="*/ 1795145 h 2366996"/>
                <a:gd name="connsiteX4" fmla="*/ 6096000 w 12192000"/>
                <a:gd name="connsiteY4" fmla="*/ 2366996 h 2366996"/>
                <a:gd name="connsiteX5" fmla="*/ 374491 w 12192000"/>
                <a:gd name="connsiteY5" fmla="*/ 1795145 h 2366996"/>
                <a:gd name="connsiteX6" fmla="*/ 0 w 12192000"/>
                <a:gd name="connsiteY6" fmla="*/ 1700829 h 236699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366996">
                  <a:moveTo>
                    <a:pt x="0" y="0"/>
                  </a:moveTo>
                  <a:lnTo>
                    <a:pt x="12192000" y="0"/>
                  </a:lnTo>
                  <a:lnTo>
                    <a:pt x="12192000" y="1700829"/>
                  </a:lnTo>
                  <a:lnTo>
                    <a:pt x="11817509" y="1795145"/>
                  </a:lnTo>
                  <a:cubicBezTo>
                    <a:pt x="10312035" y="2150202"/>
                    <a:pt x="8302762" y="2366996"/>
                    <a:pt x="6096000" y="2366996"/>
                  </a:cubicBezTo>
                  <a:cubicBezTo>
                    <a:pt x="3889238" y="2366996"/>
                    <a:pt x="1879965" y="2150202"/>
                    <a:pt x="374491" y="1795145"/>
                  </a:cubicBezTo>
                  <a:lnTo>
                    <a:pt x="0" y="1700829"/>
                  </a:lnTo>
                  <a:close/>
                </a:path>
              </a:pathLst>
            </a:cu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grpSp>
      <p:sp>
        <p:nvSpPr>
          <p:cNvPr id="2" name="" descr="296c39d3-48d7-4cb5-83ad-2bc0067bd347"/>
          <p:cNvSpPr>
            <a:spLocks noGrp="1"/>
          </p:cNvSpPr>
          <p:nvPr>
            <p:ph type="title" hasCustomPrompt="1"/>
          </p:nvPr>
        </p:nvSpPr>
        <p:spPr>
          <a:xfrm>
            <a:off x="660400" y="1130300"/>
            <a:ext cx="10858500" cy="777873"/>
          </a:xfrm>
          <a:prstGeom prst="roundRect">
            <a:avLst>
              <a:gd name="adj" fmla="val 0"/>
            </a:avLst>
          </a:prstGeom>
          <a:noFill/>
        </p:spPr>
        <p:txBody>
          <a:bodyPr anchor="ctr" anchorCtr="0">
            <a:normAutofit/>
          </a:bodyPr>
          <a:lstStyle>
            <a:lvl1pPr algn="l">
              <a:defRPr sz="4000">
                <a:solidFill>
                  <a:srgbClr val="000000"/>
                </a:solidFill>
              </a:defRPr>
            </a:lvl1pPr>
          </a:lstStyle>
          <a:p>
            <a:pPr lvl="0"/>
            <a:r>
              <a:rPr lang="zh-CN" altLang="en-US"/>
              <a:t>Agenda</a:t>
            </a:r>
            <a:endParaRPr lang="en-US"/>
          </a:p>
        </p:txBody>
      </p:sp>
      <p:sp>
        <p:nvSpPr>
          <p:cNvPr id="3" name="" descr="7f3bae9d-fe08-4131-a94e-811cc03fe615"/>
          <p:cNvSpPr>
            <a:spLocks noGrp="1"/>
          </p:cNvSpPr>
          <p:nvPr>
            <p:ph sz="quarter" idx="1" hasCustomPrompt="1"/>
          </p:nvPr>
        </p:nvSpPr>
        <p:spPr>
          <a:xfrm>
            <a:off x="660400" y="3038473"/>
            <a:ext cx="10858500" cy="2852646"/>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 descr="198bc531-143d-4ae8-9e0b-c3b65c3b7aab"/>
          <p:cNvSpPr>
            <a:spLocks noGrp="1"/>
          </p:cNvSpPr>
          <p:nvPr>
            <p:ph type="dt" sz="half" idx="10"/>
          </p:nvPr>
        </p:nvSpPr>
        <p:spPr/>
        <p:txBody>
          <a:bodyPr/>
          <a:lstStyle/>
          <a:p>
            <a:endParaRPr lang="en-US"/>
          </a:p>
        </p:txBody>
      </p:sp>
      <p:sp>
        <p:nvSpPr>
          <p:cNvPr id="5" name="" descr="f0499e05-c1d0-490b-97d5-f218d0fe8fce"/>
          <p:cNvSpPr>
            <a:spLocks noGrp="1"/>
          </p:cNvSpPr>
          <p:nvPr>
            <p:ph type="ftr" sz="quarter" idx="11"/>
          </p:nvPr>
        </p:nvSpPr>
        <p:spPr/>
        <p:txBody>
          <a:bodyPr/>
          <a:lstStyle/>
          <a:p>
            <a:endParaRPr lang="en-US"/>
          </a:p>
        </p:txBody>
      </p:sp>
      <p:sp>
        <p:nvSpPr>
          <p:cNvPr id="6" name="" descr="5cb35cd2-2e1d-438b-8adf-f611edde22f9"/>
          <p:cNvSpPr>
            <a:spLocks noGrp="1"/>
          </p:cNvSpPr>
          <p:nvPr>
            <p:ph type="sldNum" sz="quarter" idx="12"/>
          </p:nvPr>
        </p:nvSpPr>
        <p:spPr/>
        <p:txBody>
          <a:bodyPr/>
          <a:lstStyle/>
          <a:p>
            <a:fld id="{C8BB1146-E542-4D4E-B8E9-6919A11DDD48}" type="slidenum">
              <a:rPr lang="en-US" smtClean="0"/>
              <a:t>‹#›</a:t>
            </a:fld>
            <a:endParaRPr lang="en-US"/>
          </a:p>
        </p:txBody>
      </p:sp>
      <p:cxnSp>
        <p:nvCxnSpPr>
          <p:cNvPr id="17" name="" descr="f86c0854-95dd-4762-8b29-e7ddba15fd84"/>
          <p:cNvCxnSpPr/>
          <p:nvPr/>
        </p:nvCxnSpPr>
        <p:spPr>
          <a:xfrm flipH="1">
            <a:off x="5259319" y="3038473"/>
            <a:ext cx="0" cy="2852646"/>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tion Header" type="secHead" preserve="1">
  <p:cSld name="Section Header">
    <p:bg>
      <p:bgPr>
        <a:gradFill>
          <a:gsLst>
            <a:gs pos="0">
              <a:schemeClr val="accent1">
                <a:lumMod val="20000"/>
                <a:lumOff val="80000"/>
              </a:schemeClr>
            </a:gs>
            <a:gs pos="100000">
              <a:schemeClr val="accent2">
                <a:lumMod val="20000"/>
                <a:lumOff val="80000"/>
              </a:schemeClr>
            </a:gs>
          </a:gsLst>
          <a:lin ang="13500000" scaled="1"/>
        </a:gradFill>
        <a:effectLst/>
      </p:bgPr>
    </p:bg>
    <p:spTree>
      <p:nvGrpSpPr>
        <p:cNvPr id="1" name=""/>
        <p:cNvGrpSpPr/>
        <p:nvPr/>
      </p:nvGrpSpPr>
      <p:grpSpPr>
        <a:xfrm>
          <a:off x="0" y="0"/>
          <a:ext cx="0" cy="0"/>
        </a:xfrm>
      </p:grpSpPr>
      <p:grpSp>
        <p:nvGrpSpPr>
          <p:cNvPr id="11" name="" descr="a5412ffd-ab6c-4e71-8ba6-155cd8e7ed00"/>
          <p:cNvGrpSpPr/>
          <p:nvPr/>
        </p:nvGrpSpPr>
        <p:grpSpPr>
          <a:xfrm flipH="1">
            <a:off x="446181" y="768239"/>
            <a:ext cx="7310250" cy="5713016"/>
            <a:chOff x="4436789" y="768239"/>
            <a:chExt cx="7310250" cy="5713016"/>
          </a:xfrm>
        </p:grpSpPr>
        <p:sp>
          <p:nvSpPr>
            <p:cNvPr id="13" name="" descr="32846596-831e-4605-8f20-890cd0d4e63c"/>
            <p:cNvSpPr/>
            <p:nvPr/>
          </p:nvSpPr>
          <p:spPr>
            <a:xfrm>
              <a:off x="4436789" y="4753014"/>
              <a:ext cx="1957367" cy="1728241"/>
            </a:xfrm>
            <a:custGeom>
              <a:gdLst>
                <a:gd name="connsiteX0" fmla="*/ 0 w 1957367"/>
                <a:gd name="connsiteY0" fmla="*/ 440894 h 1728241"/>
                <a:gd name="connsiteX1" fmla="*/ 1516473 w 1957367"/>
                <a:gd name="connsiteY1" fmla="*/ 211768 h 1728241"/>
                <a:gd name="connsiteX2" fmla="*/ 1745599 w 1957367"/>
                <a:gd name="connsiteY2" fmla="*/ 1728241 h 1728241"/>
                <a:gd name="connsiteX3" fmla="*/ 0 w 1957367"/>
                <a:gd name="connsiteY3" fmla="*/ 440894 h 1728241"/>
              </a:gdLst>
              <a:cxnLst>
                <a:cxn ang="0">
                  <a:pos x="connsiteX0" y="connsiteY0"/>
                </a:cxn>
                <a:cxn ang="0">
                  <a:pos x="connsiteX1" y="connsiteY1"/>
                </a:cxn>
                <a:cxn ang="0">
                  <a:pos x="connsiteX2" y="connsiteY2"/>
                </a:cxn>
                <a:cxn ang="0">
                  <a:pos x="connsiteX3" y="connsiteY3"/>
                </a:cxn>
              </a:cxnLst>
              <a:rect l="l" t="t" r="r" b="b"/>
              <a:pathLst>
                <a:path w="1957367" h="1728241">
                  <a:moveTo>
                    <a:pt x="0" y="440894"/>
                  </a:moveTo>
                  <a:cubicBezTo>
                    <a:pt x="355521" y="-41158"/>
                    <a:pt x="1034421" y="-143753"/>
                    <a:pt x="1516473" y="211768"/>
                  </a:cubicBezTo>
                  <a:cubicBezTo>
                    <a:pt x="1998525" y="567289"/>
                    <a:pt x="2101120" y="1246190"/>
                    <a:pt x="1745599" y="1728241"/>
                  </a:cubicBezTo>
                  <a:lnTo>
                    <a:pt x="0" y="440894"/>
                  </a:lnTo>
                  <a:close/>
                </a:path>
              </a:pathLst>
            </a:custGeom>
            <a:solidFill>
              <a:srgbClr val="DF7E9F"/>
            </a:solidFill>
            <a:ln w="6781" cap="flat">
              <a:noFill/>
              <a:prstDash val="solid"/>
              <a:miter/>
            </a:ln>
          </p:spPr>
          <p:txBody>
            <a:bodyPr rtlCol="0" anchor="ctr"/>
            <a:lstStyle/>
            <a:p>
              <a:endParaRPr lang="zh-CN" altLang="en-US"/>
            </a:p>
          </p:txBody>
        </p:sp>
        <p:sp>
          <p:nvSpPr>
            <p:cNvPr id="14" name="" descr="648948c1-07b4-4333-b13c-cf55e64d0337"/>
            <p:cNvSpPr/>
            <p:nvPr/>
          </p:nvSpPr>
          <p:spPr>
            <a:xfrm>
              <a:off x="9010620" y="3863027"/>
              <a:ext cx="1992490" cy="1992489"/>
            </a:xfrm>
            <a:custGeom>
              <a:gdLst>
                <a:gd name="connsiteX0" fmla="*/ 1992491 w 1992490"/>
                <a:gd name="connsiteY0" fmla="*/ 996245 h 1992489"/>
                <a:gd name="connsiteX1" fmla="*/ 996245 w 1992490"/>
                <a:gd name="connsiteY1" fmla="*/ 1992490 h 1992489"/>
                <a:gd name="connsiteX2" fmla="*/ 0 w 1992490"/>
                <a:gd name="connsiteY2" fmla="*/ 996245 h 1992489"/>
                <a:gd name="connsiteX3" fmla="*/ 996245 w 1992490"/>
                <a:gd name="connsiteY3" fmla="*/ 0 h 1992489"/>
                <a:gd name="connsiteX4" fmla="*/ 1992491 w 1992490"/>
                <a:gd name="connsiteY4" fmla="*/ 996245 h 19924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92490" h="1992489">
                  <a:moveTo>
                    <a:pt x="1992491" y="996245"/>
                  </a:moveTo>
                  <a:cubicBezTo>
                    <a:pt x="1992491" y="1546456"/>
                    <a:pt x="1546456" y="1992490"/>
                    <a:pt x="996245" y="1992490"/>
                  </a:cubicBezTo>
                  <a:cubicBezTo>
                    <a:pt x="446034" y="1992490"/>
                    <a:pt x="0" y="1546456"/>
                    <a:pt x="0" y="996245"/>
                  </a:cubicBezTo>
                  <a:cubicBezTo>
                    <a:pt x="0" y="446034"/>
                    <a:pt x="446034" y="0"/>
                    <a:pt x="996245" y="0"/>
                  </a:cubicBezTo>
                  <a:cubicBezTo>
                    <a:pt x="1546456" y="0"/>
                    <a:pt x="1992491" y="446034"/>
                    <a:pt x="1992491" y="996245"/>
                  </a:cubicBezTo>
                  <a:close/>
                </a:path>
              </a:pathLst>
            </a:custGeom>
            <a:solidFill>
              <a:srgbClr val="90CEF4"/>
            </a:solidFill>
            <a:ln w="6781" cap="flat">
              <a:noFill/>
              <a:prstDash val="solid"/>
              <a:miter/>
            </a:ln>
          </p:spPr>
          <p:txBody>
            <a:bodyPr rtlCol="0" anchor="ctr"/>
            <a:lstStyle/>
            <a:p>
              <a:endParaRPr lang="zh-CN" altLang="en-US"/>
            </a:p>
          </p:txBody>
        </p:sp>
        <p:sp>
          <p:nvSpPr>
            <p:cNvPr id="15" name="" descr="5c66d7ec-e136-4a62-89ad-19d04a36863b"/>
            <p:cNvSpPr/>
            <p:nvPr/>
          </p:nvSpPr>
          <p:spPr>
            <a:xfrm>
              <a:off x="9136269" y="768239"/>
              <a:ext cx="1992490" cy="1992489"/>
            </a:xfrm>
            <a:custGeom>
              <a:gdLst>
                <a:gd name="connsiteX0" fmla="*/ 1992490 w 1992490"/>
                <a:gd name="connsiteY0" fmla="*/ 996245 h 1992489"/>
                <a:gd name="connsiteX1" fmla="*/ 996244 w 1992490"/>
                <a:gd name="connsiteY1" fmla="*/ 1992490 h 1992489"/>
                <a:gd name="connsiteX2" fmla="*/ -1 w 1992490"/>
                <a:gd name="connsiteY2" fmla="*/ 996245 h 1992489"/>
                <a:gd name="connsiteX3" fmla="*/ 996244 w 1992490"/>
                <a:gd name="connsiteY3" fmla="*/ 0 h 1992489"/>
                <a:gd name="connsiteX4" fmla="*/ 1992490 w 1992490"/>
                <a:gd name="connsiteY4" fmla="*/ 996245 h 19924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92490" h="1992489">
                  <a:moveTo>
                    <a:pt x="1992490" y="996245"/>
                  </a:moveTo>
                  <a:cubicBezTo>
                    <a:pt x="1992490" y="1546456"/>
                    <a:pt x="1546456" y="1992490"/>
                    <a:pt x="996244" y="1992490"/>
                  </a:cubicBezTo>
                  <a:cubicBezTo>
                    <a:pt x="446033" y="1992490"/>
                    <a:pt x="-1" y="1546456"/>
                    <a:pt x="-1" y="996245"/>
                  </a:cubicBezTo>
                  <a:cubicBezTo>
                    <a:pt x="-1" y="446034"/>
                    <a:pt x="446033" y="0"/>
                    <a:pt x="996244" y="0"/>
                  </a:cubicBezTo>
                  <a:cubicBezTo>
                    <a:pt x="1546456" y="0"/>
                    <a:pt x="1992490" y="446034"/>
                    <a:pt x="1992490" y="996245"/>
                  </a:cubicBezTo>
                  <a:close/>
                </a:path>
              </a:pathLst>
            </a:custGeom>
            <a:solidFill>
              <a:srgbClr val="ABABF4"/>
            </a:solidFill>
            <a:ln w="6781" cap="flat">
              <a:noFill/>
              <a:prstDash val="solid"/>
              <a:miter/>
            </a:ln>
          </p:spPr>
          <p:txBody>
            <a:bodyPr rtlCol="0" anchor="ctr"/>
            <a:lstStyle/>
            <a:p>
              <a:endParaRPr lang="zh-CN" altLang="en-US"/>
            </a:p>
          </p:txBody>
        </p:sp>
        <p:grpSp>
          <p:nvGrpSpPr>
            <p:cNvPr id="16" name="" descr="4be1f376-de01-41ca-9959-2057eb058dfb"/>
            <p:cNvGrpSpPr/>
            <p:nvPr/>
          </p:nvGrpSpPr>
          <p:grpSpPr>
            <a:xfrm>
              <a:off x="6042092" y="2283763"/>
              <a:ext cx="1028521" cy="1028521"/>
              <a:chOff x="6042092" y="1967384"/>
              <a:chExt cx="1028521" cy="1028521"/>
            </a:xfrm>
          </p:grpSpPr>
          <p:grpSp>
            <p:nvGrpSpPr>
              <p:cNvPr id="159" name="" descr="ee992479-758d-46ef-a679-103d76218bdf"/>
              <p:cNvGrpSpPr/>
              <p:nvPr/>
            </p:nvGrpSpPr>
            <p:grpSpPr>
              <a:xfrm>
                <a:off x="6042092" y="1967384"/>
                <a:ext cx="1028521" cy="1028521"/>
                <a:chOff x="6042092" y="1967384"/>
                <a:chExt cx="1028521" cy="1028521"/>
              </a:xfrm>
            </p:grpSpPr>
            <p:sp>
              <p:nvSpPr>
                <p:cNvPr id="161" name="" descr="c090a41f-242e-4d59-a8fc-4abf6aae8fd1"/>
                <p:cNvSpPr/>
                <p:nvPr/>
              </p:nvSpPr>
              <p:spPr>
                <a:xfrm>
                  <a:off x="6724789" y="2481645"/>
                  <a:ext cx="345824" cy="357554"/>
                </a:xfrm>
                <a:custGeom>
                  <a:gdLst>
                    <a:gd name="connsiteX0" fmla="*/ 66046 w 345824"/>
                    <a:gd name="connsiteY0" fmla="*/ 0 h 357554"/>
                    <a:gd name="connsiteX1" fmla="*/ 0 w 345824"/>
                    <a:gd name="connsiteY1" fmla="*/ 163012 h 357554"/>
                    <a:gd name="connsiteX2" fmla="*/ 200985 w 345824"/>
                    <a:gd name="connsiteY2" fmla="*/ 357555 h 357554"/>
                    <a:gd name="connsiteX3" fmla="*/ 345824 w 345824"/>
                    <a:gd name="connsiteY3" fmla="*/ 0 h 357554"/>
                    <a:gd name="connsiteX4" fmla="*/ 66046 w 345824"/>
                    <a:gd name="connsiteY4" fmla="*/ 0 h 357554"/>
                  </a:gdLst>
                  <a:cxnLst>
                    <a:cxn ang="0">
                      <a:pos x="connsiteX0" y="connsiteY0"/>
                    </a:cxn>
                    <a:cxn ang="0">
                      <a:pos x="connsiteX1" y="connsiteY1"/>
                    </a:cxn>
                    <a:cxn ang="0">
                      <a:pos x="connsiteX2" y="connsiteY2"/>
                    </a:cxn>
                    <a:cxn ang="0">
                      <a:pos x="connsiteX3" y="connsiteY3"/>
                    </a:cxn>
                    <a:cxn ang="0">
                      <a:pos x="connsiteX4" y="connsiteY4"/>
                    </a:cxn>
                  </a:cxnLst>
                  <a:rect l="l" t="t" r="r" b="b"/>
                  <a:pathLst>
                    <a:path w="345824" h="357554">
                      <a:moveTo>
                        <a:pt x="66046" y="0"/>
                      </a:moveTo>
                      <a:cubicBezTo>
                        <a:pt x="66046" y="63401"/>
                        <a:pt x="40889" y="120835"/>
                        <a:pt x="0" y="163012"/>
                      </a:cubicBezTo>
                      <a:lnTo>
                        <a:pt x="200985" y="357555"/>
                      </a:lnTo>
                      <a:cubicBezTo>
                        <a:pt x="290560" y="264996"/>
                        <a:pt x="345824" y="139008"/>
                        <a:pt x="345824" y="0"/>
                      </a:cubicBezTo>
                      <a:lnTo>
                        <a:pt x="66046" y="0"/>
                      </a:lnTo>
                      <a:close/>
                    </a:path>
                  </a:pathLst>
                </a:custGeom>
                <a:solidFill>
                  <a:srgbClr val="DF7E9F"/>
                </a:solidFill>
                <a:ln w="6781" cap="flat">
                  <a:noFill/>
                  <a:prstDash val="solid"/>
                  <a:miter/>
                </a:ln>
              </p:spPr>
              <p:txBody>
                <a:bodyPr rtlCol="0" anchor="ctr"/>
                <a:lstStyle/>
                <a:p>
                  <a:endParaRPr lang="zh-CN" altLang="en-US"/>
                </a:p>
              </p:txBody>
            </p:sp>
            <p:sp>
              <p:nvSpPr>
                <p:cNvPr id="162" name="" descr="8a666408-45fb-4789-b17f-c6768bf1a162"/>
                <p:cNvSpPr/>
                <p:nvPr/>
              </p:nvSpPr>
              <p:spPr>
                <a:xfrm>
                  <a:off x="6556353" y="2644589"/>
                  <a:ext cx="369489" cy="351316"/>
                </a:xfrm>
                <a:custGeom>
                  <a:gdLst>
                    <a:gd name="connsiteX0" fmla="*/ 0 w 369489"/>
                    <a:gd name="connsiteY0" fmla="*/ 71538 h 351316"/>
                    <a:gd name="connsiteX1" fmla="*/ 0 w 369489"/>
                    <a:gd name="connsiteY1" fmla="*/ 351317 h 351316"/>
                    <a:gd name="connsiteX2" fmla="*/ 369489 w 369489"/>
                    <a:gd name="connsiteY2" fmla="*/ 194543 h 351316"/>
                    <a:gd name="connsiteX3" fmla="*/ 168504 w 369489"/>
                    <a:gd name="connsiteY3" fmla="*/ 0 h 351316"/>
                    <a:gd name="connsiteX4" fmla="*/ 0 w 369489"/>
                    <a:gd name="connsiteY4" fmla="*/ 71470 h 351316"/>
                  </a:gdLst>
                  <a:cxnLst>
                    <a:cxn ang="0">
                      <a:pos x="connsiteX0" y="connsiteY0"/>
                    </a:cxn>
                    <a:cxn ang="0">
                      <a:pos x="connsiteX1" y="connsiteY1"/>
                    </a:cxn>
                    <a:cxn ang="0">
                      <a:pos x="connsiteX2" y="connsiteY2"/>
                    </a:cxn>
                    <a:cxn ang="0">
                      <a:pos x="connsiteX3" y="connsiteY3"/>
                    </a:cxn>
                    <a:cxn ang="0">
                      <a:pos x="connsiteX4" y="connsiteY4"/>
                    </a:cxn>
                  </a:cxnLst>
                  <a:rect l="l" t="t" r="r" b="b"/>
                  <a:pathLst>
                    <a:path w="369489" h="351316">
                      <a:moveTo>
                        <a:pt x="0" y="71538"/>
                      </a:moveTo>
                      <a:lnTo>
                        <a:pt x="0" y="351317"/>
                      </a:lnTo>
                      <a:cubicBezTo>
                        <a:pt x="145043" y="351317"/>
                        <a:pt x="275981" y="291170"/>
                        <a:pt x="369489" y="194543"/>
                      </a:cubicBezTo>
                      <a:lnTo>
                        <a:pt x="168504" y="0"/>
                      </a:lnTo>
                      <a:cubicBezTo>
                        <a:pt x="125853" y="44076"/>
                        <a:pt x="66181" y="71470"/>
                        <a:pt x="0" y="71470"/>
                      </a:cubicBezTo>
                      <a:close/>
                    </a:path>
                  </a:pathLst>
                </a:custGeom>
                <a:solidFill>
                  <a:srgbClr val="95D4DF"/>
                </a:solidFill>
                <a:ln w="6781" cap="flat">
                  <a:noFill/>
                  <a:prstDash val="solid"/>
                  <a:miter/>
                </a:ln>
              </p:spPr>
              <p:txBody>
                <a:bodyPr rtlCol="0" anchor="ctr"/>
                <a:lstStyle/>
                <a:p>
                  <a:endParaRPr lang="zh-CN" altLang="en-US"/>
                </a:p>
              </p:txBody>
            </p:sp>
            <p:sp>
              <p:nvSpPr>
                <p:cNvPr id="163" name="" descr="bedd1ab2-7d26-4853-8c56-15f03b78465c"/>
                <p:cNvSpPr/>
                <p:nvPr/>
              </p:nvSpPr>
              <p:spPr>
                <a:xfrm>
                  <a:off x="6042092" y="1967384"/>
                  <a:ext cx="514261" cy="1028521"/>
                </a:xfrm>
                <a:custGeom>
                  <a:gdLst>
                    <a:gd name="connsiteX0" fmla="*/ 279779 w 514261"/>
                    <a:gd name="connsiteY0" fmla="*/ 514261 h 1028521"/>
                    <a:gd name="connsiteX1" fmla="*/ 514261 w 514261"/>
                    <a:gd name="connsiteY1" fmla="*/ 279779 h 1028521"/>
                    <a:gd name="connsiteX2" fmla="*/ 514261 w 514261"/>
                    <a:gd name="connsiteY2" fmla="*/ 0 h 1028521"/>
                    <a:gd name="connsiteX3" fmla="*/ 0 w 514261"/>
                    <a:gd name="connsiteY3" fmla="*/ 514261 h 1028521"/>
                    <a:gd name="connsiteX4" fmla="*/ 514261 w 514261"/>
                    <a:gd name="connsiteY4" fmla="*/ 1028522 h 1028521"/>
                    <a:gd name="connsiteX5" fmla="*/ 514261 w 514261"/>
                    <a:gd name="connsiteY5" fmla="*/ 748743 h 1028521"/>
                    <a:gd name="connsiteX6" fmla="*/ 279779 w 514261"/>
                    <a:gd name="connsiteY6" fmla="*/ 514261 h 102852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261" h="1028521">
                      <a:moveTo>
                        <a:pt x="279779" y="514261"/>
                      </a:moveTo>
                      <a:cubicBezTo>
                        <a:pt x="279779" y="384746"/>
                        <a:pt x="384746" y="279779"/>
                        <a:pt x="514261" y="279779"/>
                      </a:cubicBezTo>
                      <a:lnTo>
                        <a:pt x="514261" y="0"/>
                      </a:lnTo>
                      <a:cubicBezTo>
                        <a:pt x="230211" y="0"/>
                        <a:pt x="0" y="230278"/>
                        <a:pt x="0" y="514261"/>
                      </a:cubicBezTo>
                      <a:cubicBezTo>
                        <a:pt x="0" y="798244"/>
                        <a:pt x="230278" y="1028522"/>
                        <a:pt x="514261" y="1028522"/>
                      </a:cubicBezTo>
                      <a:lnTo>
                        <a:pt x="514261" y="748743"/>
                      </a:lnTo>
                      <a:cubicBezTo>
                        <a:pt x="384746" y="748743"/>
                        <a:pt x="279779" y="643776"/>
                        <a:pt x="279779" y="514261"/>
                      </a:cubicBezTo>
                      <a:close/>
                    </a:path>
                  </a:pathLst>
                </a:custGeom>
                <a:solidFill>
                  <a:srgbClr val="7162EF"/>
                </a:solidFill>
                <a:ln w="6781" cap="flat">
                  <a:noFill/>
                  <a:prstDash val="solid"/>
                  <a:miter/>
                </a:ln>
              </p:spPr>
              <p:txBody>
                <a:bodyPr rtlCol="0" anchor="ctr"/>
                <a:lstStyle/>
                <a:p>
                  <a:endParaRPr lang="zh-CN" altLang="en-US"/>
                </a:p>
              </p:txBody>
            </p:sp>
            <p:sp>
              <p:nvSpPr>
                <p:cNvPr id="164" name="" descr="49616789-f86c-43c3-b28a-48ec505d4a56"/>
                <p:cNvSpPr/>
                <p:nvPr/>
              </p:nvSpPr>
              <p:spPr>
                <a:xfrm>
                  <a:off x="6556353" y="1967384"/>
                  <a:ext cx="514260" cy="514261"/>
                </a:xfrm>
                <a:custGeom>
                  <a:gdLst>
                    <a:gd name="connsiteX0" fmla="*/ 234482 w 514260"/>
                    <a:gd name="connsiteY0" fmla="*/ 514261 h 514261"/>
                    <a:gd name="connsiteX1" fmla="*/ 514261 w 514260"/>
                    <a:gd name="connsiteY1" fmla="*/ 514261 h 514261"/>
                    <a:gd name="connsiteX2" fmla="*/ 0 w 514260"/>
                    <a:gd name="connsiteY2" fmla="*/ 0 h 514261"/>
                    <a:gd name="connsiteX3" fmla="*/ 0 w 514260"/>
                    <a:gd name="connsiteY3" fmla="*/ 279779 h 514261"/>
                    <a:gd name="connsiteX4" fmla="*/ 234482 w 514260"/>
                    <a:gd name="connsiteY4" fmla="*/ 514261 h 514261"/>
                  </a:gdLst>
                  <a:cxnLst>
                    <a:cxn ang="0">
                      <a:pos x="connsiteX0" y="connsiteY0"/>
                    </a:cxn>
                    <a:cxn ang="0">
                      <a:pos x="connsiteX1" y="connsiteY1"/>
                    </a:cxn>
                    <a:cxn ang="0">
                      <a:pos x="connsiteX2" y="connsiteY2"/>
                    </a:cxn>
                    <a:cxn ang="0">
                      <a:pos x="connsiteX3" y="connsiteY3"/>
                    </a:cxn>
                    <a:cxn ang="0">
                      <a:pos x="connsiteX4" y="connsiteY4"/>
                    </a:cxn>
                  </a:cxnLst>
                  <a:rect l="l" t="t" r="r" b="b"/>
                  <a:pathLst>
                    <a:path w="514260" h="514261">
                      <a:moveTo>
                        <a:pt x="234482" y="514261"/>
                      </a:moveTo>
                      <a:lnTo>
                        <a:pt x="514261" y="514261"/>
                      </a:lnTo>
                      <a:cubicBezTo>
                        <a:pt x="514261" y="230210"/>
                        <a:pt x="283983" y="0"/>
                        <a:pt x="0" y="0"/>
                      </a:cubicBezTo>
                      <a:lnTo>
                        <a:pt x="0" y="279779"/>
                      </a:lnTo>
                      <a:cubicBezTo>
                        <a:pt x="129514" y="279779"/>
                        <a:pt x="234482" y="384746"/>
                        <a:pt x="234482" y="514261"/>
                      </a:cubicBezTo>
                      <a:close/>
                    </a:path>
                  </a:pathLst>
                </a:custGeom>
                <a:solidFill>
                  <a:srgbClr val="F9B65D"/>
                </a:solidFill>
                <a:ln w="6781" cap="flat">
                  <a:noFill/>
                  <a:prstDash val="solid"/>
                  <a:miter/>
                </a:ln>
              </p:spPr>
              <p:txBody>
                <a:bodyPr rtlCol="0" anchor="ctr"/>
                <a:lstStyle/>
                <a:p>
                  <a:endParaRPr lang="zh-CN" altLang="en-US"/>
                </a:p>
              </p:txBody>
            </p:sp>
          </p:grpSp>
          <p:sp>
            <p:nvSpPr>
              <p:cNvPr id="160" name="" descr="8263dafa-26b0-4dbb-b2e7-23f44cbf2de3"/>
              <p:cNvSpPr/>
              <p:nvPr/>
            </p:nvSpPr>
            <p:spPr>
              <a:xfrm rot="-748801">
                <a:off x="6147138" y="2072430"/>
                <a:ext cx="818450" cy="818450"/>
              </a:xfrm>
              <a:custGeom>
                <a:gdLst>
                  <a:gd name="connsiteX0" fmla="*/ 818450 w 818450"/>
                  <a:gd name="connsiteY0" fmla="*/ 409225 h 818450"/>
                  <a:gd name="connsiteX1" fmla="*/ 409225 w 818450"/>
                  <a:gd name="connsiteY1" fmla="*/ 818450 h 818450"/>
                  <a:gd name="connsiteX2" fmla="*/ 0 w 818450"/>
                  <a:gd name="connsiteY2" fmla="*/ 409225 h 818450"/>
                  <a:gd name="connsiteX3" fmla="*/ 409225 w 818450"/>
                  <a:gd name="connsiteY3" fmla="*/ 0 h 818450"/>
                  <a:gd name="connsiteX4" fmla="*/ 818450 w 818450"/>
                  <a:gd name="connsiteY4" fmla="*/ 409225 h 818450"/>
                </a:gdLst>
                <a:cxnLst>
                  <a:cxn ang="0">
                    <a:pos x="connsiteX0" y="connsiteY0"/>
                  </a:cxn>
                  <a:cxn ang="0">
                    <a:pos x="connsiteX1" y="connsiteY1"/>
                  </a:cxn>
                  <a:cxn ang="0">
                    <a:pos x="connsiteX2" y="connsiteY2"/>
                  </a:cxn>
                  <a:cxn ang="0">
                    <a:pos x="connsiteX3" y="connsiteY3"/>
                  </a:cxn>
                  <a:cxn ang="0">
                    <a:pos x="connsiteX4" y="connsiteY4"/>
                  </a:cxn>
                </a:cxnLst>
                <a:rect l="l" t="t" r="r" b="b"/>
                <a:pathLst>
                  <a:path w="818450" h="818450">
                    <a:moveTo>
                      <a:pt x="818450" y="409225"/>
                    </a:moveTo>
                    <a:cubicBezTo>
                      <a:pt x="818450" y="635234"/>
                      <a:pt x="635234" y="818450"/>
                      <a:pt x="409225" y="818450"/>
                    </a:cubicBezTo>
                    <a:cubicBezTo>
                      <a:pt x="183216" y="818450"/>
                      <a:pt x="0" y="635234"/>
                      <a:pt x="0" y="409225"/>
                    </a:cubicBezTo>
                    <a:cubicBezTo>
                      <a:pt x="0" y="183216"/>
                      <a:pt x="183216" y="0"/>
                      <a:pt x="409225" y="0"/>
                    </a:cubicBezTo>
                    <a:cubicBezTo>
                      <a:pt x="635234" y="0"/>
                      <a:pt x="818450" y="183216"/>
                      <a:pt x="818450" y="409225"/>
                    </a:cubicBezTo>
                    <a:close/>
                  </a:path>
                </a:pathLst>
              </a:custGeom>
              <a:noFill/>
              <a:ln w="13562" cap="flat">
                <a:solidFill>
                  <a:srgbClr val="3D436C"/>
                </a:solidFill>
                <a:prstDash val="solid"/>
                <a:miter/>
              </a:ln>
            </p:spPr>
            <p:txBody>
              <a:bodyPr rtlCol="0" anchor="ctr"/>
              <a:lstStyle/>
              <a:p>
                <a:endParaRPr lang="zh-CN" altLang="en-US"/>
              </a:p>
            </p:txBody>
          </p:sp>
        </p:grpSp>
        <p:grpSp>
          <p:nvGrpSpPr>
            <p:cNvPr id="17" name="" descr="c2b14142-a401-4244-a757-2233e678a90d"/>
            <p:cNvGrpSpPr/>
            <p:nvPr/>
          </p:nvGrpSpPr>
          <p:grpSpPr>
            <a:xfrm>
              <a:off x="5243648" y="3978964"/>
              <a:ext cx="922984" cy="228198"/>
              <a:chOff x="5243648" y="3662585"/>
              <a:chExt cx="922984" cy="228198"/>
            </a:xfrm>
            <a:solidFill>
              <a:srgbClr val="F9B65D"/>
            </a:solidFill>
          </p:grpSpPr>
          <p:sp>
            <p:nvSpPr>
              <p:cNvPr id="150" name="" descr="ecc6459d-e31a-4337-b6b3-7da88b29d2c2"/>
              <p:cNvSpPr/>
              <p:nvPr/>
            </p:nvSpPr>
            <p:spPr>
              <a:xfrm rot="464400">
                <a:off x="5246584" y="3723861"/>
                <a:ext cx="917111" cy="105645"/>
              </a:xfrm>
              <a:custGeom>
                <a:gdLst>
                  <a:gd name="connsiteX0" fmla="*/ 0 w 917111"/>
                  <a:gd name="connsiteY0" fmla="*/ 0 h 105645"/>
                  <a:gd name="connsiteX1" fmla="*/ 917112 w 917111"/>
                  <a:gd name="connsiteY1" fmla="*/ 0 h 105645"/>
                  <a:gd name="connsiteX2" fmla="*/ 917112 w 917111"/>
                  <a:gd name="connsiteY2" fmla="*/ 105646 h 105645"/>
                  <a:gd name="connsiteX3" fmla="*/ 0 w 917111"/>
                  <a:gd name="connsiteY3" fmla="*/ 105646 h 105645"/>
                </a:gdLst>
                <a:cxnLst>
                  <a:cxn ang="0">
                    <a:pos x="connsiteX0" y="connsiteY0"/>
                  </a:cxn>
                  <a:cxn ang="0">
                    <a:pos x="connsiteX1" y="connsiteY1"/>
                  </a:cxn>
                  <a:cxn ang="0">
                    <a:pos x="connsiteX2" y="connsiteY2"/>
                  </a:cxn>
                  <a:cxn ang="0">
                    <a:pos x="connsiteX3" y="connsiteY3"/>
                  </a:cxn>
                </a:cxnLst>
                <a:rect l="l" t="t" r="r" b="b"/>
                <a:pathLst>
                  <a:path w="917111" h="105645">
                    <a:moveTo>
                      <a:pt x="0" y="0"/>
                    </a:moveTo>
                    <a:lnTo>
                      <a:pt x="917112" y="0"/>
                    </a:lnTo>
                    <a:lnTo>
                      <a:pt x="917112" y="105646"/>
                    </a:lnTo>
                    <a:lnTo>
                      <a:pt x="0" y="105646"/>
                    </a:lnTo>
                    <a:close/>
                  </a:path>
                </a:pathLst>
              </a:custGeom>
              <a:solidFill>
                <a:srgbClr val="F9B65D"/>
              </a:solidFill>
              <a:ln w="6781" cap="flat">
                <a:noFill/>
                <a:prstDash val="solid"/>
                <a:miter/>
              </a:ln>
            </p:spPr>
            <p:txBody>
              <a:bodyPr rtlCol="0" anchor="ctr"/>
              <a:lstStyle/>
              <a:p>
                <a:endParaRPr lang="zh-CN" altLang="en-US"/>
              </a:p>
            </p:txBody>
          </p:sp>
          <p:grpSp>
            <p:nvGrpSpPr>
              <p:cNvPr id="151" name="" descr="e21feb8c-fbf7-4ae4-9087-46192eef624a"/>
              <p:cNvGrpSpPr/>
              <p:nvPr/>
            </p:nvGrpSpPr>
            <p:grpSpPr>
              <a:xfrm>
                <a:off x="5339933" y="3707422"/>
                <a:ext cx="726163" cy="170131"/>
                <a:chOff x="5339933" y="3707422"/>
                <a:chExt cx="726163" cy="170131"/>
              </a:xfrm>
            </p:grpSpPr>
            <p:sp>
              <p:nvSpPr>
                <p:cNvPr id="153" name="" descr="35b22c77-e63e-4165-8202-3d62bf3bd010"/>
                <p:cNvSpPr/>
                <p:nvPr/>
              </p:nvSpPr>
              <p:spPr>
                <a:xfrm>
                  <a:off x="5339933" y="3707422"/>
                  <a:ext cx="9832" cy="72826"/>
                </a:xfrm>
                <a:custGeom>
                  <a:gdLst>
                    <a:gd name="connsiteX0" fmla="*/ 9832 w 9832"/>
                    <a:gd name="connsiteY0" fmla="*/ 0 h 72826"/>
                    <a:gd name="connsiteX1" fmla="*/ 0 w 9832"/>
                    <a:gd name="connsiteY1" fmla="*/ 72826 h 72826"/>
                  </a:gdLst>
                  <a:cxnLst>
                    <a:cxn ang="0">
                      <a:pos x="connsiteX0" y="connsiteY0"/>
                    </a:cxn>
                    <a:cxn ang="0">
                      <a:pos x="connsiteX1" y="connsiteY1"/>
                    </a:cxn>
                  </a:cxnLst>
                  <a:rect l="l" t="t" r="r" b="b"/>
                  <a:pathLst>
                    <a:path w="9832" h="72826">
                      <a:moveTo>
                        <a:pt x="9832" y="0"/>
                      </a:moveTo>
                      <a:lnTo>
                        <a:pt x="0" y="72826"/>
                      </a:lnTo>
                    </a:path>
                  </a:pathLst>
                </a:custGeom>
                <a:ln w="13562" cap="flat">
                  <a:solidFill>
                    <a:srgbClr val="3D436C"/>
                  </a:solidFill>
                  <a:prstDash val="solid"/>
                  <a:miter/>
                </a:ln>
              </p:spPr>
              <p:txBody>
                <a:bodyPr rtlCol="0" anchor="ctr"/>
                <a:lstStyle/>
                <a:p>
                  <a:endParaRPr lang="zh-CN" altLang="en-US"/>
                </a:p>
              </p:txBody>
            </p:sp>
            <p:sp>
              <p:nvSpPr>
                <p:cNvPr id="154" name="" descr="0eeeaa96-6608-4b87-ac2a-d375231eaf52"/>
                <p:cNvSpPr/>
                <p:nvPr/>
              </p:nvSpPr>
              <p:spPr>
                <a:xfrm>
                  <a:off x="5483145" y="3726883"/>
                  <a:ext cx="9900" cy="72826"/>
                </a:xfrm>
                <a:custGeom>
                  <a:gdLst>
                    <a:gd name="connsiteX0" fmla="*/ 9900 w 9900"/>
                    <a:gd name="connsiteY0" fmla="*/ 0 h 72826"/>
                    <a:gd name="connsiteX1" fmla="*/ 0 w 9900"/>
                    <a:gd name="connsiteY1" fmla="*/ 72826 h 72826"/>
                  </a:gdLst>
                  <a:cxnLst>
                    <a:cxn ang="0">
                      <a:pos x="connsiteX0" y="connsiteY0"/>
                    </a:cxn>
                    <a:cxn ang="0">
                      <a:pos x="connsiteX1" y="connsiteY1"/>
                    </a:cxn>
                  </a:cxnLst>
                  <a:rect l="l" t="t" r="r" b="b"/>
                  <a:pathLst>
                    <a:path w="9900" h="72826">
                      <a:moveTo>
                        <a:pt x="9900" y="0"/>
                      </a:moveTo>
                      <a:lnTo>
                        <a:pt x="0" y="72826"/>
                      </a:lnTo>
                    </a:path>
                  </a:pathLst>
                </a:custGeom>
                <a:ln w="13562" cap="flat">
                  <a:solidFill>
                    <a:srgbClr val="3D436C"/>
                  </a:solidFill>
                  <a:prstDash val="solid"/>
                  <a:miter/>
                </a:ln>
              </p:spPr>
              <p:txBody>
                <a:bodyPr rtlCol="0" anchor="ctr"/>
                <a:lstStyle/>
                <a:p>
                  <a:endParaRPr lang="zh-CN" altLang="en-US"/>
                </a:p>
              </p:txBody>
            </p:sp>
            <p:sp>
              <p:nvSpPr>
                <p:cNvPr id="155" name="" descr="99ded03a-d4e7-4231-865a-f41abbc7b36a"/>
                <p:cNvSpPr/>
                <p:nvPr/>
              </p:nvSpPr>
              <p:spPr>
                <a:xfrm>
                  <a:off x="5626424" y="3746344"/>
                  <a:ext cx="9900" cy="72826"/>
                </a:xfrm>
                <a:custGeom>
                  <a:gdLst>
                    <a:gd name="connsiteX0" fmla="*/ 9900 w 9900"/>
                    <a:gd name="connsiteY0" fmla="*/ 0 h 72826"/>
                    <a:gd name="connsiteX1" fmla="*/ 0 w 9900"/>
                    <a:gd name="connsiteY1" fmla="*/ 72826 h 72826"/>
                  </a:gdLst>
                  <a:cxnLst>
                    <a:cxn ang="0">
                      <a:pos x="connsiteX0" y="connsiteY0"/>
                    </a:cxn>
                    <a:cxn ang="0">
                      <a:pos x="connsiteX1" y="connsiteY1"/>
                    </a:cxn>
                  </a:cxnLst>
                  <a:rect l="l" t="t" r="r" b="b"/>
                  <a:pathLst>
                    <a:path w="9900" h="72826">
                      <a:moveTo>
                        <a:pt x="9900" y="0"/>
                      </a:moveTo>
                      <a:lnTo>
                        <a:pt x="0" y="72826"/>
                      </a:lnTo>
                    </a:path>
                  </a:pathLst>
                </a:custGeom>
                <a:ln w="13562" cap="flat">
                  <a:solidFill>
                    <a:srgbClr val="3D436C"/>
                  </a:solidFill>
                  <a:prstDash val="solid"/>
                  <a:miter/>
                </a:ln>
              </p:spPr>
              <p:txBody>
                <a:bodyPr rtlCol="0" anchor="ctr"/>
                <a:lstStyle/>
                <a:p>
                  <a:endParaRPr lang="zh-CN" altLang="en-US"/>
                </a:p>
              </p:txBody>
            </p:sp>
            <p:sp>
              <p:nvSpPr>
                <p:cNvPr id="156" name="" descr="2060ad62-3755-4507-865a-bf672705b645"/>
                <p:cNvSpPr/>
                <p:nvPr/>
              </p:nvSpPr>
              <p:spPr>
                <a:xfrm>
                  <a:off x="5769704" y="3765805"/>
                  <a:ext cx="9832" cy="72826"/>
                </a:xfrm>
                <a:custGeom>
                  <a:gdLst>
                    <a:gd name="connsiteX0" fmla="*/ 9832 w 9832"/>
                    <a:gd name="connsiteY0" fmla="*/ 0 h 72826"/>
                    <a:gd name="connsiteX1" fmla="*/ 0 w 9832"/>
                    <a:gd name="connsiteY1" fmla="*/ 72826 h 72826"/>
                  </a:gdLst>
                  <a:cxnLst>
                    <a:cxn ang="0">
                      <a:pos x="connsiteX0" y="connsiteY0"/>
                    </a:cxn>
                    <a:cxn ang="0">
                      <a:pos x="connsiteX1" y="connsiteY1"/>
                    </a:cxn>
                  </a:cxnLst>
                  <a:rect l="l" t="t" r="r" b="b"/>
                  <a:pathLst>
                    <a:path w="9832" h="72826">
                      <a:moveTo>
                        <a:pt x="9832" y="0"/>
                      </a:moveTo>
                      <a:lnTo>
                        <a:pt x="0" y="72826"/>
                      </a:lnTo>
                    </a:path>
                  </a:pathLst>
                </a:custGeom>
                <a:ln w="13562" cap="flat">
                  <a:solidFill>
                    <a:srgbClr val="3D436C"/>
                  </a:solidFill>
                  <a:prstDash val="solid"/>
                  <a:miter/>
                </a:ln>
              </p:spPr>
              <p:txBody>
                <a:bodyPr rtlCol="0" anchor="ctr"/>
                <a:lstStyle/>
                <a:p>
                  <a:endParaRPr lang="zh-CN" altLang="en-US"/>
                </a:p>
              </p:txBody>
            </p:sp>
            <p:sp>
              <p:nvSpPr>
                <p:cNvPr id="157" name="" descr="8ff52296-8604-4a33-98b6-030ff7df86dc"/>
                <p:cNvSpPr/>
                <p:nvPr/>
              </p:nvSpPr>
              <p:spPr>
                <a:xfrm>
                  <a:off x="5912916" y="3785266"/>
                  <a:ext cx="9900" cy="72826"/>
                </a:xfrm>
                <a:custGeom>
                  <a:gdLst>
                    <a:gd name="connsiteX0" fmla="*/ 9900 w 9900"/>
                    <a:gd name="connsiteY0" fmla="*/ 0 h 72826"/>
                    <a:gd name="connsiteX1" fmla="*/ 0 w 9900"/>
                    <a:gd name="connsiteY1" fmla="*/ 72827 h 72826"/>
                  </a:gdLst>
                  <a:cxnLst>
                    <a:cxn ang="0">
                      <a:pos x="connsiteX0" y="connsiteY0"/>
                    </a:cxn>
                    <a:cxn ang="0">
                      <a:pos x="connsiteX1" y="connsiteY1"/>
                    </a:cxn>
                  </a:cxnLst>
                  <a:rect l="l" t="t" r="r" b="b"/>
                  <a:pathLst>
                    <a:path w="9900" h="72826">
                      <a:moveTo>
                        <a:pt x="9900" y="0"/>
                      </a:moveTo>
                      <a:lnTo>
                        <a:pt x="0" y="72827"/>
                      </a:lnTo>
                    </a:path>
                  </a:pathLst>
                </a:custGeom>
                <a:ln w="13562" cap="flat">
                  <a:solidFill>
                    <a:srgbClr val="3D436C"/>
                  </a:solidFill>
                  <a:prstDash val="solid"/>
                  <a:miter/>
                </a:ln>
              </p:spPr>
              <p:txBody>
                <a:bodyPr rtlCol="0" anchor="ctr"/>
                <a:lstStyle/>
                <a:p>
                  <a:endParaRPr lang="zh-CN" altLang="en-US"/>
                </a:p>
              </p:txBody>
            </p:sp>
            <p:sp>
              <p:nvSpPr>
                <p:cNvPr id="158" name="" descr="82b146f9-0721-4330-b9fb-3ababfd2fa49"/>
                <p:cNvSpPr/>
                <p:nvPr/>
              </p:nvSpPr>
              <p:spPr>
                <a:xfrm>
                  <a:off x="6056196" y="3804795"/>
                  <a:ext cx="9900" cy="72758"/>
                </a:xfrm>
                <a:custGeom>
                  <a:gdLst>
                    <a:gd name="connsiteX0" fmla="*/ 9900 w 9900"/>
                    <a:gd name="connsiteY0" fmla="*/ 0 h 72758"/>
                    <a:gd name="connsiteX1" fmla="*/ 0 w 9900"/>
                    <a:gd name="connsiteY1" fmla="*/ 72759 h 72758"/>
                  </a:gdLst>
                  <a:cxnLst>
                    <a:cxn ang="0">
                      <a:pos x="connsiteX0" y="connsiteY0"/>
                    </a:cxn>
                    <a:cxn ang="0">
                      <a:pos x="connsiteX1" y="connsiteY1"/>
                    </a:cxn>
                  </a:cxnLst>
                  <a:rect l="l" t="t" r="r" b="b"/>
                  <a:pathLst>
                    <a:path w="9900" h="72758">
                      <a:moveTo>
                        <a:pt x="9900" y="0"/>
                      </a:moveTo>
                      <a:lnTo>
                        <a:pt x="0" y="72759"/>
                      </a:lnTo>
                    </a:path>
                  </a:pathLst>
                </a:custGeom>
                <a:ln w="13562" cap="flat">
                  <a:solidFill>
                    <a:srgbClr val="3D436C"/>
                  </a:solidFill>
                  <a:prstDash val="solid"/>
                  <a:miter/>
                </a:ln>
              </p:spPr>
              <p:txBody>
                <a:bodyPr rtlCol="0" anchor="ctr"/>
                <a:lstStyle/>
                <a:p>
                  <a:endParaRPr lang="zh-CN" altLang="en-US"/>
                </a:p>
              </p:txBody>
            </p:sp>
          </p:grpSp>
          <p:sp>
            <p:nvSpPr>
              <p:cNvPr id="152" name="" descr="79d42133-0a6a-46ea-9a9e-17882d9d430c"/>
              <p:cNvSpPr/>
              <p:nvPr/>
            </p:nvSpPr>
            <p:spPr>
              <a:xfrm>
                <a:off x="5253545" y="3694335"/>
                <a:ext cx="908771" cy="123479"/>
              </a:xfrm>
              <a:custGeom>
                <a:gdLst>
                  <a:gd name="connsiteX0" fmla="*/ 0 w 908771"/>
                  <a:gd name="connsiteY0" fmla="*/ 0 h 123479"/>
                  <a:gd name="connsiteX1" fmla="*/ 908772 w 908771"/>
                  <a:gd name="connsiteY1" fmla="*/ 123480 h 123479"/>
                </a:gdLst>
                <a:cxnLst>
                  <a:cxn ang="0">
                    <a:pos x="connsiteX0" y="connsiteY0"/>
                  </a:cxn>
                  <a:cxn ang="0">
                    <a:pos x="connsiteX1" y="connsiteY1"/>
                  </a:cxn>
                </a:cxnLst>
                <a:rect l="l" t="t" r="r" b="b"/>
                <a:pathLst>
                  <a:path w="908771" h="123479">
                    <a:moveTo>
                      <a:pt x="0" y="0"/>
                    </a:moveTo>
                    <a:lnTo>
                      <a:pt x="908772" y="123480"/>
                    </a:lnTo>
                  </a:path>
                </a:pathLst>
              </a:custGeom>
              <a:ln w="13562" cap="flat">
                <a:solidFill>
                  <a:srgbClr val="3D436C"/>
                </a:solidFill>
                <a:prstDash val="solid"/>
                <a:miter/>
              </a:ln>
            </p:spPr>
            <p:txBody>
              <a:bodyPr rtlCol="0" anchor="ctr"/>
              <a:lstStyle/>
              <a:p>
                <a:endParaRPr lang="zh-CN" altLang="en-US"/>
              </a:p>
            </p:txBody>
          </p:sp>
        </p:grpSp>
        <p:grpSp>
          <p:nvGrpSpPr>
            <p:cNvPr id="18" name="" descr="011bb589-15a4-4904-ad3c-b7d8832beaaa"/>
            <p:cNvGrpSpPr/>
            <p:nvPr/>
          </p:nvGrpSpPr>
          <p:grpSpPr>
            <a:xfrm>
              <a:off x="7301299" y="996415"/>
              <a:ext cx="1879724" cy="1189906"/>
              <a:chOff x="7301299" y="680036"/>
              <a:chExt cx="1879724" cy="1189906"/>
            </a:xfrm>
          </p:grpSpPr>
          <p:sp>
            <p:nvSpPr>
              <p:cNvPr id="136" name="" descr="db7d6bae-0fc9-4c53-8563-3a31bc85a0aa"/>
              <p:cNvSpPr/>
              <p:nvPr/>
            </p:nvSpPr>
            <p:spPr>
              <a:xfrm>
                <a:off x="7301299" y="680036"/>
                <a:ext cx="1879724" cy="1189906"/>
              </a:xfrm>
              <a:custGeom>
                <a:gdLst>
                  <a:gd name="connsiteX0" fmla="*/ 1879724 w 1879724"/>
                  <a:gd name="connsiteY0" fmla="*/ 447605 h 1189906"/>
                  <a:gd name="connsiteX1" fmla="*/ 1337866 w 1879724"/>
                  <a:gd name="connsiteY1" fmla="*/ 263572 h 1189906"/>
                  <a:gd name="connsiteX2" fmla="*/ 771120 w 1879724"/>
                  <a:gd name="connsiteY2" fmla="*/ 184033 h 1189906"/>
                  <a:gd name="connsiteX3" fmla="*/ 229262 w 1879724"/>
                  <a:gd name="connsiteY3" fmla="*/ 0 h 1189906"/>
                  <a:gd name="connsiteX4" fmla="*/ 0 w 1879724"/>
                  <a:gd name="connsiteY4" fmla="*/ 742302 h 1189906"/>
                  <a:gd name="connsiteX5" fmla="*/ 541859 w 1879724"/>
                  <a:gd name="connsiteY5" fmla="*/ 926334 h 1189906"/>
                  <a:gd name="connsiteX6" fmla="*/ 1108604 w 1879724"/>
                  <a:gd name="connsiteY6" fmla="*/ 1005874 h 1189906"/>
                  <a:gd name="connsiteX7" fmla="*/ 1650463 w 1879724"/>
                  <a:gd name="connsiteY7" fmla="*/ 1189907 h 1189906"/>
                  <a:gd name="connsiteX8" fmla="*/ 1879724 w 1879724"/>
                  <a:gd name="connsiteY8" fmla="*/ 447605 h 118990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724" h="1189906">
                    <a:moveTo>
                      <a:pt x="1879724" y="447605"/>
                    </a:moveTo>
                    <a:cubicBezTo>
                      <a:pt x="1602590" y="381695"/>
                      <a:pt x="1615000" y="329482"/>
                      <a:pt x="1337866" y="263572"/>
                    </a:cubicBezTo>
                    <a:cubicBezTo>
                      <a:pt x="1060732" y="197662"/>
                      <a:pt x="1048322" y="249943"/>
                      <a:pt x="771120" y="184033"/>
                    </a:cubicBezTo>
                    <a:cubicBezTo>
                      <a:pt x="493986" y="118123"/>
                      <a:pt x="506396" y="65910"/>
                      <a:pt x="229262" y="0"/>
                    </a:cubicBezTo>
                    <a:lnTo>
                      <a:pt x="0" y="742302"/>
                    </a:lnTo>
                    <a:cubicBezTo>
                      <a:pt x="277134" y="808212"/>
                      <a:pt x="264725" y="860424"/>
                      <a:pt x="541859" y="926334"/>
                    </a:cubicBezTo>
                    <a:cubicBezTo>
                      <a:pt x="818993" y="992244"/>
                      <a:pt x="831402" y="939964"/>
                      <a:pt x="1108604" y="1005874"/>
                    </a:cubicBezTo>
                    <a:cubicBezTo>
                      <a:pt x="1385738" y="1071784"/>
                      <a:pt x="1373329" y="1123997"/>
                      <a:pt x="1650463" y="1189907"/>
                    </a:cubicBezTo>
                    <a:lnTo>
                      <a:pt x="1879724" y="447605"/>
                    </a:lnTo>
                    <a:close/>
                  </a:path>
                </a:pathLst>
              </a:custGeom>
              <a:solidFill>
                <a:srgbClr val="95D4DF"/>
              </a:solidFill>
              <a:ln w="6781" cap="flat">
                <a:noFill/>
                <a:prstDash val="solid"/>
                <a:miter/>
              </a:ln>
            </p:spPr>
            <p:txBody>
              <a:bodyPr rtlCol="0" anchor="ctr"/>
              <a:lstStyle/>
              <a:p>
                <a:endParaRPr lang="zh-CN" altLang="en-US"/>
              </a:p>
            </p:txBody>
          </p:sp>
          <p:sp>
            <p:nvSpPr>
              <p:cNvPr id="137" name="" descr="f3f1c9c3-b928-4949-8328-1f09dc35303e"/>
              <p:cNvSpPr/>
              <p:nvPr/>
            </p:nvSpPr>
            <p:spPr>
              <a:xfrm>
                <a:off x="7827630" y="858034"/>
                <a:ext cx="219903" cy="744403"/>
              </a:xfrm>
              <a:custGeom>
                <a:gdLst>
                  <a:gd name="connsiteX0" fmla="*/ 219904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4" y="0"/>
                    </a:moveTo>
                    <a:lnTo>
                      <a:pt x="0" y="744404"/>
                    </a:lnTo>
                  </a:path>
                </a:pathLst>
              </a:custGeom>
              <a:ln w="13562" cap="flat">
                <a:solidFill>
                  <a:srgbClr val="C5FAFF"/>
                </a:solidFill>
                <a:prstDash val="solid"/>
                <a:miter/>
              </a:ln>
            </p:spPr>
            <p:txBody>
              <a:bodyPr rtlCol="0" anchor="ctr"/>
              <a:lstStyle/>
              <a:p>
                <a:endParaRPr lang="zh-CN" altLang="en-US"/>
              </a:p>
            </p:txBody>
          </p:sp>
          <p:sp>
            <p:nvSpPr>
              <p:cNvPr id="138" name="" descr="3e688541-10cf-49bf-91df-1e2e15d8a67c"/>
              <p:cNvSpPr/>
              <p:nvPr/>
            </p:nvSpPr>
            <p:spPr>
              <a:xfrm>
                <a:off x="7759957" y="841963"/>
                <a:ext cx="219903" cy="744403"/>
              </a:xfrm>
              <a:custGeom>
                <a:gdLst>
                  <a:gd name="connsiteX0" fmla="*/ 219903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3" y="0"/>
                    </a:moveTo>
                    <a:lnTo>
                      <a:pt x="0" y="744404"/>
                    </a:lnTo>
                  </a:path>
                </a:pathLst>
              </a:custGeom>
              <a:ln w="13562" cap="flat">
                <a:solidFill>
                  <a:srgbClr val="C5FAFF"/>
                </a:solidFill>
                <a:prstDash val="solid"/>
                <a:miter/>
              </a:ln>
            </p:spPr>
            <p:txBody>
              <a:bodyPr rtlCol="0" anchor="ctr"/>
              <a:lstStyle/>
              <a:p>
                <a:endParaRPr lang="zh-CN" altLang="en-US"/>
              </a:p>
            </p:txBody>
          </p:sp>
          <p:sp>
            <p:nvSpPr>
              <p:cNvPr id="139" name="" descr="1c8ba52f-debd-4a7e-825a-cbd9ba6acb29"/>
              <p:cNvSpPr/>
              <p:nvPr/>
            </p:nvSpPr>
            <p:spPr>
              <a:xfrm>
                <a:off x="8505716" y="964154"/>
                <a:ext cx="219903" cy="744403"/>
              </a:xfrm>
              <a:custGeom>
                <a:gdLst>
                  <a:gd name="connsiteX0" fmla="*/ 219904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4" y="0"/>
                    </a:moveTo>
                    <a:lnTo>
                      <a:pt x="0" y="744404"/>
                    </a:lnTo>
                  </a:path>
                </a:pathLst>
              </a:custGeom>
              <a:ln w="13562" cap="flat">
                <a:solidFill>
                  <a:srgbClr val="C5FAFF"/>
                </a:solidFill>
                <a:prstDash val="solid"/>
                <a:miter/>
              </a:ln>
            </p:spPr>
            <p:txBody>
              <a:bodyPr rtlCol="0" anchor="ctr"/>
              <a:lstStyle/>
              <a:p>
                <a:endParaRPr lang="zh-CN" altLang="en-US"/>
              </a:p>
            </p:txBody>
          </p:sp>
          <p:grpSp>
            <p:nvGrpSpPr>
              <p:cNvPr id="140" name="" descr="eec7adca-4ee8-4756-9957-099455fe97aa"/>
              <p:cNvGrpSpPr/>
              <p:nvPr/>
            </p:nvGrpSpPr>
            <p:grpSpPr>
              <a:xfrm>
                <a:off x="7959488" y="1006946"/>
                <a:ext cx="525966" cy="525966"/>
                <a:chOff x="7959488" y="1006946"/>
                <a:chExt cx="525966" cy="525966"/>
              </a:xfrm>
              <a:noFill/>
            </p:grpSpPr>
            <p:sp>
              <p:nvSpPr>
                <p:cNvPr id="144" name="" descr="6653cf3e-3d23-4c0d-94ea-10d93c576d13"/>
                <p:cNvSpPr/>
                <p:nvPr/>
              </p:nvSpPr>
              <p:spPr>
                <a:xfrm rot="-5292000">
                  <a:off x="7967375" y="1014833"/>
                  <a:ext cx="510192" cy="510192"/>
                </a:xfrm>
                <a:custGeom>
                  <a:gdLst>
                    <a:gd name="connsiteX0" fmla="*/ 510192 w 510192"/>
                    <a:gd name="connsiteY0" fmla="*/ 255096 h 510192"/>
                    <a:gd name="connsiteX1" fmla="*/ 255096 w 510192"/>
                    <a:gd name="connsiteY1" fmla="*/ 510193 h 510192"/>
                    <a:gd name="connsiteX2" fmla="*/ 0 w 510192"/>
                    <a:gd name="connsiteY2" fmla="*/ 255096 h 510192"/>
                    <a:gd name="connsiteX3" fmla="*/ 255096 w 510192"/>
                    <a:gd name="connsiteY3" fmla="*/ 0 h 510192"/>
                    <a:gd name="connsiteX4" fmla="*/ 510192 w 510192"/>
                    <a:gd name="connsiteY4" fmla="*/ 255096 h 510192"/>
                  </a:gdLst>
                  <a:cxnLst>
                    <a:cxn ang="0">
                      <a:pos x="connsiteX0" y="connsiteY0"/>
                    </a:cxn>
                    <a:cxn ang="0">
                      <a:pos x="connsiteX1" y="connsiteY1"/>
                    </a:cxn>
                    <a:cxn ang="0">
                      <a:pos x="connsiteX2" y="connsiteY2"/>
                    </a:cxn>
                    <a:cxn ang="0">
                      <a:pos x="connsiteX3" y="connsiteY3"/>
                    </a:cxn>
                    <a:cxn ang="0">
                      <a:pos x="connsiteX4" y="connsiteY4"/>
                    </a:cxn>
                  </a:cxnLst>
                  <a:rect l="l" t="t" r="r" b="b"/>
                  <a:pathLst>
                    <a:path w="510192" h="510192">
                      <a:moveTo>
                        <a:pt x="510192" y="255096"/>
                      </a:moveTo>
                      <a:cubicBezTo>
                        <a:pt x="510192" y="395982"/>
                        <a:pt x="395982" y="510193"/>
                        <a:pt x="255096" y="510193"/>
                      </a:cubicBezTo>
                      <a:cubicBezTo>
                        <a:pt x="114210" y="510193"/>
                        <a:pt x="0" y="395982"/>
                        <a:pt x="0" y="255096"/>
                      </a:cubicBezTo>
                      <a:cubicBezTo>
                        <a:pt x="0" y="114210"/>
                        <a:pt x="114210" y="0"/>
                        <a:pt x="255096" y="0"/>
                      </a:cubicBezTo>
                      <a:cubicBezTo>
                        <a:pt x="395982" y="0"/>
                        <a:pt x="510192" y="114210"/>
                        <a:pt x="510192" y="255096"/>
                      </a:cubicBezTo>
                      <a:close/>
                    </a:path>
                  </a:pathLst>
                </a:custGeom>
                <a:noFill/>
                <a:ln w="13562" cap="flat">
                  <a:solidFill>
                    <a:srgbClr val="3D436C"/>
                  </a:solidFill>
                  <a:prstDash val="solid"/>
                  <a:miter/>
                </a:ln>
              </p:spPr>
              <p:txBody>
                <a:bodyPr rtlCol="0" anchor="ctr"/>
                <a:lstStyle/>
                <a:p>
                  <a:endParaRPr lang="zh-CN" altLang="en-US"/>
                </a:p>
              </p:txBody>
            </p:sp>
            <p:grpSp>
              <p:nvGrpSpPr>
                <p:cNvPr id="145" name="" descr="1ac87086-8bf9-424f-be1c-6952eed04277"/>
                <p:cNvGrpSpPr/>
                <p:nvPr/>
              </p:nvGrpSpPr>
              <p:grpSpPr>
                <a:xfrm>
                  <a:off x="8148026" y="1142830"/>
                  <a:ext cx="148704" cy="252180"/>
                  <a:chOff x="8148026" y="1142830"/>
                  <a:chExt cx="148704" cy="252180"/>
                </a:xfrm>
                <a:noFill/>
              </p:grpSpPr>
              <p:sp>
                <p:nvSpPr>
                  <p:cNvPr id="147" name="" descr="698623b5-acc2-4ebf-8bf2-e10fd1486d34"/>
                  <p:cNvSpPr/>
                  <p:nvPr/>
                </p:nvSpPr>
                <p:spPr>
                  <a:xfrm>
                    <a:off x="8148026" y="1188339"/>
                    <a:ext cx="148704" cy="162545"/>
                  </a:xfrm>
                  <a:custGeom>
                    <a:gdLst>
                      <a:gd name="connsiteX0" fmla="*/ 148705 w 148704"/>
                      <a:gd name="connsiteY0" fmla="*/ 27318 h 162545"/>
                      <a:gd name="connsiteX1" fmla="*/ 77574 w 148704"/>
                      <a:gd name="connsiteY1" fmla="*/ 2296 h 162545"/>
                      <a:gd name="connsiteX2" fmla="*/ 24818 w 148704"/>
                      <a:gd name="connsiteY2" fmla="*/ 31047 h 162545"/>
                      <a:gd name="connsiteX3" fmla="*/ 24072 w 148704"/>
                      <a:gd name="connsiteY3" fmla="*/ 34302 h 162545"/>
                      <a:gd name="connsiteX4" fmla="*/ 43940 w 148704"/>
                      <a:gd name="connsiteY4" fmla="*/ 70648 h 162545"/>
                      <a:gd name="connsiteX5" fmla="*/ 104832 w 148704"/>
                      <a:gd name="connsiteY5" fmla="*/ 91872 h 162545"/>
                      <a:gd name="connsiteX6" fmla="*/ 124700 w 148704"/>
                      <a:gd name="connsiteY6" fmla="*/ 128217 h 162545"/>
                      <a:gd name="connsiteX7" fmla="*/ 123887 w 148704"/>
                      <a:gd name="connsiteY7" fmla="*/ 131472 h 162545"/>
                      <a:gd name="connsiteX8" fmla="*/ 71131 w 148704"/>
                      <a:gd name="connsiteY8" fmla="*/ 160223 h 162545"/>
                      <a:gd name="connsiteX9" fmla="*/ 0 w 148704"/>
                      <a:gd name="connsiteY9" fmla="*/ 135201 h 16254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704" h="162545">
                        <a:moveTo>
                          <a:pt x="148705" y="27318"/>
                        </a:moveTo>
                        <a:lnTo>
                          <a:pt x="77574" y="2296"/>
                        </a:lnTo>
                        <a:cubicBezTo>
                          <a:pt x="54925" y="-5637"/>
                          <a:pt x="30378" y="7721"/>
                          <a:pt x="24818" y="31047"/>
                        </a:cubicBezTo>
                        <a:lnTo>
                          <a:pt x="24072" y="34302"/>
                        </a:lnTo>
                        <a:cubicBezTo>
                          <a:pt x="20410" y="49695"/>
                          <a:pt x="29022" y="65426"/>
                          <a:pt x="43940" y="70648"/>
                        </a:cubicBezTo>
                        <a:lnTo>
                          <a:pt x="104832" y="91872"/>
                        </a:lnTo>
                        <a:cubicBezTo>
                          <a:pt x="119818" y="97093"/>
                          <a:pt x="128362" y="112757"/>
                          <a:pt x="124700" y="128217"/>
                        </a:cubicBezTo>
                        <a:lnTo>
                          <a:pt x="123887" y="131472"/>
                        </a:lnTo>
                        <a:cubicBezTo>
                          <a:pt x="118326" y="154798"/>
                          <a:pt x="93779" y="168224"/>
                          <a:pt x="71131" y="160223"/>
                        </a:cubicBezTo>
                        <a:lnTo>
                          <a:pt x="0" y="135201"/>
                        </a:lnTo>
                      </a:path>
                    </a:pathLst>
                  </a:custGeom>
                  <a:noFill/>
                  <a:ln w="13562" cap="flat">
                    <a:solidFill>
                      <a:srgbClr val="3D436C"/>
                    </a:solidFill>
                    <a:prstDash val="solid"/>
                    <a:miter/>
                  </a:ln>
                </p:spPr>
                <p:txBody>
                  <a:bodyPr rtlCol="0" anchor="ctr"/>
                  <a:lstStyle/>
                  <a:p>
                    <a:endParaRPr lang="zh-CN" altLang="en-US"/>
                  </a:p>
                </p:txBody>
              </p:sp>
              <p:sp>
                <p:nvSpPr>
                  <p:cNvPr id="148" name="" descr="557b79f2-0573-4fc5-a81b-1995b2d9917f"/>
                  <p:cNvSpPr/>
                  <p:nvPr/>
                </p:nvSpPr>
                <p:spPr>
                  <a:xfrm>
                    <a:off x="8239974" y="1142830"/>
                    <a:ext cx="12612" cy="52890"/>
                  </a:xfrm>
                  <a:custGeom>
                    <a:gdLst>
                      <a:gd name="connsiteX0" fmla="*/ 12613 w 12612"/>
                      <a:gd name="connsiteY0" fmla="*/ 0 h 52890"/>
                      <a:gd name="connsiteX1" fmla="*/ 0 w 12612"/>
                      <a:gd name="connsiteY1" fmla="*/ 52891 h 52890"/>
                    </a:gdLst>
                    <a:cxnLst>
                      <a:cxn ang="0">
                        <a:pos x="connsiteX0" y="connsiteY0"/>
                      </a:cxn>
                      <a:cxn ang="0">
                        <a:pos x="connsiteX1" y="connsiteY1"/>
                      </a:cxn>
                    </a:cxnLst>
                    <a:rect l="l" t="t" r="r" b="b"/>
                    <a:pathLst>
                      <a:path w="12612" h="52890">
                        <a:moveTo>
                          <a:pt x="12613" y="0"/>
                        </a:moveTo>
                        <a:lnTo>
                          <a:pt x="0" y="52891"/>
                        </a:lnTo>
                      </a:path>
                    </a:pathLst>
                  </a:custGeom>
                  <a:ln w="13562" cap="flat">
                    <a:solidFill>
                      <a:srgbClr val="3D436C"/>
                    </a:solidFill>
                    <a:prstDash val="solid"/>
                    <a:miter/>
                  </a:ln>
                </p:spPr>
                <p:txBody>
                  <a:bodyPr rtlCol="0" anchor="ctr"/>
                  <a:lstStyle/>
                  <a:p>
                    <a:endParaRPr lang="zh-CN" altLang="en-US"/>
                  </a:p>
                </p:txBody>
              </p:sp>
              <p:sp>
                <p:nvSpPr>
                  <p:cNvPr id="149" name="" descr="745e5a4e-a550-4f57-9978-c2443480f6eb"/>
                  <p:cNvSpPr/>
                  <p:nvPr/>
                </p:nvSpPr>
                <p:spPr>
                  <a:xfrm>
                    <a:off x="8192576" y="1342120"/>
                    <a:ext cx="12612" cy="52890"/>
                  </a:xfrm>
                  <a:custGeom>
                    <a:gdLst>
                      <a:gd name="connsiteX0" fmla="*/ 12613 w 12612"/>
                      <a:gd name="connsiteY0" fmla="*/ 0 h 52890"/>
                      <a:gd name="connsiteX1" fmla="*/ 0 w 12612"/>
                      <a:gd name="connsiteY1" fmla="*/ 52891 h 52890"/>
                    </a:gdLst>
                    <a:cxnLst>
                      <a:cxn ang="0">
                        <a:pos x="connsiteX0" y="connsiteY0"/>
                      </a:cxn>
                      <a:cxn ang="0">
                        <a:pos x="connsiteX1" y="connsiteY1"/>
                      </a:cxn>
                    </a:cxnLst>
                    <a:rect l="l" t="t" r="r" b="b"/>
                    <a:pathLst>
                      <a:path w="12612" h="52890">
                        <a:moveTo>
                          <a:pt x="12613" y="0"/>
                        </a:moveTo>
                        <a:lnTo>
                          <a:pt x="0" y="52891"/>
                        </a:lnTo>
                      </a:path>
                    </a:pathLst>
                  </a:custGeom>
                  <a:ln w="13562" cap="flat">
                    <a:solidFill>
                      <a:srgbClr val="3D436C"/>
                    </a:solidFill>
                    <a:prstDash val="solid"/>
                    <a:miter/>
                  </a:ln>
                </p:spPr>
                <p:txBody>
                  <a:bodyPr rtlCol="0" anchor="ctr"/>
                  <a:lstStyle/>
                  <a:p>
                    <a:endParaRPr lang="zh-CN" altLang="en-US"/>
                  </a:p>
                </p:txBody>
              </p:sp>
            </p:grpSp>
            <p:sp>
              <p:nvSpPr>
                <p:cNvPr id="146" name="" descr="f8331409-55f0-477e-89c8-c11fd7d96fc1"/>
                <p:cNvSpPr/>
                <p:nvPr/>
              </p:nvSpPr>
              <p:spPr>
                <a:xfrm rot="-4933799">
                  <a:off x="8044186" y="1091635"/>
                  <a:ext cx="356673" cy="356673"/>
                </a:xfrm>
                <a:custGeom>
                  <a:gdLst>
                    <a:gd name="connsiteX0" fmla="*/ 356674 w 356673"/>
                    <a:gd name="connsiteY0" fmla="*/ 178337 h 356673"/>
                    <a:gd name="connsiteX1" fmla="*/ 178337 w 356673"/>
                    <a:gd name="connsiteY1" fmla="*/ 356674 h 356673"/>
                    <a:gd name="connsiteX2" fmla="*/ -1 w 356673"/>
                    <a:gd name="connsiteY2" fmla="*/ 178337 h 356673"/>
                    <a:gd name="connsiteX3" fmla="*/ 178337 w 356673"/>
                    <a:gd name="connsiteY3" fmla="*/ 0 h 356673"/>
                    <a:gd name="connsiteX4" fmla="*/ 356674 w 356673"/>
                    <a:gd name="connsiteY4" fmla="*/ 178337 h 356673"/>
                  </a:gdLst>
                  <a:cxnLst>
                    <a:cxn ang="0">
                      <a:pos x="connsiteX0" y="connsiteY0"/>
                    </a:cxn>
                    <a:cxn ang="0">
                      <a:pos x="connsiteX1" y="connsiteY1"/>
                    </a:cxn>
                    <a:cxn ang="0">
                      <a:pos x="connsiteX2" y="connsiteY2"/>
                    </a:cxn>
                    <a:cxn ang="0">
                      <a:pos x="connsiteX3" y="connsiteY3"/>
                    </a:cxn>
                    <a:cxn ang="0">
                      <a:pos x="connsiteX4" y="connsiteY4"/>
                    </a:cxn>
                  </a:cxnLst>
                  <a:rect l="l" t="t" r="r" b="b"/>
                  <a:pathLst>
                    <a:path w="356673" h="356673">
                      <a:moveTo>
                        <a:pt x="356674" y="178337"/>
                      </a:moveTo>
                      <a:cubicBezTo>
                        <a:pt x="356674" y="276830"/>
                        <a:pt x="276830" y="356674"/>
                        <a:pt x="178337" y="356674"/>
                      </a:cubicBezTo>
                      <a:cubicBezTo>
                        <a:pt x="79843" y="356674"/>
                        <a:pt x="-1" y="276830"/>
                        <a:pt x="-1" y="178337"/>
                      </a:cubicBezTo>
                      <a:cubicBezTo>
                        <a:pt x="-1" y="79844"/>
                        <a:pt x="79843" y="0"/>
                        <a:pt x="178337" y="0"/>
                      </a:cubicBezTo>
                      <a:cubicBezTo>
                        <a:pt x="276830" y="0"/>
                        <a:pt x="356674" y="79844"/>
                        <a:pt x="356674" y="178337"/>
                      </a:cubicBezTo>
                      <a:close/>
                    </a:path>
                  </a:pathLst>
                </a:custGeom>
                <a:noFill/>
                <a:ln w="13562" cap="flat">
                  <a:solidFill>
                    <a:srgbClr val="FFFFFF"/>
                  </a:solidFill>
                  <a:prstDash val="solid"/>
                  <a:miter/>
                </a:ln>
              </p:spPr>
              <p:txBody>
                <a:bodyPr rtlCol="0" anchor="ctr"/>
                <a:lstStyle/>
                <a:p>
                  <a:endParaRPr lang="zh-CN" altLang="en-US"/>
                </a:p>
              </p:txBody>
            </p:sp>
          </p:grpSp>
          <p:sp>
            <p:nvSpPr>
              <p:cNvPr id="141" name="" descr="4a28f4d1-5ca6-48b4-9de8-94c133282154"/>
              <p:cNvSpPr/>
              <p:nvPr/>
            </p:nvSpPr>
            <p:spPr>
              <a:xfrm>
                <a:off x="7381245" y="752591"/>
                <a:ext cx="1732918" cy="1047779"/>
              </a:xfrm>
              <a:custGeom>
                <a:gdLst>
                  <a:gd name="connsiteX0" fmla="*/ 1732918 w 1732918"/>
                  <a:gd name="connsiteY0" fmla="*/ 412684 h 1047779"/>
                  <a:gd name="connsiteX1" fmla="*/ 1200484 w 1732918"/>
                  <a:gd name="connsiteY1" fmla="*/ 238822 h 1047779"/>
                  <a:gd name="connsiteX2" fmla="*/ 715584 w 1732918"/>
                  <a:gd name="connsiteY2" fmla="*/ 170742 h 1047779"/>
                  <a:gd name="connsiteX3" fmla="*/ 196170 w 1732918"/>
                  <a:gd name="connsiteY3" fmla="*/ 0 h 1047779"/>
                  <a:gd name="connsiteX4" fmla="*/ 0 w 1732918"/>
                  <a:gd name="connsiteY4" fmla="*/ 635096 h 1047779"/>
                  <a:gd name="connsiteX5" fmla="*/ 519414 w 1732918"/>
                  <a:gd name="connsiteY5" fmla="*/ 805838 h 1047779"/>
                  <a:gd name="connsiteX6" fmla="*/ 1004314 w 1732918"/>
                  <a:gd name="connsiteY6" fmla="*/ 873918 h 1047779"/>
                  <a:gd name="connsiteX7" fmla="*/ 1536748 w 1732918"/>
                  <a:gd name="connsiteY7" fmla="*/ 1047780 h 1047779"/>
                  <a:gd name="connsiteX8" fmla="*/ 1732918 w 1732918"/>
                  <a:gd name="connsiteY8" fmla="*/ 412684 h 1047779"/>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2918" h="1047779">
                    <a:moveTo>
                      <a:pt x="1732918" y="412684"/>
                    </a:moveTo>
                    <a:cubicBezTo>
                      <a:pt x="1495791" y="356335"/>
                      <a:pt x="1437612" y="295239"/>
                      <a:pt x="1200484" y="238822"/>
                    </a:cubicBezTo>
                    <a:cubicBezTo>
                      <a:pt x="963358" y="182473"/>
                      <a:pt x="952712" y="227159"/>
                      <a:pt x="715584" y="170742"/>
                    </a:cubicBezTo>
                    <a:cubicBezTo>
                      <a:pt x="478458" y="114393"/>
                      <a:pt x="433297" y="56417"/>
                      <a:pt x="196170" y="0"/>
                    </a:cubicBezTo>
                    <a:lnTo>
                      <a:pt x="0" y="635096"/>
                    </a:lnTo>
                    <a:cubicBezTo>
                      <a:pt x="237127" y="691445"/>
                      <a:pt x="282288" y="749421"/>
                      <a:pt x="519414" y="805838"/>
                    </a:cubicBezTo>
                    <a:cubicBezTo>
                      <a:pt x="756541" y="862187"/>
                      <a:pt x="767187" y="817501"/>
                      <a:pt x="1004314" y="873918"/>
                    </a:cubicBezTo>
                    <a:cubicBezTo>
                      <a:pt x="1241441" y="930335"/>
                      <a:pt x="1299621" y="991363"/>
                      <a:pt x="1536748" y="1047780"/>
                    </a:cubicBezTo>
                    <a:lnTo>
                      <a:pt x="1732918" y="412684"/>
                    </a:lnTo>
                    <a:close/>
                  </a:path>
                </a:pathLst>
              </a:custGeom>
              <a:noFill/>
              <a:ln w="13562" cap="flat">
                <a:solidFill>
                  <a:srgbClr val="3D436C"/>
                </a:solidFill>
                <a:prstDash val="solid"/>
                <a:miter/>
              </a:ln>
            </p:spPr>
            <p:txBody>
              <a:bodyPr rtlCol="0" anchor="ctr"/>
              <a:lstStyle/>
              <a:p>
                <a:endParaRPr lang="zh-CN" altLang="en-US"/>
              </a:p>
            </p:txBody>
          </p:sp>
          <p:sp>
            <p:nvSpPr>
              <p:cNvPr id="142" name="" descr="610d97f0-ef64-4d6f-abc9-7646fa572282"/>
              <p:cNvSpPr/>
              <p:nvPr/>
            </p:nvSpPr>
            <p:spPr>
              <a:xfrm rot="969601">
                <a:off x="7540544" y="1095630"/>
                <a:ext cx="372744" cy="89032"/>
              </a:xfrm>
              <a:custGeom>
                <a:gdLst>
                  <a:gd name="connsiteX0" fmla="*/ 341213 w 372744"/>
                  <a:gd name="connsiteY0" fmla="*/ 0 h 89032"/>
                  <a:gd name="connsiteX1" fmla="*/ 372744 w 372744"/>
                  <a:gd name="connsiteY1" fmla="*/ 31531 h 89032"/>
                  <a:gd name="connsiteX2" fmla="*/ 372744 w 372744"/>
                  <a:gd name="connsiteY2" fmla="*/ 57502 h 89032"/>
                  <a:gd name="connsiteX3" fmla="*/ 341213 w 372744"/>
                  <a:gd name="connsiteY3" fmla="*/ 89033 h 89032"/>
                  <a:gd name="connsiteX4" fmla="*/ 31531 w 372744"/>
                  <a:gd name="connsiteY4" fmla="*/ 89033 h 89032"/>
                  <a:gd name="connsiteX5" fmla="*/ -1 w 372744"/>
                  <a:gd name="connsiteY5" fmla="*/ 57502 h 89032"/>
                  <a:gd name="connsiteX6" fmla="*/ -1 w 372744"/>
                  <a:gd name="connsiteY6" fmla="*/ 31531 h 89032"/>
                  <a:gd name="connsiteX7" fmla="*/ 31531 w 372744"/>
                  <a:gd name="connsiteY7" fmla="*/ 0 h 8903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44" h="89032">
                    <a:moveTo>
                      <a:pt x="341213" y="0"/>
                    </a:moveTo>
                    <a:cubicBezTo>
                      <a:pt x="358627" y="0"/>
                      <a:pt x="372744" y="14117"/>
                      <a:pt x="372744" y="31531"/>
                    </a:cubicBezTo>
                    <a:lnTo>
                      <a:pt x="372744" y="57502"/>
                    </a:lnTo>
                    <a:cubicBezTo>
                      <a:pt x="372744" y="74916"/>
                      <a:pt x="358627" y="89033"/>
                      <a:pt x="341213" y="89033"/>
                    </a:cubicBezTo>
                    <a:lnTo>
                      <a:pt x="31531" y="89033"/>
                    </a:lnTo>
                    <a:cubicBezTo>
                      <a:pt x="14117" y="89033"/>
                      <a:pt x="-1" y="74916"/>
                      <a:pt x="-1" y="57502"/>
                    </a:cubicBezTo>
                    <a:lnTo>
                      <a:pt x="-1" y="31531"/>
                    </a:lnTo>
                    <a:cubicBezTo>
                      <a:pt x="-1" y="14117"/>
                      <a:pt x="14117" y="0"/>
                      <a:pt x="31531" y="0"/>
                    </a:cubicBezTo>
                    <a:close/>
                  </a:path>
                </a:pathLst>
              </a:custGeom>
              <a:noFill/>
              <a:ln w="13562" cap="flat">
                <a:solidFill>
                  <a:srgbClr val="3D436C"/>
                </a:solidFill>
                <a:prstDash val="solid"/>
                <a:miter/>
              </a:ln>
            </p:spPr>
            <p:txBody>
              <a:bodyPr rtlCol="0" anchor="ctr"/>
              <a:lstStyle/>
              <a:p>
                <a:endParaRPr lang="zh-CN" altLang="en-US"/>
              </a:p>
            </p:txBody>
          </p:sp>
          <p:sp>
            <p:nvSpPr>
              <p:cNvPr id="143" name="" descr="dbb5ba2c-2ef0-4896-9d0e-780f10a3c851"/>
              <p:cNvSpPr/>
              <p:nvPr/>
            </p:nvSpPr>
            <p:spPr>
              <a:xfrm rot="969601">
                <a:off x="8548215" y="1335234"/>
                <a:ext cx="372744" cy="89032"/>
              </a:xfrm>
              <a:custGeom>
                <a:gdLst>
                  <a:gd name="connsiteX0" fmla="*/ 341213 w 372744"/>
                  <a:gd name="connsiteY0" fmla="*/ 0 h 89032"/>
                  <a:gd name="connsiteX1" fmla="*/ 372744 w 372744"/>
                  <a:gd name="connsiteY1" fmla="*/ 31531 h 89032"/>
                  <a:gd name="connsiteX2" fmla="*/ 372744 w 372744"/>
                  <a:gd name="connsiteY2" fmla="*/ 57502 h 89032"/>
                  <a:gd name="connsiteX3" fmla="*/ 341213 w 372744"/>
                  <a:gd name="connsiteY3" fmla="*/ 89033 h 89032"/>
                  <a:gd name="connsiteX4" fmla="*/ 31531 w 372744"/>
                  <a:gd name="connsiteY4" fmla="*/ 89033 h 89032"/>
                  <a:gd name="connsiteX5" fmla="*/ -1 w 372744"/>
                  <a:gd name="connsiteY5" fmla="*/ 57502 h 89032"/>
                  <a:gd name="connsiteX6" fmla="*/ -1 w 372744"/>
                  <a:gd name="connsiteY6" fmla="*/ 31531 h 89032"/>
                  <a:gd name="connsiteX7" fmla="*/ 31531 w 372744"/>
                  <a:gd name="connsiteY7" fmla="*/ 0 h 8903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44" h="89032">
                    <a:moveTo>
                      <a:pt x="341213" y="0"/>
                    </a:moveTo>
                    <a:cubicBezTo>
                      <a:pt x="358627" y="0"/>
                      <a:pt x="372744" y="14117"/>
                      <a:pt x="372744" y="31531"/>
                    </a:cubicBezTo>
                    <a:lnTo>
                      <a:pt x="372744" y="57502"/>
                    </a:lnTo>
                    <a:cubicBezTo>
                      <a:pt x="372744" y="74916"/>
                      <a:pt x="358627" y="89033"/>
                      <a:pt x="341213" y="89033"/>
                    </a:cubicBezTo>
                    <a:lnTo>
                      <a:pt x="31531" y="89033"/>
                    </a:lnTo>
                    <a:cubicBezTo>
                      <a:pt x="14117" y="89033"/>
                      <a:pt x="-1" y="74916"/>
                      <a:pt x="-1" y="57502"/>
                    </a:cubicBezTo>
                    <a:lnTo>
                      <a:pt x="-1" y="31531"/>
                    </a:lnTo>
                    <a:cubicBezTo>
                      <a:pt x="-1" y="14117"/>
                      <a:pt x="14117" y="0"/>
                      <a:pt x="31531" y="0"/>
                    </a:cubicBezTo>
                    <a:close/>
                  </a:path>
                </a:pathLst>
              </a:custGeom>
              <a:noFill/>
              <a:ln w="13562" cap="flat">
                <a:solidFill>
                  <a:srgbClr val="3D436C"/>
                </a:solidFill>
                <a:prstDash val="solid"/>
                <a:miter/>
              </a:ln>
            </p:spPr>
            <p:txBody>
              <a:bodyPr rtlCol="0" anchor="ctr"/>
              <a:lstStyle/>
              <a:p>
                <a:endParaRPr lang="zh-CN" altLang="en-US"/>
              </a:p>
            </p:txBody>
          </p:sp>
        </p:grpSp>
        <p:sp>
          <p:nvSpPr>
            <p:cNvPr id="19" name="" descr="ae4b4bb6-fecd-478a-8bb8-c29b193cddc0"/>
            <p:cNvSpPr/>
            <p:nvPr/>
          </p:nvSpPr>
          <p:spPr>
            <a:xfrm>
              <a:off x="6664643" y="1849651"/>
              <a:ext cx="231905" cy="231905"/>
            </a:xfrm>
            <a:custGeom>
              <a:gdLst>
                <a:gd name="connsiteX0" fmla="*/ 154739 w 231905"/>
                <a:gd name="connsiteY0" fmla="*/ 77166 h 231905"/>
                <a:gd name="connsiteX1" fmla="*/ 115953 w 231905"/>
                <a:gd name="connsiteY1" fmla="*/ 0 h 231905"/>
                <a:gd name="connsiteX2" fmla="*/ 77166 w 231905"/>
                <a:gd name="connsiteY2" fmla="*/ 77166 h 231905"/>
                <a:gd name="connsiteX3" fmla="*/ 0 w 231905"/>
                <a:gd name="connsiteY3" fmla="*/ 115953 h 231905"/>
                <a:gd name="connsiteX4" fmla="*/ 77166 w 231905"/>
                <a:gd name="connsiteY4" fmla="*/ 154739 h 231905"/>
                <a:gd name="connsiteX5" fmla="*/ 115953 w 231905"/>
                <a:gd name="connsiteY5" fmla="*/ 231906 h 231905"/>
                <a:gd name="connsiteX6" fmla="*/ 154739 w 231905"/>
                <a:gd name="connsiteY6" fmla="*/ 154739 h 231905"/>
                <a:gd name="connsiteX7" fmla="*/ 231906 w 231905"/>
                <a:gd name="connsiteY7" fmla="*/ 115953 h 231905"/>
                <a:gd name="connsiteX8" fmla="*/ 154739 w 231905"/>
                <a:gd name="connsiteY8" fmla="*/ 77166 h 23190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4" h="231904">
                  <a:moveTo>
                    <a:pt x="154739" y="77166"/>
                  </a:moveTo>
                  <a:lnTo>
                    <a:pt x="115953" y="0"/>
                  </a:lnTo>
                  <a:lnTo>
                    <a:pt x="77166" y="77166"/>
                  </a:lnTo>
                  <a:lnTo>
                    <a:pt x="0" y="115953"/>
                  </a:lnTo>
                  <a:lnTo>
                    <a:pt x="77166" y="154739"/>
                  </a:lnTo>
                  <a:lnTo>
                    <a:pt x="115953" y="231906"/>
                  </a:lnTo>
                  <a:lnTo>
                    <a:pt x="154739" y="154739"/>
                  </a:lnTo>
                  <a:lnTo>
                    <a:pt x="231906" y="115953"/>
                  </a:lnTo>
                  <a:lnTo>
                    <a:pt x="154739" y="77166"/>
                  </a:lnTo>
                  <a:close/>
                </a:path>
              </a:pathLst>
            </a:custGeom>
            <a:noFill/>
            <a:ln w="13562" cap="flat">
              <a:solidFill>
                <a:srgbClr val="3D436C"/>
              </a:solidFill>
              <a:prstDash val="solid"/>
              <a:miter/>
            </a:ln>
          </p:spPr>
          <p:txBody>
            <a:bodyPr rtlCol="0" anchor="ctr"/>
            <a:lstStyle/>
            <a:p>
              <a:endParaRPr lang="zh-CN" altLang="en-US"/>
            </a:p>
          </p:txBody>
        </p:sp>
        <p:sp>
          <p:nvSpPr>
            <p:cNvPr id="20" name="" descr="e08ef6d6-b411-4b45-8fc2-9073ae80b7bb"/>
            <p:cNvSpPr/>
            <p:nvPr/>
          </p:nvSpPr>
          <p:spPr>
            <a:xfrm>
              <a:off x="10582221" y="3270718"/>
              <a:ext cx="231906" cy="231837"/>
            </a:xfrm>
            <a:custGeom>
              <a:gdLst>
                <a:gd name="connsiteX0" fmla="*/ 154740 w 231906"/>
                <a:gd name="connsiteY0" fmla="*/ 77166 h 231837"/>
                <a:gd name="connsiteX1" fmla="*/ 115953 w 231906"/>
                <a:gd name="connsiteY1" fmla="*/ 0 h 231837"/>
                <a:gd name="connsiteX2" fmla="*/ 77166 w 231906"/>
                <a:gd name="connsiteY2" fmla="*/ 77166 h 231837"/>
                <a:gd name="connsiteX3" fmla="*/ 0 w 231906"/>
                <a:gd name="connsiteY3" fmla="*/ 115953 h 231837"/>
                <a:gd name="connsiteX4" fmla="*/ 77166 w 231906"/>
                <a:gd name="connsiteY4" fmla="*/ 154739 h 231837"/>
                <a:gd name="connsiteX5" fmla="*/ 115953 w 231906"/>
                <a:gd name="connsiteY5" fmla="*/ 231838 h 231837"/>
                <a:gd name="connsiteX6" fmla="*/ 154740 w 231906"/>
                <a:gd name="connsiteY6" fmla="*/ 154739 h 231837"/>
                <a:gd name="connsiteX7" fmla="*/ 231906 w 231906"/>
                <a:gd name="connsiteY7" fmla="*/ 115953 h 231837"/>
                <a:gd name="connsiteX8" fmla="*/ 154740 w 231906"/>
                <a:gd name="connsiteY8" fmla="*/ 77166 h 23183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5" h="231837">
                  <a:moveTo>
                    <a:pt x="154740" y="77166"/>
                  </a:moveTo>
                  <a:lnTo>
                    <a:pt x="115953" y="0"/>
                  </a:lnTo>
                  <a:lnTo>
                    <a:pt x="77166" y="77166"/>
                  </a:lnTo>
                  <a:lnTo>
                    <a:pt x="0" y="115953"/>
                  </a:lnTo>
                  <a:lnTo>
                    <a:pt x="77166" y="154739"/>
                  </a:lnTo>
                  <a:lnTo>
                    <a:pt x="115953" y="231838"/>
                  </a:lnTo>
                  <a:lnTo>
                    <a:pt x="154740" y="154739"/>
                  </a:lnTo>
                  <a:lnTo>
                    <a:pt x="231906" y="115953"/>
                  </a:lnTo>
                  <a:lnTo>
                    <a:pt x="154740" y="77166"/>
                  </a:lnTo>
                  <a:close/>
                </a:path>
              </a:pathLst>
            </a:custGeom>
            <a:noFill/>
            <a:ln w="13562" cap="flat">
              <a:solidFill>
                <a:srgbClr val="3D436C"/>
              </a:solidFill>
              <a:prstDash val="solid"/>
              <a:miter/>
            </a:ln>
          </p:spPr>
          <p:txBody>
            <a:bodyPr rtlCol="0" anchor="ctr"/>
            <a:lstStyle/>
            <a:p>
              <a:endParaRPr lang="zh-CN" altLang="en-US"/>
            </a:p>
          </p:txBody>
        </p:sp>
        <p:grpSp>
          <p:nvGrpSpPr>
            <p:cNvPr id="21" name="" descr="c4e670e6-f9cd-4291-a7d6-e09f233af4c3"/>
            <p:cNvGrpSpPr/>
            <p:nvPr/>
          </p:nvGrpSpPr>
          <p:grpSpPr>
            <a:xfrm>
              <a:off x="5415472" y="2342824"/>
              <a:ext cx="4940404" cy="3479737"/>
              <a:chOff x="5415472" y="2026445"/>
              <a:chExt cx="4940404" cy="3479737"/>
            </a:xfrm>
          </p:grpSpPr>
          <p:sp>
            <p:nvSpPr>
              <p:cNvPr id="114" name="" descr="90f44ea1-2dd1-4d72-a4fd-161b055e22ee"/>
              <p:cNvSpPr/>
              <p:nvPr/>
            </p:nvSpPr>
            <p:spPr>
              <a:xfrm>
                <a:off x="5415472" y="4114071"/>
                <a:ext cx="4525551" cy="1392111"/>
              </a:xfrm>
              <a:custGeom>
                <a:gdLst>
                  <a:gd name="connsiteX0" fmla="*/ 2848 w 4525551"/>
                  <a:gd name="connsiteY0" fmla="*/ 939285 h 1392111"/>
                  <a:gd name="connsiteX1" fmla="*/ 3104214 w 4525551"/>
                  <a:gd name="connsiteY1" fmla="*/ 1392112 h 1392111"/>
                  <a:gd name="connsiteX2" fmla="*/ 4525551 w 4525551"/>
                  <a:gd name="connsiteY2" fmla="*/ 67469 h 1392111"/>
                  <a:gd name="connsiteX3" fmla="*/ 4522771 w 4525551"/>
                  <a:gd name="connsiteY3" fmla="*/ 0 h 1392111"/>
                  <a:gd name="connsiteX4" fmla="*/ 0 w 4525551"/>
                  <a:gd name="connsiteY4" fmla="*/ 871748 h 1392111"/>
                  <a:gd name="connsiteX5" fmla="*/ 2848 w 4525551"/>
                  <a:gd name="connsiteY5" fmla="*/ 939285 h 139211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5551" h="1392111">
                    <a:moveTo>
                      <a:pt x="2848" y="939285"/>
                    </a:moveTo>
                    <a:lnTo>
                      <a:pt x="3104214" y="1392112"/>
                    </a:lnTo>
                    <a:lnTo>
                      <a:pt x="4525551" y="67469"/>
                    </a:lnTo>
                    <a:lnTo>
                      <a:pt x="4522771" y="0"/>
                    </a:lnTo>
                    <a:lnTo>
                      <a:pt x="0" y="871748"/>
                    </a:lnTo>
                    <a:lnTo>
                      <a:pt x="2848" y="939285"/>
                    </a:lnTo>
                    <a:close/>
                  </a:path>
                </a:pathLst>
              </a:custGeom>
              <a:solidFill>
                <a:srgbClr val="3D436C"/>
              </a:solidFill>
              <a:ln w="6781" cap="flat">
                <a:noFill/>
                <a:prstDash val="solid"/>
                <a:miter/>
              </a:ln>
            </p:spPr>
            <p:txBody>
              <a:bodyPr rtlCol="0" anchor="ctr"/>
              <a:lstStyle/>
              <a:p>
                <a:endParaRPr lang="zh-CN" altLang="en-US"/>
              </a:p>
            </p:txBody>
          </p:sp>
          <p:sp>
            <p:nvSpPr>
              <p:cNvPr id="115" name="" descr="dff9308f-1457-4a16-b05b-94ff7c00e887"/>
              <p:cNvSpPr/>
              <p:nvPr/>
            </p:nvSpPr>
            <p:spPr>
              <a:xfrm>
                <a:off x="6952830" y="2026445"/>
                <a:ext cx="3403046" cy="2087625"/>
              </a:xfrm>
              <a:custGeom>
                <a:gdLst>
                  <a:gd name="connsiteX0" fmla="*/ 0 w 3403046"/>
                  <a:gd name="connsiteY0" fmla="*/ 1828664 h 2087625"/>
                  <a:gd name="connsiteX1" fmla="*/ 2985413 w 3403046"/>
                  <a:gd name="connsiteY1" fmla="*/ 2087626 h 2087625"/>
                  <a:gd name="connsiteX2" fmla="*/ 3403046 w 3403046"/>
                  <a:gd name="connsiteY2" fmla="*/ 13426 h 2087625"/>
                  <a:gd name="connsiteX3" fmla="*/ 356267 w 3403046"/>
                  <a:gd name="connsiteY3" fmla="*/ 0 h 2087625"/>
                  <a:gd name="connsiteX4" fmla="*/ 0 w 3403046"/>
                  <a:gd name="connsiteY4" fmla="*/ 1828664 h 2087625"/>
                </a:gdLst>
                <a:cxnLst>
                  <a:cxn ang="0">
                    <a:pos x="connsiteX0" y="connsiteY0"/>
                  </a:cxn>
                  <a:cxn ang="0">
                    <a:pos x="connsiteX1" y="connsiteY1"/>
                  </a:cxn>
                  <a:cxn ang="0">
                    <a:pos x="connsiteX2" y="connsiteY2"/>
                  </a:cxn>
                  <a:cxn ang="0">
                    <a:pos x="connsiteX3" y="connsiteY3"/>
                  </a:cxn>
                  <a:cxn ang="0">
                    <a:pos x="connsiteX4" y="connsiteY4"/>
                  </a:cxn>
                </a:cxnLst>
                <a:rect l="l" t="t" r="r" b="b"/>
                <a:pathLst>
                  <a:path w="3403046" h="2087625">
                    <a:moveTo>
                      <a:pt x="0" y="1828664"/>
                    </a:moveTo>
                    <a:lnTo>
                      <a:pt x="2985413" y="2087626"/>
                    </a:lnTo>
                    <a:lnTo>
                      <a:pt x="3403046" y="13426"/>
                    </a:lnTo>
                    <a:lnTo>
                      <a:pt x="356267" y="0"/>
                    </a:lnTo>
                    <a:lnTo>
                      <a:pt x="0" y="1828664"/>
                    </a:lnTo>
                    <a:close/>
                  </a:path>
                </a:pathLst>
              </a:custGeom>
              <a:solidFill>
                <a:srgbClr val="3D436C"/>
              </a:solidFill>
              <a:ln w="6781" cap="flat">
                <a:noFill/>
                <a:prstDash val="solid"/>
                <a:miter/>
              </a:ln>
            </p:spPr>
            <p:txBody>
              <a:bodyPr rtlCol="0" anchor="ctr"/>
              <a:lstStyle/>
              <a:p>
                <a:endParaRPr lang="zh-CN" altLang="en-US"/>
              </a:p>
            </p:txBody>
          </p:sp>
          <p:sp>
            <p:nvSpPr>
              <p:cNvPr id="116" name="" descr="3823bea0-674b-4b4f-832c-0faa4716149d"/>
              <p:cNvSpPr/>
              <p:nvPr/>
            </p:nvSpPr>
            <p:spPr>
              <a:xfrm>
                <a:off x="5415472" y="3855109"/>
                <a:ext cx="4522770" cy="1583535"/>
              </a:xfrm>
              <a:custGeom>
                <a:gdLst>
                  <a:gd name="connsiteX0" fmla="*/ 0 w 4522770"/>
                  <a:gd name="connsiteY0" fmla="*/ 1130710 h 1583535"/>
                  <a:gd name="connsiteX1" fmla="*/ 3101366 w 4522770"/>
                  <a:gd name="connsiteY1" fmla="*/ 1583536 h 1583535"/>
                  <a:gd name="connsiteX2" fmla="*/ 4522771 w 4522770"/>
                  <a:gd name="connsiteY2" fmla="*/ 258893 h 1583535"/>
                  <a:gd name="connsiteX3" fmla="*/ 1537358 w 4522770"/>
                  <a:gd name="connsiteY3" fmla="*/ 0 h 1583535"/>
                  <a:gd name="connsiteX4" fmla="*/ 0 w 4522770"/>
                  <a:gd name="connsiteY4" fmla="*/ 1130710 h 1583535"/>
                </a:gdLst>
                <a:cxnLst>
                  <a:cxn ang="0">
                    <a:pos x="connsiteX0" y="connsiteY0"/>
                  </a:cxn>
                  <a:cxn ang="0">
                    <a:pos x="connsiteX1" y="connsiteY1"/>
                  </a:cxn>
                  <a:cxn ang="0">
                    <a:pos x="connsiteX2" y="connsiteY2"/>
                  </a:cxn>
                  <a:cxn ang="0">
                    <a:pos x="connsiteX3" y="connsiteY3"/>
                  </a:cxn>
                  <a:cxn ang="0">
                    <a:pos x="connsiteX4" y="connsiteY4"/>
                  </a:cxn>
                </a:cxnLst>
                <a:rect l="l" t="t" r="r" b="b"/>
                <a:pathLst>
                  <a:path w="4522770" h="1583535">
                    <a:moveTo>
                      <a:pt x="0" y="1130710"/>
                    </a:moveTo>
                    <a:lnTo>
                      <a:pt x="3101366" y="1583536"/>
                    </a:lnTo>
                    <a:lnTo>
                      <a:pt x="4522771" y="258893"/>
                    </a:lnTo>
                    <a:lnTo>
                      <a:pt x="1537358" y="0"/>
                    </a:lnTo>
                    <a:lnTo>
                      <a:pt x="0" y="1130710"/>
                    </a:lnTo>
                    <a:close/>
                  </a:path>
                </a:pathLst>
              </a:custGeom>
              <a:solidFill>
                <a:srgbClr val="7162EF"/>
              </a:solidFill>
              <a:ln w="6781" cap="flat">
                <a:noFill/>
                <a:prstDash val="solid"/>
                <a:miter/>
              </a:ln>
            </p:spPr>
            <p:txBody>
              <a:bodyPr rtlCol="0" anchor="ctr"/>
              <a:lstStyle/>
              <a:p>
                <a:endParaRPr lang="zh-CN" altLang="en-US"/>
              </a:p>
            </p:txBody>
          </p:sp>
          <p:sp>
            <p:nvSpPr>
              <p:cNvPr id="117" name="" descr="53f198aa-af52-4d66-a631-5711e2906efb"/>
              <p:cNvSpPr/>
              <p:nvPr/>
            </p:nvSpPr>
            <p:spPr>
              <a:xfrm>
                <a:off x="7055492" y="3978114"/>
                <a:ext cx="2338382" cy="246484"/>
              </a:xfrm>
              <a:custGeom>
                <a:gdLst>
                  <a:gd name="connsiteX0" fmla="*/ 2338382 w 2338382"/>
                  <a:gd name="connsiteY0" fmla="*/ 246485 h 246484"/>
                  <a:gd name="connsiteX1" fmla="*/ 0 w 2338382"/>
                  <a:gd name="connsiteY1" fmla="*/ 0 h 246484"/>
                </a:gdLst>
                <a:cxnLst>
                  <a:cxn ang="0">
                    <a:pos x="connsiteX0" y="connsiteY0"/>
                  </a:cxn>
                  <a:cxn ang="0">
                    <a:pos x="connsiteX1" y="connsiteY1"/>
                  </a:cxn>
                </a:cxnLst>
                <a:rect l="l" t="t" r="r" b="b"/>
                <a:pathLst>
                  <a:path w="2338382" h="246484">
                    <a:moveTo>
                      <a:pt x="2338382" y="246485"/>
                    </a:moveTo>
                    <a:lnTo>
                      <a:pt x="0" y="0"/>
                    </a:lnTo>
                  </a:path>
                </a:pathLst>
              </a:custGeom>
              <a:ln w="13562" cap="flat">
                <a:solidFill>
                  <a:srgbClr val="3D436C"/>
                </a:solidFill>
                <a:prstDash val="solid"/>
                <a:miter/>
              </a:ln>
            </p:spPr>
            <p:txBody>
              <a:bodyPr rtlCol="0" anchor="ctr"/>
              <a:lstStyle/>
              <a:p>
                <a:endParaRPr lang="zh-CN" altLang="en-US"/>
              </a:p>
            </p:txBody>
          </p:sp>
          <p:sp>
            <p:nvSpPr>
              <p:cNvPr id="118" name="" descr="8ea9d7c9-ec0f-47c7-99f7-0d64a43a2fae"/>
              <p:cNvSpPr/>
              <p:nvPr/>
            </p:nvSpPr>
            <p:spPr>
              <a:xfrm>
                <a:off x="6945574" y="4097593"/>
                <a:ext cx="2338450" cy="246552"/>
              </a:xfrm>
              <a:custGeom>
                <a:gdLst>
                  <a:gd name="connsiteX0" fmla="*/ 2338450 w 2338450"/>
                  <a:gd name="connsiteY0" fmla="*/ 246552 h 246552"/>
                  <a:gd name="connsiteX1" fmla="*/ 0 w 2338450"/>
                  <a:gd name="connsiteY1" fmla="*/ 0 h 246552"/>
                </a:gdLst>
                <a:cxnLst>
                  <a:cxn ang="0">
                    <a:pos x="connsiteX0" y="connsiteY0"/>
                  </a:cxn>
                  <a:cxn ang="0">
                    <a:pos x="connsiteX1" y="connsiteY1"/>
                  </a:cxn>
                </a:cxnLst>
                <a:rect l="l" t="t" r="r" b="b"/>
                <a:pathLst>
                  <a:path w="2338450" h="246551">
                    <a:moveTo>
                      <a:pt x="2338450" y="246552"/>
                    </a:moveTo>
                    <a:lnTo>
                      <a:pt x="0" y="0"/>
                    </a:lnTo>
                  </a:path>
                </a:pathLst>
              </a:custGeom>
              <a:ln w="13562" cap="flat">
                <a:solidFill>
                  <a:srgbClr val="3D436C"/>
                </a:solidFill>
                <a:prstDash val="solid"/>
                <a:miter/>
              </a:ln>
            </p:spPr>
            <p:txBody>
              <a:bodyPr rtlCol="0" anchor="ctr"/>
              <a:lstStyle/>
              <a:p>
                <a:endParaRPr lang="zh-CN" altLang="en-US"/>
              </a:p>
            </p:txBody>
          </p:sp>
          <p:sp>
            <p:nvSpPr>
              <p:cNvPr id="119" name="" descr="1fce6143-c1dc-4598-ad7d-413d9f7f2848"/>
              <p:cNvSpPr/>
              <p:nvPr/>
            </p:nvSpPr>
            <p:spPr>
              <a:xfrm>
                <a:off x="6835657" y="4217140"/>
                <a:ext cx="2338450" cy="246552"/>
              </a:xfrm>
              <a:custGeom>
                <a:gdLst>
                  <a:gd name="connsiteX0" fmla="*/ 2338450 w 2338450"/>
                  <a:gd name="connsiteY0" fmla="*/ 246553 h 246552"/>
                  <a:gd name="connsiteX1" fmla="*/ 0 w 2338450"/>
                  <a:gd name="connsiteY1" fmla="*/ 0 h 246552"/>
                </a:gdLst>
                <a:cxnLst>
                  <a:cxn ang="0">
                    <a:pos x="connsiteX0" y="connsiteY0"/>
                  </a:cxn>
                  <a:cxn ang="0">
                    <a:pos x="connsiteX1" y="connsiteY1"/>
                  </a:cxn>
                </a:cxnLst>
                <a:rect l="l" t="t" r="r" b="b"/>
                <a:pathLst>
                  <a:path w="2338450" h="246551">
                    <a:moveTo>
                      <a:pt x="2338450" y="246553"/>
                    </a:moveTo>
                    <a:lnTo>
                      <a:pt x="0" y="0"/>
                    </a:lnTo>
                  </a:path>
                </a:pathLst>
              </a:custGeom>
              <a:ln w="13562" cap="flat">
                <a:solidFill>
                  <a:srgbClr val="3D436C"/>
                </a:solidFill>
                <a:prstDash val="solid"/>
                <a:miter/>
              </a:ln>
            </p:spPr>
            <p:txBody>
              <a:bodyPr rtlCol="0" anchor="ctr"/>
              <a:lstStyle/>
              <a:p>
                <a:endParaRPr lang="zh-CN" altLang="en-US"/>
              </a:p>
            </p:txBody>
          </p:sp>
          <p:sp>
            <p:nvSpPr>
              <p:cNvPr id="120" name="" descr="317a30ac-9dc8-41c3-ad66-538838898c6f"/>
              <p:cNvSpPr/>
              <p:nvPr/>
            </p:nvSpPr>
            <p:spPr>
              <a:xfrm>
                <a:off x="6725739" y="4336686"/>
                <a:ext cx="2338450" cy="246552"/>
              </a:xfrm>
              <a:custGeom>
                <a:gdLst>
                  <a:gd name="connsiteX0" fmla="*/ 2338450 w 2338450"/>
                  <a:gd name="connsiteY0" fmla="*/ 246552 h 246552"/>
                  <a:gd name="connsiteX1" fmla="*/ 0 w 2338450"/>
                  <a:gd name="connsiteY1" fmla="*/ 0 h 246552"/>
                </a:gdLst>
                <a:cxnLst>
                  <a:cxn ang="0">
                    <a:pos x="connsiteX0" y="connsiteY0"/>
                  </a:cxn>
                  <a:cxn ang="0">
                    <a:pos x="connsiteX1" y="connsiteY1"/>
                  </a:cxn>
                </a:cxnLst>
                <a:rect l="l" t="t" r="r" b="b"/>
                <a:pathLst>
                  <a:path w="2338450" h="246551">
                    <a:moveTo>
                      <a:pt x="2338450" y="246552"/>
                    </a:moveTo>
                    <a:lnTo>
                      <a:pt x="0" y="0"/>
                    </a:lnTo>
                  </a:path>
                </a:pathLst>
              </a:custGeom>
              <a:ln w="13562" cap="flat">
                <a:solidFill>
                  <a:srgbClr val="3D436C"/>
                </a:solidFill>
                <a:prstDash val="solid"/>
                <a:miter/>
              </a:ln>
            </p:spPr>
            <p:txBody>
              <a:bodyPr rtlCol="0" anchor="ctr"/>
              <a:lstStyle/>
              <a:p>
                <a:endParaRPr lang="zh-CN" altLang="en-US"/>
              </a:p>
            </p:txBody>
          </p:sp>
          <p:sp>
            <p:nvSpPr>
              <p:cNvPr id="121" name="" descr="c9412f27-2daa-464e-809f-d3bc4bee94f9"/>
              <p:cNvSpPr/>
              <p:nvPr/>
            </p:nvSpPr>
            <p:spPr>
              <a:xfrm>
                <a:off x="6640180" y="4542938"/>
                <a:ext cx="1459061" cy="578858"/>
              </a:xfrm>
              <a:custGeom>
                <a:gdLst>
                  <a:gd name="connsiteX0" fmla="*/ 23853 w 1459061"/>
                  <a:gd name="connsiteY0" fmla="*/ 436101 h 578858"/>
                  <a:gd name="connsiteX1" fmla="*/ 999755 w 1459061"/>
                  <a:gd name="connsiteY1" fmla="*/ 578566 h 578858"/>
                  <a:gd name="connsiteX2" fmla="*/ 1022810 w 1459061"/>
                  <a:gd name="connsiteY2" fmla="*/ 571379 h 578858"/>
                  <a:gd name="connsiteX3" fmla="*/ 1450141 w 1459061"/>
                  <a:gd name="connsiteY3" fmla="*/ 173138 h 578858"/>
                  <a:gd name="connsiteX4" fmla="*/ 1434680 w 1459061"/>
                  <a:gd name="connsiteY4" fmla="*/ 124994 h 578858"/>
                  <a:gd name="connsiteX5" fmla="*/ 463186 w 1459061"/>
                  <a:gd name="connsiteY5" fmla="*/ 226 h 578858"/>
                  <a:gd name="connsiteX6" fmla="*/ 441148 w 1459061"/>
                  <a:gd name="connsiteY6" fmla="*/ 7007 h 578858"/>
                  <a:gd name="connsiteX7" fmla="*/ 9478 w 1459061"/>
                  <a:gd name="connsiteY7" fmla="*/ 387549 h 578858"/>
                  <a:gd name="connsiteX8" fmla="*/ 23921 w 1459061"/>
                  <a:gd name="connsiteY8" fmla="*/ 436168 h 57885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9061" h="578858">
                    <a:moveTo>
                      <a:pt x="23853" y="436101"/>
                    </a:moveTo>
                    <a:lnTo>
                      <a:pt x="999755" y="578566"/>
                    </a:lnTo>
                    <a:cubicBezTo>
                      <a:pt x="1008164" y="579787"/>
                      <a:pt x="1016640" y="577142"/>
                      <a:pt x="1022810" y="571379"/>
                    </a:cubicBezTo>
                    <a:lnTo>
                      <a:pt x="1450141" y="173138"/>
                    </a:lnTo>
                    <a:cubicBezTo>
                      <a:pt x="1467432" y="157000"/>
                      <a:pt x="1458143" y="128045"/>
                      <a:pt x="1434680" y="124994"/>
                    </a:cubicBezTo>
                    <a:lnTo>
                      <a:pt x="463186" y="226"/>
                    </a:lnTo>
                    <a:cubicBezTo>
                      <a:pt x="455184" y="-791"/>
                      <a:pt x="447182" y="1650"/>
                      <a:pt x="441148" y="7007"/>
                    </a:cubicBezTo>
                    <a:lnTo>
                      <a:pt x="9478" y="387549"/>
                    </a:lnTo>
                    <a:cubicBezTo>
                      <a:pt x="-8356" y="403281"/>
                      <a:pt x="391" y="432710"/>
                      <a:pt x="23921" y="436168"/>
                    </a:cubicBezTo>
                    <a:close/>
                  </a:path>
                </a:pathLst>
              </a:custGeom>
              <a:solidFill>
                <a:srgbClr val="938FF9"/>
              </a:solidFill>
              <a:ln w="6781" cap="flat">
                <a:noFill/>
                <a:prstDash val="solid"/>
                <a:miter/>
              </a:ln>
            </p:spPr>
            <p:txBody>
              <a:bodyPr rtlCol="0" anchor="ctr"/>
              <a:lstStyle/>
              <a:p>
                <a:endParaRPr lang="zh-CN" altLang="en-US"/>
              </a:p>
            </p:txBody>
          </p:sp>
          <p:sp>
            <p:nvSpPr>
              <p:cNvPr id="122" name="" descr="99001a5c-2812-4b60-9662-4e576c73d633"/>
              <p:cNvSpPr/>
              <p:nvPr/>
            </p:nvSpPr>
            <p:spPr>
              <a:xfrm>
                <a:off x="6952830" y="3855109"/>
                <a:ext cx="2819010" cy="238754"/>
              </a:xfrm>
              <a:custGeom>
                <a:gdLst>
                  <a:gd name="connsiteX0" fmla="*/ 2819010 w 2819010"/>
                  <a:gd name="connsiteY0" fmla="*/ 238754 h 238754"/>
                  <a:gd name="connsiteX1" fmla="*/ 0 w 2819010"/>
                  <a:gd name="connsiteY1" fmla="*/ 0 h 238754"/>
                </a:gdLst>
                <a:cxnLst>
                  <a:cxn ang="0">
                    <a:pos x="connsiteX0" y="connsiteY0"/>
                  </a:cxn>
                  <a:cxn ang="0">
                    <a:pos x="connsiteX1" y="connsiteY1"/>
                  </a:cxn>
                </a:cxnLst>
                <a:rect l="l" t="t" r="r" b="b"/>
                <a:pathLst>
                  <a:path w="2819010" h="238754">
                    <a:moveTo>
                      <a:pt x="2819010" y="238754"/>
                    </a:moveTo>
                    <a:lnTo>
                      <a:pt x="0" y="0"/>
                    </a:lnTo>
                  </a:path>
                </a:pathLst>
              </a:custGeom>
              <a:ln w="13562" cap="flat">
                <a:solidFill>
                  <a:srgbClr val="FFFFFF"/>
                </a:solidFill>
                <a:prstDash val="solid"/>
                <a:miter/>
              </a:ln>
            </p:spPr>
            <p:txBody>
              <a:bodyPr rtlCol="0" anchor="ctr"/>
              <a:lstStyle/>
              <a:p>
                <a:endParaRPr lang="zh-CN" altLang="en-US"/>
              </a:p>
            </p:txBody>
          </p:sp>
          <p:grpSp>
            <p:nvGrpSpPr>
              <p:cNvPr id="123" name="" descr="369dd1e7-c52b-49e0-84e2-0f37a09dcea6"/>
              <p:cNvGrpSpPr/>
              <p:nvPr/>
            </p:nvGrpSpPr>
            <p:grpSpPr>
              <a:xfrm>
                <a:off x="7492248" y="2857983"/>
                <a:ext cx="1968146" cy="799803"/>
                <a:chOff x="7492248" y="2857983"/>
                <a:chExt cx="1968146" cy="799803"/>
              </a:xfrm>
              <a:noFill/>
            </p:grpSpPr>
            <p:sp>
              <p:nvSpPr>
                <p:cNvPr id="132" name="" descr="069e2818-9464-419e-95ec-d87485d2cee8"/>
                <p:cNvSpPr/>
                <p:nvPr/>
              </p:nvSpPr>
              <p:spPr>
                <a:xfrm>
                  <a:off x="7492248" y="2857983"/>
                  <a:ext cx="1968146" cy="799803"/>
                </a:xfrm>
                <a:custGeom>
                  <a:gdLst>
                    <a:gd name="connsiteX0" fmla="*/ 0 w 1968146"/>
                    <a:gd name="connsiteY0" fmla="*/ 684732 h 799803"/>
                    <a:gd name="connsiteX1" fmla="*/ 1830834 w 1968146"/>
                    <a:gd name="connsiteY1" fmla="*/ 799803 h 799803"/>
                    <a:gd name="connsiteX2" fmla="*/ 1968147 w 1968146"/>
                    <a:gd name="connsiteY2" fmla="*/ 57841 h 799803"/>
                    <a:gd name="connsiteX3" fmla="*/ 144432 w 1968146"/>
                    <a:gd name="connsiteY3" fmla="*/ 0 h 799803"/>
                    <a:gd name="connsiteX4" fmla="*/ 0 w 1968146"/>
                    <a:gd name="connsiteY4" fmla="*/ 684732 h 799803"/>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68146" h="799803">
                      <a:moveTo>
                        <a:pt x="0" y="684732"/>
                      </a:moveTo>
                      <a:lnTo>
                        <a:pt x="1830834" y="799803"/>
                      </a:lnTo>
                      <a:lnTo>
                        <a:pt x="1968147" y="57841"/>
                      </a:lnTo>
                      <a:lnTo>
                        <a:pt x="144432" y="0"/>
                      </a:lnTo>
                      <a:lnTo>
                        <a:pt x="0" y="684732"/>
                      </a:lnTo>
                      <a:close/>
                    </a:path>
                  </a:pathLst>
                </a:custGeom>
                <a:noFill/>
                <a:ln w="13562" cap="flat">
                  <a:solidFill>
                    <a:srgbClr val="FFFFFF"/>
                  </a:solidFill>
                  <a:prstDash val="solid"/>
                  <a:miter/>
                </a:ln>
              </p:spPr>
              <p:txBody>
                <a:bodyPr rtlCol="0" anchor="ctr"/>
                <a:lstStyle/>
                <a:p>
                  <a:endParaRPr lang="zh-CN" altLang="en-US"/>
                </a:p>
              </p:txBody>
            </p:sp>
            <p:sp>
              <p:nvSpPr>
                <p:cNvPr id="133" name="" descr="13181fd9-3033-4e87-adb5-62ba42ead327"/>
                <p:cNvSpPr/>
                <p:nvPr/>
              </p:nvSpPr>
              <p:spPr>
                <a:xfrm>
                  <a:off x="8806312" y="2899753"/>
                  <a:ext cx="145653" cy="725552"/>
                </a:xfrm>
                <a:custGeom>
                  <a:gdLst>
                    <a:gd name="connsiteX0" fmla="*/ 145653 w 145653"/>
                    <a:gd name="connsiteY0" fmla="*/ 0 h 725552"/>
                    <a:gd name="connsiteX1" fmla="*/ 0 w 145653"/>
                    <a:gd name="connsiteY1" fmla="*/ 725553 h 725552"/>
                  </a:gdLst>
                  <a:cxnLst>
                    <a:cxn ang="0">
                      <a:pos x="connsiteX0" y="connsiteY0"/>
                    </a:cxn>
                    <a:cxn ang="0">
                      <a:pos x="connsiteX1" y="connsiteY1"/>
                    </a:cxn>
                  </a:cxnLst>
                  <a:rect l="l" t="t" r="r" b="b"/>
                  <a:pathLst>
                    <a:path w="145653" h="725552">
                      <a:moveTo>
                        <a:pt x="145653" y="0"/>
                      </a:moveTo>
                      <a:lnTo>
                        <a:pt x="0" y="725553"/>
                      </a:lnTo>
                    </a:path>
                  </a:pathLst>
                </a:custGeom>
                <a:ln w="13562" cap="flat">
                  <a:solidFill>
                    <a:srgbClr val="FFFFFF"/>
                  </a:solidFill>
                  <a:prstDash val="solid"/>
                  <a:miter/>
                </a:ln>
              </p:spPr>
              <p:txBody>
                <a:bodyPr rtlCol="0" anchor="ctr"/>
                <a:lstStyle/>
                <a:p>
                  <a:endParaRPr lang="zh-CN" altLang="en-US"/>
                </a:p>
              </p:txBody>
            </p:sp>
            <p:sp>
              <p:nvSpPr>
                <p:cNvPr id="134" name="" descr="d3850a94-4c33-4c86-bb95-ceeef430cb35"/>
                <p:cNvSpPr/>
                <p:nvPr/>
              </p:nvSpPr>
              <p:spPr>
                <a:xfrm>
                  <a:off x="7587994" y="3088871"/>
                  <a:ext cx="1821205" cy="74725"/>
                </a:xfrm>
                <a:custGeom>
                  <a:gdLst>
                    <a:gd name="connsiteX0" fmla="*/ 1821205 w 1821205"/>
                    <a:gd name="connsiteY0" fmla="*/ 74725 h 74725"/>
                    <a:gd name="connsiteX1" fmla="*/ 0 w 1821205"/>
                    <a:gd name="connsiteY1" fmla="*/ 0 h 74725"/>
                  </a:gdLst>
                  <a:cxnLst>
                    <a:cxn ang="0">
                      <a:pos x="connsiteX0" y="connsiteY0"/>
                    </a:cxn>
                    <a:cxn ang="0">
                      <a:pos x="connsiteX1" y="connsiteY1"/>
                    </a:cxn>
                  </a:cxnLst>
                  <a:rect l="l" t="t" r="r" b="b"/>
                  <a:pathLst>
                    <a:path w="1821205" h="74725">
                      <a:moveTo>
                        <a:pt x="1821205" y="74725"/>
                      </a:moveTo>
                      <a:lnTo>
                        <a:pt x="0" y="0"/>
                      </a:lnTo>
                    </a:path>
                  </a:pathLst>
                </a:custGeom>
                <a:ln w="13562" cap="flat">
                  <a:solidFill>
                    <a:srgbClr val="FFFFFF"/>
                  </a:solidFill>
                  <a:prstDash val="solid"/>
                  <a:miter/>
                </a:ln>
              </p:spPr>
              <p:txBody>
                <a:bodyPr rtlCol="0" anchor="ctr"/>
                <a:lstStyle/>
                <a:p>
                  <a:endParaRPr lang="zh-CN" altLang="en-US"/>
                </a:p>
              </p:txBody>
            </p:sp>
            <p:sp>
              <p:nvSpPr>
                <p:cNvPr id="135" name="" descr="c490c533-28b4-46cd-b238-5d2ce39fd751"/>
                <p:cNvSpPr/>
                <p:nvPr/>
              </p:nvSpPr>
              <p:spPr>
                <a:xfrm>
                  <a:off x="7540596" y="3313589"/>
                  <a:ext cx="1821137" cy="107273"/>
                </a:xfrm>
                <a:custGeom>
                  <a:gdLst>
                    <a:gd name="connsiteX0" fmla="*/ 1821138 w 1821137"/>
                    <a:gd name="connsiteY0" fmla="*/ 107273 h 107273"/>
                    <a:gd name="connsiteX1" fmla="*/ 0 w 1821137"/>
                    <a:gd name="connsiteY1" fmla="*/ 0 h 107273"/>
                  </a:gdLst>
                  <a:cxnLst>
                    <a:cxn ang="0">
                      <a:pos x="connsiteX0" y="connsiteY0"/>
                    </a:cxn>
                    <a:cxn ang="0">
                      <a:pos x="connsiteX1" y="connsiteY1"/>
                    </a:cxn>
                  </a:cxnLst>
                  <a:rect l="l" t="t" r="r" b="b"/>
                  <a:pathLst>
                    <a:path w="1821137" h="107272">
                      <a:moveTo>
                        <a:pt x="1821138" y="107273"/>
                      </a:moveTo>
                      <a:lnTo>
                        <a:pt x="0" y="0"/>
                      </a:lnTo>
                    </a:path>
                  </a:pathLst>
                </a:custGeom>
                <a:ln w="13562" cap="flat">
                  <a:solidFill>
                    <a:srgbClr val="FFFFFF"/>
                  </a:solidFill>
                  <a:prstDash val="solid"/>
                  <a:miter/>
                </a:ln>
              </p:spPr>
              <p:txBody>
                <a:bodyPr rtlCol="0" anchor="ctr"/>
                <a:lstStyle/>
                <a:p>
                  <a:endParaRPr lang="zh-CN" altLang="en-US"/>
                </a:p>
              </p:txBody>
            </p:sp>
          </p:grpSp>
          <p:grpSp>
            <p:nvGrpSpPr>
              <p:cNvPr id="124" name="" descr="7003807a-171a-4f0c-90c7-f08849eac9f7"/>
              <p:cNvGrpSpPr/>
              <p:nvPr/>
            </p:nvGrpSpPr>
            <p:grpSpPr>
              <a:xfrm>
                <a:off x="8225878" y="2588763"/>
                <a:ext cx="467065" cy="467065"/>
                <a:chOff x="8225878" y="2588763"/>
                <a:chExt cx="467065" cy="467065"/>
              </a:xfrm>
            </p:grpSpPr>
            <p:sp>
              <p:nvSpPr>
                <p:cNvPr id="126" name="" descr="4e25d501-8935-4493-9054-d354fa4f03fd"/>
                <p:cNvSpPr/>
                <p:nvPr/>
              </p:nvSpPr>
              <p:spPr>
                <a:xfrm rot="-3206999">
                  <a:off x="8292466" y="2655351"/>
                  <a:ext cx="333889" cy="333889"/>
                </a:xfrm>
                <a:custGeom>
                  <a:gdLst>
                    <a:gd name="connsiteX0" fmla="*/ 333890 w 333889"/>
                    <a:gd name="connsiteY0" fmla="*/ 166945 h 333889"/>
                    <a:gd name="connsiteX1" fmla="*/ 166945 w 333889"/>
                    <a:gd name="connsiteY1" fmla="*/ 333890 h 333889"/>
                    <a:gd name="connsiteX2" fmla="*/ 0 w 333889"/>
                    <a:gd name="connsiteY2" fmla="*/ 166945 h 333889"/>
                    <a:gd name="connsiteX3" fmla="*/ 166945 w 333889"/>
                    <a:gd name="connsiteY3" fmla="*/ 0 h 333889"/>
                    <a:gd name="connsiteX4" fmla="*/ 333890 w 333889"/>
                    <a:gd name="connsiteY4" fmla="*/ 166945 h 3338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333889" h="333889">
                      <a:moveTo>
                        <a:pt x="333890" y="166945"/>
                      </a:moveTo>
                      <a:cubicBezTo>
                        <a:pt x="333890" y="259146"/>
                        <a:pt x="259146" y="333890"/>
                        <a:pt x="166945" y="333890"/>
                      </a:cubicBezTo>
                      <a:cubicBezTo>
                        <a:pt x="74744" y="333890"/>
                        <a:pt x="0" y="259146"/>
                        <a:pt x="0" y="166945"/>
                      </a:cubicBezTo>
                      <a:cubicBezTo>
                        <a:pt x="0" y="74744"/>
                        <a:pt x="74744" y="0"/>
                        <a:pt x="166945" y="0"/>
                      </a:cubicBezTo>
                      <a:cubicBezTo>
                        <a:pt x="259146" y="0"/>
                        <a:pt x="333890" y="74744"/>
                        <a:pt x="333890" y="166945"/>
                      </a:cubicBezTo>
                      <a:close/>
                    </a:path>
                  </a:pathLst>
                </a:custGeom>
                <a:solidFill>
                  <a:srgbClr val="DF7E9F"/>
                </a:solidFill>
                <a:ln w="6781" cap="flat">
                  <a:noFill/>
                  <a:prstDash val="solid"/>
                  <a:miter/>
                </a:ln>
              </p:spPr>
              <p:txBody>
                <a:bodyPr rtlCol="0" anchor="ctr"/>
                <a:lstStyle/>
                <a:p>
                  <a:endParaRPr lang="zh-CN" altLang="en-US"/>
                </a:p>
              </p:txBody>
            </p:sp>
            <p:sp>
              <p:nvSpPr>
                <p:cNvPr id="127" name="" descr="01a03a77-82a8-45b7-af16-3b2757379643"/>
                <p:cNvSpPr/>
                <p:nvPr/>
              </p:nvSpPr>
              <p:spPr>
                <a:xfrm rot="-3175802">
                  <a:off x="8315151" y="2677915"/>
                  <a:ext cx="288051" cy="288051"/>
                </a:xfrm>
                <a:custGeom>
                  <a:gdLst>
                    <a:gd name="connsiteX0" fmla="*/ 288051 w 288051"/>
                    <a:gd name="connsiteY0" fmla="*/ 144026 h 288051"/>
                    <a:gd name="connsiteX1" fmla="*/ 144026 w 288051"/>
                    <a:gd name="connsiteY1" fmla="*/ 288051 h 288051"/>
                    <a:gd name="connsiteX2" fmla="*/ 0 w 288051"/>
                    <a:gd name="connsiteY2" fmla="*/ 144026 h 288051"/>
                    <a:gd name="connsiteX3" fmla="*/ 144026 w 288051"/>
                    <a:gd name="connsiteY3" fmla="*/ 0 h 288051"/>
                    <a:gd name="connsiteX4" fmla="*/ 288051 w 288051"/>
                    <a:gd name="connsiteY4" fmla="*/ 144026 h 288051"/>
                  </a:gdLst>
                  <a:cxnLst>
                    <a:cxn ang="0">
                      <a:pos x="connsiteX0" y="connsiteY0"/>
                    </a:cxn>
                    <a:cxn ang="0">
                      <a:pos x="connsiteX1" y="connsiteY1"/>
                    </a:cxn>
                    <a:cxn ang="0">
                      <a:pos x="connsiteX2" y="connsiteY2"/>
                    </a:cxn>
                    <a:cxn ang="0">
                      <a:pos x="connsiteX3" y="connsiteY3"/>
                    </a:cxn>
                    <a:cxn ang="0">
                      <a:pos x="connsiteX4" y="connsiteY4"/>
                    </a:cxn>
                  </a:cxnLst>
                  <a:rect l="l" t="t" r="r" b="b"/>
                  <a:pathLst>
                    <a:path w="288051" h="288051">
                      <a:moveTo>
                        <a:pt x="288051" y="144026"/>
                      </a:moveTo>
                      <a:cubicBezTo>
                        <a:pt x="288051" y="223569"/>
                        <a:pt x="223569" y="288051"/>
                        <a:pt x="144026" y="288051"/>
                      </a:cubicBezTo>
                      <a:cubicBezTo>
                        <a:pt x="64483" y="288051"/>
                        <a:pt x="0" y="223569"/>
                        <a:pt x="0" y="144026"/>
                      </a:cubicBezTo>
                      <a:cubicBezTo>
                        <a:pt x="0" y="64482"/>
                        <a:pt x="64483" y="0"/>
                        <a:pt x="144026" y="0"/>
                      </a:cubicBezTo>
                      <a:cubicBezTo>
                        <a:pt x="223569" y="0"/>
                        <a:pt x="288051" y="64482"/>
                        <a:pt x="288051" y="144026"/>
                      </a:cubicBezTo>
                      <a:close/>
                    </a:path>
                  </a:pathLst>
                </a:custGeom>
                <a:noFill/>
                <a:ln w="13562" cap="flat">
                  <a:solidFill>
                    <a:srgbClr val="3D436C"/>
                  </a:solidFill>
                  <a:prstDash val="solid"/>
                  <a:miter/>
                </a:ln>
              </p:spPr>
              <p:txBody>
                <a:bodyPr rtlCol="0" anchor="ctr"/>
                <a:lstStyle/>
                <a:p>
                  <a:endParaRPr lang="zh-CN" altLang="en-US"/>
                </a:p>
              </p:txBody>
            </p:sp>
            <p:grpSp>
              <p:nvGrpSpPr>
                <p:cNvPr id="128" name="" descr="743bcde7-c36e-469e-9146-1d017193cf52"/>
                <p:cNvGrpSpPr/>
                <p:nvPr/>
              </p:nvGrpSpPr>
              <p:grpSpPr>
                <a:xfrm>
                  <a:off x="8403325" y="2748200"/>
                  <a:ext cx="111816" cy="136837"/>
                  <a:chOff x="8403325" y="2748200"/>
                  <a:chExt cx="111816" cy="136837"/>
                </a:xfrm>
                <a:noFill/>
              </p:grpSpPr>
              <p:sp>
                <p:nvSpPr>
                  <p:cNvPr id="129" name="" descr="940a53a5-997b-4f6c-b0b5-e83c70f3c329"/>
                  <p:cNvSpPr/>
                  <p:nvPr/>
                </p:nvSpPr>
                <p:spPr>
                  <a:xfrm>
                    <a:off x="8403325" y="2761559"/>
                    <a:ext cx="36616" cy="51466"/>
                  </a:xfrm>
                  <a:custGeom>
                    <a:gdLst>
                      <a:gd name="connsiteX0" fmla="*/ 18308 w 36616"/>
                      <a:gd name="connsiteY0" fmla="*/ 51467 h 51466"/>
                      <a:gd name="connsiteX1" fmla="*/ 18308 w 36616"/>
                      <a:gd name="connsiteY1" fmla="*/ 51467 h 51466"/>
                      <a:gd name="connsiteX2" fmla="*/ 0 w 36616"/>
                      <a:gd name="connsiteY2" fmla="*/ 33158 h 51466"/>
                      <a:gd name="connsiteX3" fmla="*/ 0 w 36616"/>
                      <a:gd name="connsiteY3" fmla="*/ 18308 h 51466"/>
                      <a:gd name="connsiteX4" fmla="*/ 18308 w 36616"/>
                      <a:gd name="connsiteY4" fmla="*/ 0 h 51466"/>
                      <a:gd name="connsiteX5" fmla="*/ 18308 w 36616"/>
                      <a:gd name="connsiteY5" fmla="*/ 0 h 51466"/>
                      <a:gd name="connsiteX6" fmla="*/ 36617 w 36616"/>
                      <a:gd name="connsiteY6" fmla="*/ 18308 h 51466"/>
                      <a:gd name="connsiteX7" fmla="*/ 36617 w 36616"/>
                      <a:gd name="connsiteY7" fmla="*/ 33158 h 51466"/>
                      <a:gd name="connsiteX8" fmla="*/ 18308 w 36616"/>
                      <a:gd name="connsiteY8" fmla="*/ 51467 h 514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16" h="51466">
                        <a:moveTo>
                          <a:pt x="18308" y="51467"/>
                        </a:moveTo>
                        <a:lnTo>
                          <a:pt x="18308" y="51467"/>
                        </a:lnTo>
                        <a:cubicBezTo>
                          <a:pt x="8205" y="51467"/>
                          <a:pt x="0" y="43262"/>
                          <a:pt x="0" y="33158"/>
                        </a:cubicBezTo>
                        <a:lnTo>
                          <a:pt x="0" y="18308"/>
                        </a:lnTo>
                        <a:cubicBezTo>
                          <a:pt x="0" y="8205"/>
                          <a:pt x="8205" y="0"/>
                          <a:pt x="18308" y="0"/>
                        </a:cubicBezTo>
                        <a:lnTo>
                          <a:pt x="18308" y="0"/>
                        </a:lnTo>
                        <a:cubicBezTo>
                          <a:pt x="28411" y="0"/>
                          <a:pt x="36617" y="8205"/>
                          <a:pt x="36617" y="18308"/>
                        </a:cubicBezTo>
                        <a:lnTo>
                          <a:pt x="36617" y="33158"/>
                        </a:lnTo>
                        <a:cubicBezTo>
                          <a:pt x="36617" y="43262"/>
                          <a:pt x="28411" y="51467"/>
                          <a:pt x="18308" y="51467"/>
                        </a:cubicBezTo>
                        <a:close/>
                      </a:path>
                    </a:pathLst>
                  </a:custGeom>
                  <a:noFill/>
                  <a:ln w="13562" cap="flat">
                    <a:solidFill>
                      <a:srgbClr val="3D436C"/>
                    </a:solidFill>
                    <a:prstDash val="solid"/>
                    <a:miter/>
                  </a:ln>
                </p:spPr>
                <p:txBody>
                  <a:bodyPr rtlCol="0" anchor="ctr"/>
                  <a:lstStyle/>
                  <a:p>
                    <a:endParaRPr lang="zh-CN" altLang="en-US"/>
                  </a:p>
                </p:txBody>
              </p:sp>
              <p:sp>
                <p:nvSpPr>
                  <p:cNvPr id="130" name="" descr="e58b8713-eda9-43ef-a7de-86d0221f32eb"/>
                  <p:cNvSpPr/>
                  <p:nvPr/>
                </p:nvSpPr>
                <p:spPr>
                  <a:xfrm>
                    <a:off x="8478525" y="2828079"/>
                    <a:ext cx="36616" cy="51466"/>
                  </a:xfrm>
                  <a:custGeom>
                    <a:gdLst>
                      <a:gd name="connsiteX0" fmla="*/ 18309 w 36616"/>
                      <a:gd name="connsiteY0" fmla="*/ 51467 h 51466"/>
                      <a:gd name="connsiteX1" fmla="*/ 18309 w 36616"/>
                      <a:gd name="connsiteY1" fmla="*/ 51467 h 51466"/>
                      <a:gd name="connsiteX2" fmla="*/ 0 w 36616"/>
                      <a:gd name="connsiteY2" fmla="*/ 33158 h 51466"/>
                      <a:gd name="connsiteX3" fmla="*/ 0 w 36616"/>
                      <a:gd name="connsiteY3" fmla="*/ 18308 h 51466"/>
                      <a:gd name="connsiteX4" fmla="*/ 18309 w 36616"/>
                      <a:gd name="connsiteY4" fmla="*/ 0 h 51466"/>
                      <a:gd name="connsiteX5" fmla="*/ 18309 w 36616"/>
                      <a:gd name="connsiteY5" fmla="*/ 0 h 51466"/>
                      <a:gd name="connsiteX6" fmla="*/ 36617 w 36616"/>
                      <a:gd name="connsiteY6" fmla="*/ 18308 h 51466"/>
                      <a:gd name="connsiteX7" fmla="*/ 36617 w 36616"/>
                      <a:gd name="connsiteY7" fmla="*/ 33158 h 51466"/>
                      <a:gd name="connsiteX8" fmla="*/ 18309 w 36616"/>
                      <a:gd name="connsiteY8" fmla="*/ 51467 h 514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16" h="51466">
                        <a:moveTo>
                          <a:pt x="18309" y="51467"/>
                        </a:moveTo>
                        <a:lnTo>
                          <a:pt x="18309" y="51467"/>
                        </a:lnTo>
                        <a:cubicBezTo>
                          <a:pt x="8205" y="51467"/>
                          <a:pt x="0" y="43262"/>
                          <a:pt x="0" y="33158"/>
                        </a:cubicBezTo>
                        <a:lnTo>
                          <a:pt x="0" y="18308"/>
                        </a:lnTo>
                        <a:cubicBezTo>
                          <a:pt x="0" y="8205"/>
                          <a:pt x="8205" y="0"/>
                          <a:pt x="18309" y="0"/>
                        </a:cubicBezTo>
                        <a:lnTo>
                          <a:pt x="18309" y="0"/>
                        </a:lnTo>
                        <a:cubicBezTo>
                          <a:pt x="28412" y="0"/>
                          <a:pt x="36617" y="8205"/>
                          <a:pt x="36617" y="18308"/>
                        </a:cubicBezTo>
                        <a:lnTo>
                          <a:pt x="36617" y="33158"/>
                        </a:lnTo>
                        <a:cubicBezTo>
                          <a:pt x="36617" y="43262"/>
                          <a:pt x="28412" y="51467"/>
                          <a:pt x="18309" y="51467"/>
                        </a:cubicBezTo>
                        <a:close/>
                      </a:path>
                    </a:pathLst>
                  </a:custGeom>
                  <a:noFill/>
                  <a:ln w="13562" cap="flat">
                    <a:solidFill>
                      <a:srgbClr val="3D436C"/>
                    </a:solidFill>
                    <a:prstDash val="solid"/>
                    <a:miter/>
                  </a:ln>
                </p:spPr>
                <p:txBody>
                  <a:bodyPr rtlCol="0" anchor="ctr"/>
                  <a:lstStyle/>
                  <a:p>
                    <a:endParaRPr lang="zh-CN" altLang="en-US"/>
                  </a:p>
                </p:txBody>
              </p:sp>
              <p:sp>
                <p:nvSpPr>
                  <p:cNvPr id="131" name="" descr="feb8dbf4-b1c9-4943-882b-6e365be4bf0d"/>
                  <p:cNvSpPr/>
                  <p:nvPr/>
                </p:nvSpPr>
                <p:spPr>
                  <a:xfrm>
                    <a:off x="8408411" y="2748200"/>
                    <a:ext cx="97169" cy="136837"/>
                  </a:xfrm>
                  <a:custGeom>
                    <a:gdLst>
                      <a:gd name="connsiteX0" fmla="*/ 0 w 97169"/>
                      <a:gd name="connsiteY0" fmla="*/ 136838 h 136837"/>
                      <a:gd name="connsiteX1" fmla="*/ 97170 w 97169"/>
                      <a:gd name="connsiteY1" fmla="*/ 0 h 136837"/>
                    </a:gdLst>
                    <a:cxnLst>
                      <a:cxn ang="0">
                        <a:pos x="connsiteX0" y="connsiteY0"/>
                      </a:cxn>
                      <a:cxn ang="0">
                        <a:pos x="connsiteX1" y="connsiteY1"/>
                      </a:cxn>
                    </a:cxnLst>
                    <a:rect l="l" t="t" r="r" b="b"/>
                    <a:pathLst>
                      <a:path w="97169" h="136837">
                        <a:moveTo>
                          <a:pt x="0" y="136838"/>
                        </a:moveTo>
                        <a:lnTo>
                          <a:pt x="97170" y="0"/>
                        </a:lnTo>
                      </a:path>
                    </a:pathLst>
                  </a:custGeom>
                  <a:ln w="13562" cap="flat">
                    <a:solidFill>
                      <a:srgbClr val="3D436C"/>
                    </a:solidFill>
                    <a:prstDash val="solid"/>
                    <a:miter/>
                  </a:ln>
                </p:spPr>
                <p:txBody>
                  <a:bodyPr rtlCol="0" anchor="ctr"/>
                  <a:lstStyle/>
                  <a:p>
                    <a:endParaRPr lang="zh-CN" altLang="en-US"/>
                  </a:p>
                </p:txBody>
              </p:sp>
            </p:grpSp>
          </p:grpSp>
          <p:sp>
            <p:nvSpPr>
              <p:cNvPr id="125" name="" descr="22726d59-4caf-4155-aec3-a53b4ee3327b"/>
              <p:cNvSpPr/>
              <p:nvPr/>
            </p:nvSpPr>
            <p:spPr>
              <a:xfrm>
                <a:off x="7094618" y="2143279"/>
                <a:ext cx="3105365" cy="1832325"/>
              </a:xfrm>
              <a:custGeom>
                <a:gdLst>
                  <a:gd name="connsiteX0" fmla="*/ 3105366 w 3105365"/>
                  <a:gd name="connsiteY0" fmla="*/ 25021 h 1832325"/>
                  <a:gd name="connsiteX1" fmla="*/ 2755677 w 3105365"/>
                  <a:gd name="connsiteY1" fmla="*/ 1832326 h 1832325"/>
                  <a:gd name="connsiteX2" fmla="*/ 0 w 3105365"/>
                  <a:gd name="connsiteY2" fmla="*/ 1608083 h 1832325"/>
                  <a:gd name="connsiteX3" fmla="*/ 295646 w 3105365"/>
                  <a:gd name="connsiteY3" fmla="*/ 0 h 1832325"/>
                  <a:gd name="connsiteX4" fmla="*/ 3105366 w 3105365"/>
                  <a:gd name="connsiteY4" fmla="*/ 25021 h 1832325"/>
                </a:gdLst>
                <a:cxnLst>
                  <a:cxn ang="0">
                    <a:pos x="connsiteX0" y="connsiteY0"/>
                  </a:cxn>
                  <a:cxn ang="0">
                    <a:pos x="connsiteX1" y="connsiteY1"/>
                  </a:cxn>
                  <a:cxn ang="0">
                    <a:pos x="connsiteX2" y="connsiteY2"/>
                  </a:cxn>
                  <a:cxn ang="0">
                    <a:pos x="connsiteX3" y="connsiteY3"/>
                  </a:cxn>
                  <a:cxn ang="0">
                    <a:pos x="connsiteX4" y="connsiteY4"/>
                  </a:cxn>
                </a:cxnLst>
                <a:rect l="l" t="t" r="r" b="b"/>
                <a:pathLst>
                  <a:path w="3105365" h="1832325">
                    <a:moveTo>
                      <a:pt x="3105366" y="25021"/>
                    </a:moveTo>
                    <a:lnTo>
                      <a:pt x="2755677" y="1832326"/>
                    </a:lnTo>
                    <a:lnTo>
                      <a:pt x="0" y="1608083"/>
                    </a:lnTo>
                    <a:lnTo>
                      <a:pt x="295646" y="0"/>
                    </a:lnTo>
                    <a:lnTo>
                      <a:pt x="3105366" y="25021"/>
                    </a:lnTo>
                    <a:close/>
                  </a:path>
                </a:pathLst>
              </a:custGeom>
              <a:noFill/>
              <a:ln w="13562" cap="flat">
                <a:solidFill>
                  <a:srgbClr val="938FF9"/>
                </a:solidFill>
                <a:prstDash val="solid"/>
                <a:miter/>
              </a:ln>
            </p:spPr>
            <p:txBody>
              <a:bodyPr rtlCol="0" anchor="ctr"/>
              <a:lstStyle/>
              <a:p>
                <a:endParaRPr lang="zh-CN" altLang="en-US"/>
              </a:p>
            </p:txBody>
          </p:sp>
        </p:grpSp>
        <p:grpSp>
          <p:nvGrpSpPr>
            <p:cNvPr id="22" name="" descr="c0a20b7c-5bd0-45ab-afae-5749c6d0d351"/>
            <p:cNvGrpSpPr/>
            <p:nvPr/>
          </p:nvGrpSpPr>
          <p:grpSpPr>
            <a:xfrm>
              <a:off x="9856262" y="1965604"/>
              <a:ext cx="1086566" cy="257944"/>
              <a:chOff x="9856262" y="1649225"/>
              <a:chExt cx="1086566" cy="257944"/>
            </a:xfrm>
            <a:solidFill>
              <a:srgbClr val="938FF9"/>
            </a:solidFill>
          </p:grpSpPr>
          <p:sp>
            <p:nvSpPr>
              <p:cNvPr id="107" name="" descr="d2587a3d-1049-4378-becc-8aef96b64811"/>
              <p:cNvSpPr/>
              <p:nvPr/>
            </p:nvSpPr>
            <p:spPr>
              <a:xfrm>
                <a:off x="9856262" y="1685096"/>
                <a:ext cx="638147" cy="6780"/>
              </a:xfrm>
              <a:custGeom>
                <a:gdLst>
                  <a:gd name="connsiteX0" fmla="*/ 0 w 638147"/>
                  <a:gd name="connsiteY0" fmla="*/ 0 h 6780"/>
                  <a:gd name="connsiteX1" fmla="*/ 638148 w 638147"/>
                  <a:gd name="connsiteY1" fmla="*/ 0 h 6780"/>
                </a:gdLst>
                <a:cxnLst>
                  <a:cxn ang="0">
                    <a:pos x="connsiteX0" y="connsiteY0"/>
                  </a:cxn>
                  <a:cxn ang="0">
                    <a:pos x="connsiteX1" y="connsiteY1"/>
                  </a:cxn>
                </a:cxnLst>
                <a:rect l="l" t="t" r="r" b="b"/>
                <a:pathLst>
                  <a:path w="638147" h="6780">
                    <a:moveTo>
                      <a:pt x="0" y="0"/>
                    </a:moveTo>
                    <a:lnTo>
                      <a:pt x="638148" y="0"/>
                    </a:lnTo>
                  </a:path>
                </a:pathLst>
              </a:custGeom>
              <a:ln w="13562" cap="flat">
                <a:solidFill>
                  <a:srgbClr val="938FF9"/>
                </a:solidFill>
                <a:prstDash val="solid"/>
                <a:miter/>
              </a:ln>
            </p:spPr>
            <p:txBody>
              <a:bodyPr rtlCol="0" anchor="ctr"/>
              <a:lstStyle/>
              <a:p>
                <a:endParaRPr lang="zh-CN" altLang="en-US"/>
              </a:p>
            </p:txBody>
          </p:sp>
          <p:sp>
            <p:nvSpPr>
              <p:cNvPr id="108" name="" descr="1c4c1170-0f4e-4e8d-bb25-19d61bb8c06a"/>
              <p:cNvSpPr/>
              <p:nvPr/>
            </p:nvSpPr>
            <p:spPr>
              <a:xfrm>
                <a:off x="10478949" y="1649225"/>
                <a:ext cx="71741" cy="71741"/>
              </a:xfrm>
              <a:custGeom>
                <a:gdLst>
                  <a:gd name="connsiteX0" fmla="*/ 71741 w 71741"/>
                  <a:gd name="connsiteY0" fmla="*/ 35871 h 71741"/>
                  <a:gd name="connsiteX1" fmla="*/ 35870 w 71741"/>
                  <a:gd name="connsiteY1" fmla="*/ 71742 h 71741"/>
                  <a:gd name="connsiteX2" fmla="*/ -1 w 71741"/>
                  <a:gd name="connsiteY2" fmla="*/ 35871 h 71741"/>
                  <a:gd name="connsiteX3" fmla="*/ 35870 w 71741"/>
                  <a:gd name="connsiteY3" fmla="*/ 0 h 71741"/>
                  <a:gd name="connsiteX4" fmla="*/ 71741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1" y="35871"/>
                    </a:moveTo>
                    <a:cubicBezTo>
                      <a:pt x="71741" y="55682"/>
                      <a:pt x="55681" y="71742"/>
                      <a:pt x="35870" y="71742"/>
                    </a:cubicBezTo>
                    <a:cubicBezTo>
                      <a:pt x="16059" y="71742"/>
                      <a:pt x="-1" y="55682"/>
                      <a:pt x="-1" y="35871"/>
                    </a:cubicBezTo>
                    <a:cubicBezTo>
                      <a:pt x="-1" y="16060"/>
                      <a:pt x="16059" y="0"/>
                      <a:pt x="35870" y="0"/>
                    </a:cubicBezTo>
                    <a:cubicBezTo>
                      <a:pt x="55681" y="0"/>
                      <a:pt x="71741" y="16060"/>
                      <a:pt x="71741" y="35871"/>
                    </a:cubicBezTo>
                    <a:close/>
                  </a:path>
                </a:pathLst>
              </a:custGeom>
              <a:solidFill>
                <a:srgbClr val="938FF9"/>
              </a:solidFill>
              <a:ln w="6781" cap="flat">
                <a:noFill/>
                <a:prstDash val="solid"/>
                <a:miter/>
              </a:ln>
            </p:spPr>
            <p:txBody>
              <a:bodyPr rtlCol="0" anchor="ctr"/>
              <a:lstStyle/>
              <a:p>
                <a:endParaRPr lang="zh-CN" altLang="en-US"/>
              </a:p>
            </p:txBody>
          </p:sp>
          <p:grpSp>
            <p:nvGrpSpPr>
              <p:cNvPr id="109" name="" descr="0652cc2e-be2b-4be9-b85b-ef0ff4fea0a0"/>
              <p:cNvGrpSpPr/>
              <p:nvPr/>
            </p:nvGrpSpPr>
            <p:grpSpPr>
              <a:xfrm>
                <a:off x="10624602" y="1685096"/>
                <a:ext cx="318226" cy="222073"/>
                <a:chOff x="10624602" y="1685096"/>
                <a:chExt cx="318226" cy="222073"/>
              </a:xfrm>
            </p:grpSpPr>
            <p:sp>
              <p:nvSpPr>
                <p:cNvPr id="110" name="" descr="1b1e8bef-e8cf-41ed-a4f2-96b8e41f2dad"/>
                <p:cNvSpPr/>
                <p:nvPr/>
              </p:nvSpPr>
              <p:spPr>
                <a:xfrm>
                  <a:off x="10624602" y="1685096"/>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111" name="" descr="fb7b067b-6258-4369-a1b1-192d335d58dc"/>
                <p:cNvSpPr/>
                <p:nvPr/>
              </p:nvSpPr>
              <p:spPr>
                <a:xfrm>
                  <a:off x="10624602" y="1759143"/>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112" name="" descr="87e07daa-87f1-4597-8981-d3a4264f2a20"/>
                <p:cNvSpPr/>
                <p:nvPr/>
              </p:nvSpPr>
              <p:spPr>
                <a:xfrm>
                  <a:off x="10624602" y="1833122"/>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113" name="" descr="4dd334d7-123a-47ae-88fa-ff2f62650b09"/>
                <p:cNvSpPr/>
                <p:nvPr/>
              </p:nvSpPr>
              <p:spPr>
                <a:xfrm>
                  <a:off x="10624602" y="1907169"/>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grpSp>
        </p:grpSp>
        <p:grpSp>
          <p:nvGrpSpPr>
            <p:cNvPr id="23" name="" descr="cb616c27-738f-4246-9490-aeaa4e281a51"/>
            <p:cNvGrpSpPr/>
            <p:nvPr/>
          </p:nvGrpSpPr>
          <p:grpSpPr>
            <a:xfrm>
              <a:off x="5694030" y="3447224"/>
              <a:ext cx="1086566" cy="257876"/>
              <a:chOff x="5694030" y="3130845"/>
              <a:chExt cx="1086566" cy="257876"/>
            </a:xfrm>
            <a:solidFill>
              <a:srgbClr val="938FF9"/>
            </a:solidFill>
          </p:grpSpPr>
          <p:sp>
            <p:nvSpPr>
              <p:cNvPr id="100" name="" descr="ed742c16-d672-4f2d-aa69-5b4ab621c66c"/>
              <p:cNvSpPr/>
              <p:nvPr/>
            </p:nvSpPr>
            <p:spPr>
              <a:xfrm>
                <a:off x="6142448" y="3166716"/>
                <a:ext cx="638147" cy="6780"/>
              </a:xfrm>
              <a:custGeom>
                <a:gdLst>
                  <a:gd name="connsiteX0" fmla="*/ 638148 w 638147"/>
                  <a:gd name="connsiteY0" fmla="*/ 0 h 6780"/>
                  <a:gd name="connsiteX1" fmla="*/ 0 w 638147"/>
                  <a:gd name="connsiteY1" fmla="*/ 0 h 6780"/>
                </a:gdLst>
                <a:cxnLst>
                  <a:cxn ang="0">
                    <a:pos x="connsiteX0" y="connsiteY0"/>
                  </a:cxn>
                  <a:cxn ang="0">
                    <a:pos x="connsiteX1" y="connsiteY1"/>
                  </a:cxn>
                </a:cxnLst>
                <a:rect l="l" t="t" r="r" b="b"/>
                <a:pathLst>
                  <a:path w="638147" h="6780">
                    <a:moveTo>
                      <a:pt x="638148" y="0"/>
                    </a:moveTo>
                    <a:lnTo>
                      <a:pt x="0" y="0"/>
                    </a:lnTo>
                  </a:path>
                </a:pathLst>
              </a:custGeom>
              <a:ln w="13562" cap="flat">
                <a:solidFill>
                  <a:srgbClr val="938FF9"/>
                </a:solidFill>
                <a:prstDash val="solid"/>
                <a:miter/>
              </a:ln>
            </p:spPr>
            <p:txBody>
              <a:bodyPr rtlCol="0" anchor="ctr"/>
              <a:lstStyle/>
              <a:p>
                <a:endParaRPr lang="zh-CN" altLang="en-US"/>
              </a:p>
            </p:txBody>
          </p:sp>
          <p:sp>
            <p:nvSpPr>
              <p:cNvPr id="101" name="" descr="12135661-414a-4409-a097-9e3542287141"/>
              <p:cNvSpPr/>
              <p:nvPr/>
            </p:nvSpPr>
            <p:spPr>
              <a:xfrm>
                <a:off x="6086167" y="3130845"/>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938FF9"/>
              </a:solidFill>
              <a:ln w="6781" cap="flat">
                <a:noFill/>
                <a:prstDash val="solid"/>
                <a:miter/>
              </a:ln>
            </p:spPr>
            <p:txBody>
              <a:bodyPr rtlCol="0" anchor="ctr"/>
              <a:lstStyle/>
              <a:p>
                <a:endParaRPr lang="zh-CN" altLang="en-US"/>
              </a:p>
            </p:txBody>
          </p:sp>
          <p:grpSp>
            <p:nvGrpSpPr>
              <p:cNvPr id="102" name="" descr="70ab58fc-fdfd-4ed4-aad3-b6a020bd4d79"/>
              <p:cNvGrpSpPr/>
              <p:nvPr/>
            </p:nvGrpSpPr>
            <p:grpSpPr>
              <a:xfrm>
                <a:off x="5694030" y="3166716"/>
                <a:ext cx="318226" cy="222005"/>
                <a:chOff x="5694030" y="3166716"/>
                <a:chExt cx="318226" cy="222005"/>
              </a:xfrm>
            </p:grpSpPr>
            <p:sp>
              <p:nvSpPr>
                <p:cNvPr id="103" name="" descr="79844821-a041-47a8-a36f-a0cae215652e"/>
                <p:cNvSpPr/>
                <p:nvPr/>
              </p:nvSpPr>
              <p:spPr>
                <a:xfrm>
                  <a:off x="5694030" y="3166716"/>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104" name="" descr="1f0428bf-af72-4608-8eea-b7e54b0be2f5"/>
                <p:cNvSpPr/>
                <p:nvPr/>
              </p:nvSpPr>
              <p:spPr>
                <a:xfrm>
                  <a:off x="5694030" y="3240695"/>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105" name="" descr="bf1b2ccf-3a36-4104-b178-b90e7da64315"/>
                <p:cNvSpPr/>
                <p:nvPr/>
              </p:nvSpPr>
              <p:spPr>
                <a:xfrm>
                  <a:off x="5694030" y="3314742"/>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106" name="" descr="528a95a8-9f28-4123-89f9-ae61d3376297"/>
                <p:cNvSpPr/>
                <p:nvPr/>
              </p:nvSpPr>
              <p:spPr>
                <a:xfrm>
                  <a:off x="5694030" y="3388721"/>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grpSp>
        </p:grpSp>
        <p:grpSp>
          <p:nvGrpSpPr>
            <p:cNvPr id="24" name="" descr="fea2fd7e-6b6b-4207-9b15-0d247cb3e5d0"/>
            <p:cNvGrpSpPr/>
            <p:nvPr/>
          </p:nvGrpSpPr>
          <p:grpSpPr>
            <a:xfrm>
              <a:off x="10073992" y="3846953"/>
              <a:ext cx="1360994" cy="1434363"/>
              <a:chOff x="10073992" y="3530574"/>
              <a:chExt cx="1360994" cy="1434363"/>
            </a:xfrm>
          </p:grpSpPr>
          <p:sp>
            <p:nvSpPr>
              <p:cNvPr id="82" name="" descr="5798631b-f337-42f1-9849-2c20e53d19d0"/>
              <p:cNvSpPr/>
              <p:nvPr/>
            </p:nvSpPr>
            <p:spPr>
              <a:xfrm>
                <a:off x="10073992" y="3530574"/>
                <a:ext cx="1360994" cy="1434363"/>
              </a:xfrm>
              <a:custGeom>
                <a:gdLst>
                  <a:gd name="connsiteX0" fmla="*/ 872769 w 1360994"/>
                  <a:gd name="connsiteY0" fmla="*/ 1429614 h 1434363"/>
                  <a:gd name="connsiteX1" fmla="*/ 37027 w 1360994"/>
                  <a:gd name="connsiteY1" fmla="*/ 1078501 h 1434363"/>
                  <a:gd name="connsiteX2" fmla="*/ 4750 w 1360994"/>
                  <a:gd name="connsiteY2" fmla="*/ 999367 h 1434363"/>
                  <a:gd name="connsiteX3" fmla="*/ 409093 w 1360994"/>
                  <a:gd name="connsiteY3" fmla="*/ 37027 h 1434363"/>
                  <a:gd name="connsiteX4" fmla="*/ 488226 w 1360994"/>
                  <a:gd name="connsiteY4" fmla="*/ 4750 h 1434363"/>
                  <a:gd name="connsiteX5" fmla="*/ 1323968 w 1360994"/>
                  <a:gd name="connsiteY5" fmla="*/ 355863 h 1434363"/>
                  <a:gd name="connsiteX6" fmla="*/ 1356245 w 1360994"/>
                  <a:gd name="connsiteY6" fmla="*/ 434996 h 1434363"/>
                  <a:gd name="connsiteX7" fmla="*/ 951902 w 1360994"/>
                  <a:gd name="connsiteY7" fmla="*/ 1397337 h 1434363"/>
                  <a:gd name="connsiteX8" fmla="*/ 872769 w 1360994"/>
                  <a:gd name="connsiteY8" fmla="*/ 1429614 h 143436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0994" h="1434363">
                    <a:moveTo>
                      <a:pt x="872769" y="1429614"/>
                    </a:moveTo>
                    <a:lnTo>
                      <a:pt x="37027" y="1078501"/>
                    </a:lnTo>
                    <a:cubicBezTo>
                      <a:pt x="6242" y="1065549"/>
                      <a:pt x="-8202" y="1030153"/>
                      <a:pt x="4750" y="999367"/>
                    </a:cubicBezTo>
                    <a:lnTo>
                      <a:pt x="409093" y="37027"/>
                    </a:lnTo>
                    <a:cubicBezTo>
                      <a:pt x="422045" y="6242"/>
                      <a:pt x="457441" y="-8202"/>
                      <a:pt x="488226" y="4750"/>
                    </a:cubicBezTo>
                    <a:lnTo>
                      <a:pt x="1323968" y="355863"/>
                    </a:lnTo>
                    <a:cubicBezTo>
                      <a:pt x="1354753" y="368815"/>
                      <a:pt x="1369196" y="404211"/>
                      <a:pt x="1356245" y="434996"/>
                    </a:cubicBezTo>
                    <a:lnTo>
                      <a:pt x="951902" y="1397337"/>
                    </a:lnTo>
                    <a:cubicBezTo>
                      <a:pt x="938950" y="1428122"/>
                      <a:pt x="903554" y="1442565"/>
                      <a:pt x="872769" y="1429614"/>
                    </a:cubicBezTo>
                    <a:close/>
                  </a:path>
                </a:pathLst>
              </a:custGeom>
              <a:solidFill>
                <a:srgbClr val="46AEF7"/>
              </a:solidFill>
              <a:ln w="6781" cap="flat">
                <a:noFill/>
                <a:prstDash val="solid"/>
                <a:miter/>
              </a:ln>
            </p:spPr>
            <p:txBody>
              <a:bodyPr rtlCol="0" anchor="ctr"/>
              <a:lstStyle/>
              <a:p>
                <a:endParaRPr lang="zh-CN" altLang="en-US"/>
              </a:p>
            </p:txBody>
          </p:sp>
          <p:sp>
            <p:nvSpPr>
              <p:cNvPr id="83" name="" descr="4054134f-3051-4813-be23-7917230e8bac"/>
              <p:cNvSpPr/>
              <p:nvPr/>
            </p:nvSpPr>
            <p:spPr>
              <a:xfrm>
                <a:off x="10836233" y="3839988"/>
                <a:ext cx="532555" cy="1096371"/>
              </a:xfrm>
              <a:custGeom>
                <a:gdLst>
                  <a:gd name="connsiteX0" fmla="*/ 451198 w 532555"/>
                  <a:gd name="connsiteY0" fmla="*/ 0 h 1096371"/>
                  <a:gd name="connsiteX1" fmla="*/ 492087 w 532555"/>
                  <a:gd name="connsiteY1" fmla="*/ 17156 h 1096371"/>
                  <a:gd name="connsiteX2" fmla="*/ 528500 w 532555"/>
                  <a:gd name="connsiteY2" fmla="*/ 94322 h 1096371"/>
                  <a:gd name="connsiteX3" fmla="*/ 121513 w 532555"/>
                  <a:gd name="connsiteY3" fmla="*/ 1062901 h 1096371"/>
                  <a:gd name="connsiteX4" fmla="*/ 40888 w 532555"/>
                  <a:gd name="connsiteY4" fmla="*/ 1090906 h 1096371"/>
                  <a:gd name="connsiteX5" fmla="*/ 0 w 532555"/>
                  <a:gd name="connsiteY5" fmla="*/ 1073751 h 109637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2555" h="1096371">
                    <a:moveTo>
                      <a:pt x="451198" y="0"/>
                    </a:moveTo>
                    <a:lnTo>
                      <a:pt x="492087" y="17156"/>
                    </a:lnTo>
                    <a:cubicBezTo>
                      <a:pt x="524432" y="30718"/>
                      <a:pt x="540706" y="65300"/>
                      <a:pt x="528500" y="94322"/>
                    </a:cubicBezTo>
                    <a:lnTo>
                      <a:pt x="121513" y="1062901"/>
                    </a:lnTo>
                    <a:cubicBezTo>
                      <a:pt x="109308" y="1091923"/>
                      <a:pt x="73233" y="1104468"/>
                      <a:pt x="40888" y="1090906"/>
                    </a:cubicBezTo>
                    <a:lnTo>
                      <a:pt x="0" y="1073751"/>
                    </a:lnTo>
                  </a:path>
                </a:pathLst>
              </a:custGeom>
              <a:noFill/>
              <a:ln w="13562" cap="flat">
                <a:solidFill>
                  <a:srgbClr val="3D436C"/>
                </a:solidFill>
                <a:prstDash val="solid"/>
                <a:miter/>
              </a:ln>
            </p:spPr>
            <p:txBody>
              <a:bodyPr rtlCol="0" anchor="ctr"/>
              <a:lstStyle/>
              <a:p>
                <a:endParaRPr lang="zh-CN" altLang="en-US"/>
              </a:p>
            </p:txBody>
          </p:sp>
          <p:sp>
            <p:nvSpPr>
              <p:cNvPr id="84" name="" descr="faf8e9b8-1536-4dff-a366-fb2960be0622"/>
              <p:cNvSpPr/>
              <p:nvPr/>
            </p:nvSpPr>
            <p:spPr>
              <a:xfrm rot="1367401">
                <a:off x="10456586" y="3768142"/>
                <a:ext cx="766441" cy="209596"/>
              </a:xfrm>
              <a:custGeom>
                <a:gdLst>
                  <a:gd name="connsiteX0" fmla="*/ 746438 w 766441"/>
                  <a:gd name="connsiteY0" fmla="*/ 0 h 209596"/>
                  <a:gd name="connsiteX1" fmla="*/ 766442 w 766441"/>
                  <a:gd name="connsiteY1" fmla="*/ 20004 h 209596"/>
                  <a:gd name="connsiteX2" fmla="*/ 766442 w 766441"/>
                  <a:gd name="connsiteY2" fmla="*/ 189593 h 209596"/>
                  <a:gd name="connsiteX3" fmla="*/ 746438 w 766441"/>
                  <a:gd name="connsiteY3" fmla="*/ 209597 h 209596"/>
                  <a:gd name="connsiteX4" fmla="*/ 20004 w 766441"/>
                  <a:gd name="connsiteY4" fmla="*/ 209597 h 209596"/>
                  <a:gd name="connsiteX5" fmla="*/ 0 w 766441"/>
                  <a:gd name="connsiteY5" fmla="*/ 189593 h 209596"/>
                  <a:gd name="connsiteX6" fmla="*/ 0 w 766441"/>
                  <a:gd name="connsiteY6" fmla="*/ 20003 h 209596"/>
                  <a:gd name="connsiteX7" fmla="*/ 20004 w 766441"/>
                  <a:gd name="connsiteY7" fmla="*/ 0 h 20959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6441" h="209595">
                    <a:moveTo>
                      <a:pt x="746438" y="0"/>
                    </a:moveTo>
                    <a:cubicBezTo>
                      <a:pt x="757486" y="0"/>
                      <a:pt x="766442" y="8956"/>
                      <a:pt x="766442" y="20004"/>
                    </a:cubicBezTo>
                    <a:lnTo>
                      <a:pt x="766442" y="189593"/>
                    </a:lnTo>
                    <a:cubicBezTo>
                      <a:pt x="766442" y="200640"/>
                      <a:pt x="757485" y="209597"/>
                      <a:pt x="746438" y="209597"/>
                    </a:cubicBezTo>
                    <a:lnTo>
                      <a:pt x="20004" y="209597"/>
                    </a:lnTo>
                    <a:cubicBezTo>
                      <a:pt x="8956" y="209597"/>
                      <a:pt x="0" y="200641"/>
                      <a:pt x="0" y="189593"/>
                    </a:cubicBezTo>
                    <a:lnTo>
                      <a:pt x="0" y="20003"/>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5" name="" descr="8b7f1ad2-064a-4fbd-add7-f7d31d89a6cf"/>
              <p:cNvSpPr/>
              <p:nvPr/>
            </p:nvSpPr>
            <p:spPr>
              <a:xfrm rot="1367401">
                <a:off x="10386215" y="3915225"/>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4 h 123683"/>
                  <a:gd name="connsiteX4" fmla="*/ 20004 w 137651"/>
                  <a:gd name="connsiteY4" fmla="*/ 123684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4"/>
                      <a:pt x="117648" y="123684"/>
                    </a:cubicBezTo>
                    <a:lnTo>
                      <a:pt x="20004" y="123684"/>
                    </a:lnTo>
                    <a:cubicBezTo>
                      <a:pt x="8956" y="123684"/>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6" name="" descr="ed044d3f-105f-4614-a67f-ba80abe7d4e4"/>
              <p:cNvSpPr/>
              <p:nvPr/>
            </p:nvSpPr>
            <p:spPr>
              <a:xfrm rot="1367401">
                <a:off x="10579433" y="3996557"/>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7" name="" descr="32e83841-1856-44ca-99dc-dc16985a89e7"/>
              <p:cNvSpPr/>
              <p:nvPr/>
            </p:nvSpPr>
            <p:spPr>
              <a:xfrm rot="1367401">
                <a:off x="10772614" y="4077664"/>
                <a:ext cx="137651" cy="123683"/>
              </a:xfrm>
              <a:custGeom>
                <a:gdLst>
                  <a:gd name="connsiteX0" fmla="*/ 117648 w 137651"/>
                  <a:gd name="connsiteY0" fmla="*/ 0 h 123683"/>
                  <a:gd name="connsiteX1" fmla="*/ 137652 w 137651"/>
                  <a:gd name="connsiteY1" fmla="*/ 20003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3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3"/>
                    </a:cubicBezTo>
                    <a:lnTo>
                      <a:pt x="137652" y="103680"/>
                    </a:lnTo>
                    <a:cubicBezTo>
                      <a:pt x="137652" y="114727"/>
                      <a:pt x="128695" y="123683"/>
                      <a:pt x="117648" y="123683"/>
                    </a:cubicBezTo>
                    <a:lnTo>
                      <a:pt x="20004" y="123683"/>
                    </a:lnTo>
                    <a:cubicBezTo>
                      <a:pt x="8956" y="123683"/>
                      <a:pt x="0" y="114727"/>
                      <a:pt x="0" y="103680"/>
                    </a:cubicBezTo>
                    <a:lnTo>
                      <a:pt x="0" y="20003"/>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8" name="" descr="0b0a5ef9-0776-4921-b8c6-2d0250412b4f"/>
              <p:cNvSpPr/>
              <p:nvPr/>
            </p:nvSpPr>
            <p:spPr>
              <a:xfrm rot="1367401">
                <a:off x="10965926" y="4158866"/>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9B65D"/>
              </a:solidFill>
              <a:ln w="6781" cap="flat">
                <a:noFill/>
                <a:prstDash val="solid"/>
                <a:miter/>
              </a:ln>
            </p:spPr>
            <p:txBody>
              <a:bodyPr rtlCol="0" anchor="ctr"/>
              <a:lstStyle/>
              <a:p>
                <a:endParaRPr lang="zh-CN" altLang="en-US"/>
              </a:p>
            </p:txBody>
          </p:sp>
          <p:sp>
            <p:nvSpPr>
              <p:cNvPr id="89" name="" descr="0a30f83c-6447-4ee4-a5eb-38cea6045819"/>
              <p:cNvSpPr/>
              <p:nvPr/>
            </p:nvSpPr>
            <p:spPr>
              <a:xfrm rot="1367401">
                <a:off x="10314563" y="4085711"/>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90" name="" descr="670a8966-fa91-4854-88f3-d5180e78e1da"/>
              <p:cNvSpPr/>
              <p:nvPr/>
            </p:nvSpPr>
            <p:spPr>
              <a:xfrm rot="1367401">
                <a:off x="10507781" y="4167043"/>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4 h 123683"/>
                  <a:gd name="connsiteX4" fmla="*/ 20003 w 137651"/>
                  <a:gd name="connsiteY4" fmla="*/ 123684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4"/>
                      <a:pt x="117648" y="123684"/>
                    </a:cubicBezTo>
                    <a:lnTo>
                      <a:pt x="20003" y="123684"/>
                    </a:lnTo>
                    <a:cubicBezTo>
                      <a:pt x="8955" y="123684"/>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91" name="" descr="ded52166-b387-4569-b6ea-af7c5a82e5b9"/>
              <p:cNvSpPr/>
              <p:nvPr/>
            </p:nvSpPr>
            <p:spPr>
              <a:xfrm rot="1367401">
                <a:off x="10701030" y="4248150"/>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92" name="" descr="2de432a8-5c2e-4f87-a356-4216b9221752"/>
              <p:cNvSpPr/>
              <p:nvPr/>
            </p:nvSpPr>
            <p:spPr>
              <a:xfrm rot="1367401">
                <a:off x="10894206" y="4329352"/>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4 h 123683"/>
                  <a:gd name="connsiteX4" fmla="*/ 20003 w 137651"/>
                  <a:gd name="connsiteY4" fmla="*/ 123684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4"/>
                      <a:pt x="117648" y="123684"/>
                    </a:cubicBezTo>
                    <a:lnTo>
                      <a:pt x="20003" y="123684"/>
                    </a:lnTo>
                    <a:cubicBezTo>
                      <a:pt x="8955" y="123684"/>
                      <a:pt x="0" y="114728"/>
                      <a:pt x="0" y="103680"/>
                    </a:cubicBezTo>
                    <a:lnTo>
                      <a:pt x="0" y="20004"/>
                    </a:lnTo>
                    <a:cubicBezTo>
                      <a:pt x="0" y="8956"/>
                      <a:pt x="8956" y="0"/>
                      <a:pt x="20003" y="0"/>
                    </a:cubicBezTo>
                    <a:close/>
                  </a:path>
                </a:pathLst>
              </a:custGeom>
              <a:solidFill>
                <a:srgbClr val="DF7E9F"/>
              </a:solidFill>
              <a:ln w="6781" cap="flat">
                <a:noFill/>
                <a:prstDash val="solid"/>
                <a:miter/>
              </a:ln>
            </p:spPr>
            <p:txBody>
              <a:bodyPr rtlCol="0" anchor="ctr"/>
              <a:lstStyle/>
              <a:p>
                <a:endParaRPr lang="zh-CN" altLang="en-US"/>
              </a:p>
            </p:txBody>
          </p:sp>
          <p:sp>
            <p:nvSpPr>
              <p:cNvPr id="93" name="" descr="d62587fe-cd6e-4e11-b0f2-83eee2dc2e0e"/>
              <p:cNvSpPr/>
              <p:nvPr/>
            </p:nvSpPr>
            <p:spPr>
              <a:xfrm rot="1367401">
                <a:off x="10242974" y="4256291"/>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4" name="" descr="8e979baa-bcaa-4a7f-8c69-07ff9eb3009c"/>
              <p:cNvSpPr/>
              <p:nvPr/>
            </p:nvSpPr>
            <p:spPr>
              <a:xfrm rot="1367401">
                <a:off x="10436061" y="4337529"/>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5" name="" descr="32fca244-ed2b-41d0-b4fb-5f72733d17e8"/>
              <p:cNvSpPr/>
              <p:nvPr/>
            </p:nvSpPr>
            <p:spPr>
              <a:xfrm rot="1367401">
                <a:off x="10629373" y="4418663"/>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4 h 123683"/>
                  <a:gd name="connsiteX4" fmla="*/ 20004 w 137651"/>
                  <a:gd name="connsiteY4" fmla="*/ 123684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4"/>
                      <a:pt x="117648" y="123684"/>
                    </a:cubicBezTo>
                    <a:lnTo>
                      <a:pt x="20004" y="123684"/>
                    </a:lnTo>
                    <a:cubicBezTo>
                      <a:pt x="8956" y="123684"/>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6" name="" descr="b552e5f9-a02d-4c58-bebd-5b356290b422"/>
              <p:cNvSpPr/>
              <p:nvPr/>
            </p:nvSpPr>
            <p:spPr>
              <a:xfrm rot="1367401">
                <a:off x="10786746" y="4492736"/>
                <a:ext cx="137651" cy="308665"/>
              </a:xfrm>
              <a:custGeom>
                <a:gdLst>
                  <a:gd name="connsiteX0" fmla="*/ 117648 w 137651"/>
                  <a:gd name="connsiteY0" fmla="*/ 0 h 308665"/>
                  <a:gd name="connsiteX1" fmla="*/ 137651 w 137651"/>
                  <a:gd name="connsiteY1" fmla="*/ 20004 h 308665"/>
                  <a:gd name="connsiteX2" fmla="*/ 137651 w 137651"/>
                  <a:gd name="connsiteY2" fmla="*/ 288662 h 308665"/>
                  <a:gd name="connsiteX3" fmla="*/ 117648 w 137651"/>
                  <a:gd name="connsiteY3" fmla="*/ 308665 h 308665"/>
                  <a:gd name="connsiteX4" fmla="*/ 20003 w 137651"/>
                  <a:gd name="connsiteY4" fmla="*/ 308665 h 308665"/>
                  <a:gd name="connsiteX5" fmla="*/ 0 w 137651"/>
                  <a:gd name="connsiteY5" fmla="*/ 288662 h 308665"/>
                  <a:gd name="connsiteX6" fmla="*/ 0 w 137651"/>
                  <a:gd name="connsiteY6" fmla="*/ 20004 h 308665"/>
                  <a:gd name="connsiteX7" fmla="*/ 20003 w 137651"/>
                  <a:gd name="connsiteY7" fmla="*/ 0 h 30866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308665">
                    <a:moveTo>
                      <a:pt x="117648" y="0"/>
                    </a:moveTo>
                    <a:cubicBezTo>
                      <a:pt x="128696" y="0"/>
                      <a:pt x="137651" y="8956"/>
                      <a:pt x="137651" y="20004"/>
                    </a:cubicBezTo>
                    <a:lnTo>
                      <a:pt x="137651" y="288662"/>
                    </a:lnTo>
                    <a:cubicBezTo>
                      <a:pt x="137651" y="299709"/>
                      <a:pt x="128695" y="308665"/>
                      <a:pt x="117648" y="308665"/>
                    </a:cubicBezTo>
                    <a:lnTo>
                      <a:pt x="20003" y="308665"/>
                    </a:lnTo>
                    <a:cubicBezTo>
                      <a:pt x="8955" y="308665"/>
                      <a:pt x="0" y="299710"/>
                      <a:pt x="0" y="288662"/>
                    </a:cubicBezTo>
                    <a:lnTo>
                      <a:pt x="0" y="20004"/>
                    </a:lnTo>
                    <a:cubicBezTo>
                      <a:pt x="0" y="8956"/>
                      <a:pt x="8956" y="0"/>
                      <a:pt x="20003" y="0"/>
                    </a:cubicBezTo>
                    <a:close/>
                  </a:path>
                </a:pathLst>
              </a:custGeom>
              <a:solidFill>
                <a:srgbClr val="F9B65D"/>
              </a:solidFill>
              <a:ln w="6781" cap="flat">
                <a:noFill/>
                <a:prstDash val="solid"/>
                <a:miter/>
              </a:ln>
            </p:spPr>
            <p:txBody>
              <a:bodyPr rtlCol="0" anchor="ctr"/>
              <a:lstStyle/>
              <a:p>
                <a:endParaRPr lang="zh-CN" altLang="en-US"/>
              </a:p>
            </p:txBody>
          </p:sp>
          <p:sp>
            <p:nvSpPr>
              <p:cNvPr id="97" name="" descr="01c76bac-5b32-4ea0-93d4-36d20e08556e"/>
              <p:cNvSpPr/>
              <p:nvPr/>
            </p:nvSpPr>
            <p:spPr>
              <a:xfrm rot="1367401">
                <a:off x="10171322" y="4426845"/>
                <a:ext cx="137651" cy="123683"/>
              </a:xfrm>
              <a:custGeom>
                <a:gdLst>
                  <a:gd name="connsiteX0" fmla="*/ 117648 w 137651"/>
                  <a:gd name="connsiteY0" fmla="*/ 0 h 123683"/>
                  <a:gd name="connsiteX1" fmla="*/ 137651 w 137651"/>
                  <a:gd name="connsiteY1" fmla="*/ 20003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3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3"/>
                    </a:cubicBezTo>
                    <a:lnTo>
                      <a:pt x="137651" y="103680"/>
                    </a:lnTo>
                    <a:cubicBezTo>
                      <a:pt x="137651" y="114727"/>
                      <a:pt x="128695" y="123683"/>
                      <a:pt x="117648" y="123683"/>
                    </a:cubicBezTo>
                    <a:lnTo>
                      <a:pt x="20003" y="123683"/>
                    </a:lnTo>
                    <a:cubicBezTo>
                      <a:pt x="8955" y="123683"/>
                      <a:pt x="0" y="114727"/>
                      <a:pt x="0" y="103680"/>
                    </a:cubicBezTo>
                    <a:lnTo>
                      <a:pt x="0" y="20003"/>
                    </a:lnTo>
                    <a:cubicBezTo>
                      <a:pt x="0" y="8956"/>
                      <a:pt x="8956" y="0"/>
                      <a:pt x="20003" y="0"/>
                    </a:cubicBezTo>
                    <a:close/>
                  </a:path>
                </a:pathLst>
              </a:custGeom>
              <a:solidFill>
                <a:srgbClr val="7162EF"/>
              </a:solidFill>
              <a:ln w="6781" cap="flat">
                <a:noFill/>
                <a:prstDash val="solid"/>
                <a:miter/>
              </a:ln>
            </p:spPr>
            <p:txBody>
              <a:bodyPr rtlCol="0" anchor="ctr"/>
              <a:lstStyle/>
              <a:p>
                <a:endParaRPr lang="zh-CN" altLang="en-US"/>
              </a:p>
            </p:txBody>
          </p:sp>
          <p:sp>
            <p:nvSpPr>
              <p:cNvPr id="98" name="" descr="c611243a-125f-4fa9-96a2-72513f2db139"/>
              <p:cNvSpPr/>
              <p:nvPr/>
            </p:nvSpPr>
            <p:spPr>
              <a:xfrm rot="1367401">
                <a:off x="10364498" y="4508046"/>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99" name="" descr="891662bc-fa9e-46d2-8df9-1bec90da3c95"/>
              <p:cNvSpPr/>
              <p:nvPr/>
            </p:nvSpPr>
            <p:spPr>
              <a:xfrm rot="1367401">
                <a:off x="10557721" y="4589217"/>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7162EF"/>
              </a:solidFill>
              <a:ln w="6781" cap="flat">
                <a:noFill/>
                <a:prstDash val="solid"/>
                <a:miter/>
              </a:ln>
            </p:spPr>
            <p:txBody>
              <a:bodyPr rtlCol="0" anchor="ctr"/>
              <a:lstStyle/>
              <a:p>
                <a:endParaRPr lang="zh-CN" altLang="en-US"/>
              </a:p>
            </p:txBody>
          </p:sp>
        </p:grpSp>
        <p:grpSp>
          <p:nvGrpSpPr>
            <p:cNvPr id="26" name="" descr="a5ddfb79-22b7-4a0f-8c2d-ca373c9757a5"/>
            <p:cNvGrpSpPr/>
            <p:nvPr/>
          </p:nvGrpSpPr>
          <p:grpSpPr>
            <a:xfrm>
              <a:off x="5813037" y="4921108"/>
              <a:ext cx="1138736" cy="1138736"/>
              <a:chOff x="5813037" y="4604729"/>
              <a:chExt cx="1138736" cy="1138736"/>
            </a:xfrm>
          </p:grpSpPr>
          <p:sp>
            <p:nvSpPr>
              <p:cNvPr id="75" name="" descr="e453d80d-78d7-4b13-b0e3-741ef1254c52"/>
              <p:cNvSpPr/>
              <p:nvPr/>
            </p:nvSpPr>
            <p:spPr>
              <a:xfrm rot="-1640400">
                <a:off x="5959890" y="4751581"/>
                <a:ext cx="845031" cy="845031"/>
              </a:xfrm>
              <a:custGeom>
                <a:gdLst>
                  <a:gd name="connsiteX0" fmla="*/ 845032 w 845031"/>
                  <a:gd name="connsiteY0" fmla="*/ 422516 h 845031"/>
                  <a:gd name="connsiteX1" fmla="*/ 422516 w 845031"/>
                  <a:gd name="connsiteY1" fmla="*/ 845032 h 845031"/>
                  <a:gd name="connsiteX2" fmla="*/ 0 w 845031"/>
                  <a:gd name="connsiteY2" fmla="*/ 422516 h 845031"/>
                  <a:gd name="connsiteX3" fmla="*/ 422516 w 845031"/>
                  <a:gd name="connsiteY3" fmla="*/ 0 h 845031"/>
                  <a:gd name="connsiteX4" fmla="*/ 845032 w 845031"/>
                  <a:gd name="connsiteY4" fmla="*/ 422516 h 845031"/>
                </a:gdLst>
                <a:cxnLst>
                  <a:cxn ang="0">
                    <a:pos x="connsiteX0" y="connsiteY0"/>
                  </a:cxn>
                  <a:cxn ang="0">
                    <a:pos x="connsiteX1" y="connsiteY1"/>
                  </a:cxn>
                  <a:cxn ang="0">
                    <a:pos x="connsiteX2" y="connsiteY2"/>
                  </a:cxn>
                  <a:cxn ang="0">
                    <a:pos x="connsiteX3" y="connsiteY3"/>
                  </a:cxn>
                  <a:cxn ang="0">
                    <a:pos x="connsiteX4" y="connsiteY4"/>
                  </a:cxn>
                </a:cxnLst>
                <a:rect l="l" t="t" r="r" b="b"/>
                <a:pathLst>
                  <a:path w="845031" h="845031">
                    <a:moveTo>
                      <a:pt x="845032" y="422516"/>
                    </a:moveTo>
                    <a:cubicBezTo>
                      <a:pt x="845032" y="655865"/>
                      <a:pt x="655865" y="845032"/>
                      <a:pt x="422516" y="845032"/>
                    </a:cubicBezTo>
                    <a:cubicBezTo>
                      <a:pt x="189167" y="845032"/>
                      <a:pt x="0" y="655865"/>
                      <a:pt x="0" y="422516"/>
                    </a:cubicBezTo>
                    <a:cubicBezTo>
                      <a:pt x="0" y="189167"/>
                      <a:pt x="189167" y="0"/>
                      <a:pt x="422516" y="0"/>
                    </a:cubicBezTo>
                    <a:cubicBezTo>
                      <a:pt x="655865" y="0"/>
                      <a:pt x="845032" y="189167"/>
                      <a:pt x="845032" y="422516"/>
                    </a:cubicBezTo>
                    <a:close/>
                  </a:path>
                </a:pathLst>
              </a:custGeom>
              <a:solidFill>
                <a:srgbClr val="F9B65D"/>
              </a:solidFill>
              <a:ln w="6781" cap="flat">
                <a:noFill/>
                <a:prstDash val="solid"/>
                <a:miter/>
              </a:ln>
            </p:spPr>
            <p:txBody>
              <a:bodyPr rtlCol="0" anchor="ctr"/>
              <a:lstStyle/>
              <a:p>
                <a:endParaRPr lang="zh-CN" altLang="en-US"/>
              </a:p>
            </p:txBody>
          </p:sp>
          <p:sp>
            <p:nvSpPr>
              <p:cNvPr id="76" name="" descr="c2f1301b-ddc1-4473-932b-d3e19c7cfe3f"/>
              <p:cNvSpPr/>
              <p:nvPr/>
            </p:nvSpPr>
            <p:spPr>
              <a:xfrm rot="-2700000">
                <a:off x="6017740" y="4809843"/>
                <a:ext cx="729214" cy="729214"/>
              </a:xfrm>
              <a:custGeom>
                <a:gdLst>
                  <a:gd name="connsiteX0" fmla="*/ 729215 w 729214"/>
                  <a:gd name="connsiteY0" fmla="*/ 364607 h 729214"/>
                  <a:gd name="connsiteX1" fmla="*/ 364607 w 729214"/>
                  <a:gd name="connsiteY1" fmla="*/ 729215 h 729214"/>
                  <a:gd name="connsiteX2" fmla="*/ 0 w 729214"/>
                  <a:gd name="connsiteY2" fmla="*/ 364607 h 729214"/>
                  <a:gd name="connsiteX3" fmla="*/ 364607 w 729214"/>
                  <a:gd name="connsiteY3" fmla="*/ 0 h 729214"/>
                  <a:gd name="connsiteX4" fmla="*/ 729215 w 729214"/>
                  <a:gd name="connsiteY4" fmla="*/ 364607 h 729214"/>
                </a:gdLst>
                <a:cxnLst>
                  <a:cxn ang="0">
                    <a:pos x="connsiteX0" y="connsiteY0"/>
                  </a:cxn>
                  <a:cxn ang="0">
                    <a:pos x="connsiteX1" y="connsiteY1"/>
                  </a:cxn>
                  <a:cxn ang="0">
                    <a:pos x="connsiteX2" y="connsiteY2"/>
                  </a:cxn>
                  <a:cxn ang="0">
                    <a:pos x="connsiteX3" y="connsiteY3"/>
                  </a:cxn>
                  <a:cxn ang="0">
                    <a:pos x="connsiteX4" y="connsiteY4"/>
                  </a:cxn>
                </a:cxnLst>
                <a:rect l="l" t="t" r="r" b="b"/>
                <a:pathLst>
                  <a:path w="729214" h="729214">
                    <a:moveTo>
                      <a:pt x="729215" y="364607"/>
                    </a:moveTo>
                    <a:cubicBezTo>
                      <a:pt x="729215" y="565974"/>
                      <a:pt x="565974" y="729215"/>
                      <a:pt x="364607" y="729215"/>
                    </a:cubicBezTo>
                    <a:cubicBezTo>
                      <a:pt x="163240" y="729215"/>
                      <a:pt x="0" y="565974"/>
                      <a:pt x="0" y="364607"/>
                    </a:cubicBezTo>
                    <a:cubicBezTo>
                      <a:pt x="0" y="163240"/>
                      <a:pt x="163240" y="0"/>
                      <a:pt x="364607" y="0"/>
                    </a:cubicBezTo>
                    <a:cubicBezTo>
                      <a:pt x="565974" y="0"/>
                      <a:pt x="729215" y="163240"/>
                      <a:pt x="729215" y="364607"/>
                    </a:cubicBezTo>
                    <a:close/>
                  </a:path>
                </a:pathLst>
              </a:custGeom>
              <a:noFill/>
              <a:ln w="13562" cap="flat">
                <a:solidFill>
                  <a:srgbClr val="3D436C"/>
                </a:solidFill>
                <a:prstDash val="solid"/>
                <a:miter/>
              </a:ln>
            </p:spPr>
            <p:txBody>
              <a:bodyPr rtlCol="0" anchor="ctr"/>
              <a:lstStyle/>
              <a:p>
                <a:endParaRPr lang="zh-CN" altLang="en-US"/>
              </a:p>
            </p:txBody>
          </p:sp>
          <p:grpSp>
            <p:nvGrpSpPr>
              <p:cNvPr id="77" name="" descr="fe6f3db6-7a6b-4dea-84b6-1cef1179c27d"/>
              <p:cNvGrpSpPr/>
              <p:nvPr/>
            </p:nvGrpSpPr>
            <p:grpSpPr>
              <a:xfrm>
                <a:off x="6276447" y="5005619"/>
                <a:ext cx="211409" cy="334974"/>
                <a:chOff x="6276447" y="5005619"/>
                <a:chExt cx="211409" cy="334974"/>
              </a:xfrm>
              <a:noFill/>
            </p:grpSpPr>
            <p:sp>
              <p:nvSpPr>
                <p:cNvPr id="79" name="" descr="c0fa9417-05d5-4b45-86d4-d403640d3552"/>
                <p:cNvSpPr/>
                <p:nvPr/>
              </p:nvSpPr>
              <p:spPr>
                <a:xfrm>
                  <a:off x="6276447" y="5047525"/>
                  <a:ext cx="211409" cy="253197"/>
                </a:xfrm>
                <a:custGeom>
                  <a:gdLst>
                    <a:gd name="connsiteX0" fmla="*/ 140491 w 211409"/>
                    <a:gd name="connsiteY0" fmla="*/ 0 h 253197"/>
                    <a:gd name="connsiteX1" fmla="*/ 38710 w 211409"/>
                    <a:gd name="connsiteY1" fmla="*/ 35600 h 253197"/>
                    <a:gd name="connsiteX2" fmla="*/ 5551 w 211409"/>
                    <a:gd name="connsiteY2" fmla="*/ 114800 h 253197"/>
                    <a:gd name="connsiteX3" fmla="*/ 7586 w 211409"/>
                    <a:gd name="connsiteY3" fmla="*/ 119140 h 253197"/>
                    <a:gd name="connsiteX4" fmla="*/ 62239 w 211409"/>
                    <a:gd name="connsiteY4" fmla="*/ 141924 h 253197"/>
                    <a:gd name="connsiteX5" fmla="*/ 149170 w 211409"/>
                    <a:gd name="connsiteY5" fmla="*/ 111274 h 253197"/>
                    <a:gd name="connsiteX6" fmla="*/ 203824 w 211409"/>
                    <a:gd name="connsiteY6" fmla="*/ 134058 h 253197"/>
                    <a:gd name="connsiteX7" fmla="*/ 205858 w 211409"/>
                    <a:gd name="connsiteY7" fmla="*/ 138397 h 253197"/>
                    <a:gd name="connsiteX8" fmla="*/ 172700 w 211409"/>
                    <a:gd name="connsiteY8" fmla="*/ 217598 h 253197"/>
                    <a:gd name="connsiteX9" fmla="*/ 70919 w 211409"/>
                    <a:gd name="connsiteY9" fmla="*/ 253198 h 25319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09" h="253197">
                      <a:moveTo>
                        <a:pt x="140491" y="0"/>
                      </a:moveTo>
                      <a:lnTo>
                        <a:pt x="38710" y="35600"/>
                      </a:lnTo>
                      <a:cubicBezTo>
                        <a:pt x="6365" y="46923"/>
                        <a:pt x="-9095" y="83811"/>
                        <a:pt x="5551" y="114800"/>
                      </a:cubicBezTo>
                      <a:lnTo>
                        <a:pt x="7586" y="119140"/>
                      </a:lnTo>
                      <a:cubicBezTo>
                        <a:pt x="17282" y="139618"/>
                        <a:pt x="40880" y="149450"/>
                        <a:pt x="62239" y="141924"/>
                      </a:cubicBezTo>
                      <a:lnTo>
                        <a:pt x="149170" y="111274"/>
                      </a:lnTo>
                      <a:cubicBezTo>
                        <a:pt x="170530" y="103747"/>
                        <a:pt x="194127" y="113580"/>
                        <a:pt x="203824" y="134058"/>
                      </a:cubicBezTo>
                      <a:lnTo>
                        <a:pt x="205858" y="138397"/>
                      </a:lnTo>
                      <a:cubicBezTo>
                        <a:pt x="220505" y="169386"/>
                        <a:pt x="205044" y="206274"/>
                        <a:pt x="172700" y="217598"/>
                      </a:cubicBezTo>
                      <a:lnTo>
                        <a:pt x="70919" y="253198"/>
                      </a:lnTo>
                    </a:path>
                  </a:pathLst>
                </a:custGeom>
                <a:noFill/>
                <a:ln w="13562" cap="flat">
                  <a:solidFill>
                    <a:srgbClr val="3D436C"/>
                  </a:solidFill>
                  <a:prstDash val="solid"/>
                  <a:miter/>
                </a:ln>
              </p:spPr>
              <p:txBody>
                <a:bodyPr rtlCol="0" anchor="ctr"/>
                <a:lstStyle/>
                <a:p>
                  <a:endParaRPr lang="zh-CN" altLang="en-US"/>
                </a:p>
              </p:txBody>
            </p:sp>
            <p:sp>
              <p:nvSpPr>
                <p:cNvPr id="80" name="" descr="d96a8083-ec2c-4450-990b-db6dbb377945"/>
                <p:cNvSpPr/>
                <p:nvPr/>
              </p:nvSpPr>
              <p:spPr>
                <a:xfrm>
                  <a:off x="6302613" y="5005619"/>
                  <a:ext cx="33158" cy="70249"/>
                </a:xfrm>
                <a:custGeom>
                  <a:gdLst>
                    <a:gd name="connsiteX0" fmla="*/ 0 w 33158"/>
                    <a:gd name="connsiteY0" fmla="*/ 0 h 70249"/>
                    <a:gd name="connsiteX1" fmla="*/ 33158 w 33158"/>
                    <a:gd name="connsiteY1" fmla="*/ 70250 h 70249"/>
                  </a:gdLst>
                  <a:cxnLst>
                    <a:cxn ang="0">
                      <a:pos x="connsiteX0" y="connsiteY0"/>
                    </a:cxn>
                    <a:cxn ang="0">
                      <a:pos x="connsiteX1" y="connsiteY1"/>
                    </a:cxn>
                  </a:cxnLst>
                  <a:rect l="l" t="t" r="r" b="b"/>
                  <a:pathLst>
                    <a:path w="33158" h="70249">
                      <a:moveTo>
                        <a:pt x="0" y="0"/>
                      </a:moveTo>
                      <a:lnTo>
                        <a:pt x="33158" y="70250"/>
                      </a:lnTo>
                    </a:path>
                  </a:pathLst>
                </a:custGeom>
                <a:ln w="13562" cap="flat">
                  <a:solidFill>
                    <a:srgbClr val="3D436C"/>
                  </a:solidFill>
                  <a:prstDash val="solid"/>
                  <a:miter/>
                </a:ln>
              </p:spPr>
              <p:txBody>
                <a:bodyPr rtlCol="0" anchor="ctr"/>
                <a:lstStyle/>
                <a:p>
                  <a:endParaRPr lang="zh-CN" altLang="en-US"/>
                </a:p>
              </p:txBody>
            </p:sp>
            <p:sp>
              <p:nvSpPr>
                <p:cNvPr id="81" name="" descr="1b24e48e-4000-4f4d-9c47-5cf4d9928c76"/>
                <p:cNvSpPr/>
                <p:nvPr/>
              </p:nvSpPr>
              <p:spPr>
                <a:xfrm>
                  <a:off x="6427584" y="5270344"/>
                  <a:ext cx="33158" cy="70249"/>
                </a:xfrm>
                <a:custGeom>
                  <a:gdLst>
                    <a:gd name="connsiteX0" fmla="*/ 0 w 33158"/>
                    <a:gd name="connsiteY0" fmla="*/ 0 h 70249"/>
                    <a:gd name="connsiteX1" fmla="*/ 33158 w 33158"/>
                    <a:gd name="connsiteY1" fmla="*/ 70250 h 70249"/>
                  </a:gdLst>
                  <a:cxnLst>
                    <a:cxn ang="0">
                      <a:pos x="connsiteX0" y="connsiteY0"/>
                    </a:cxn>
                    <a:cxn ang="0">
                      <a:pos x="connsiteX1" y="connsiteY1"/>
                    </a:cxn>
                  </a:cxnLst>
                  <a:rect l="l" t="t" r="r" b="b"/>
                  <a:pathLst>
                    <a:path w="33158" h="70249">
                      <a:moveTo>
                        <a:pt x="0" y="0"/>
                      </a:moveTo>
                      <a:lnTo>
                        <a:pt x="33158" y="70250"/>
                      </a:lnTo>
                    </a:path>
                  </a:pathLst>
                </a:custGeom>
                <a:ln w="13562" cap="flat">
                  <a:solidFill>
                    <a:srgbClr val="3D436C"/>
                  </a:solidFill>
                  <a:prstDash val="solid"/>
                  <a:miter/>
                </a:ln>
              </p:spPr>
              <p:txBody>
                <a:bodyPr rtlCol="0" anchor="ctr"/>
                <a:lstStyle/>
                <a:p>
                  <a:endParaRPr lang="zh-CN" altLang="en-US"/>
                </a:p>
              </p:txBody>
            </p:sp>
          </p:grpSp>
          <p:sp>
            <p:nvSpPr>
              <p:cNvPr id="78" name="" descr="a63e9f7a-8aef-4d87-a853-a5a45b8fd97a"/>
              <p:cNvSpPr/>
              <p:nvPr/>
            </p:nvSpPr>
            <p:spPr>
              <a:xfrm rot="-4236001">
                <a:off x="6127763" y="4920001"/>
                <a:ext cx="509785" cy="509785"/>
              </a:xfrm>
              <a:custGeom>
                <a:gdLst>
                  <a:gd name="connsiteX0" fmla="*/ 509786 w 509785"/>
                  <a:gd name="connsiteY0" fmla="*/ 254893 h 509785"/>
                  <a:gd name="connsiteX1" fmla="*/ 254893 w 509785"/>
                  <a:gd name="connsiteY1" fmla="*/ 509786 h 509785"/>
                  <a:gd name="connsiteX2" fmla="*/ 0 w 509785"/>
                  <a:gd name="connsiteY2" fmla="*/ 254893 h 509785"/>
                  <a:gd name="connsiteX3" fmla="*/ 254893 w 509785"/>
                  <a:gd name="connsiteY3" fmla="*/ 0 h 509785"/>
                  <a:gd name="connsiteX4" fmla="*/ 509786 w 509785"/>
                  <a:gd name="connsiteY4" fmla="*/ 254893 h 5097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09785" h="509785">
                    <a:moveTo>
                      <a:pt x="509786" y="254893"/>
                    </a:moveTo>
                    <a:cubicBezTo>
                      <a:pt x="509786" y="395666"/>
                      <a:pt x="395667" y="509786"/>
                      <a:pt x="254893" y="509786"/>
                    </a:cubicBezTo>
                    <a:cubicBezTo>
                      <a:pt x="114119" y="509786"/>
                      <a:pt x="0" y="395667"/>
                      <a:pt x="0" y="254893"/>
                    </a:cubicBezTo>
                    <a:cubicBezTo>
                      <a:pt x="0" y="114119"/>
                      <a:pt x="114119" y="0"/>
                      <a:pt x="254893" y="0"/>
                    </a:cubicBezTo>
                    <a:cubicBezTo>
                      <a:pt x="395666" y="0"/>
                      <a:pt x="509786" y="114119"/>
                      <a:pt x="509786" y="254893"/>
                    </a:cubicBezTo>
                    <a:close/>
                  </a:path>
                </a:pathLst>
              </a:custGeom>
              <a:noFill/>
              <a:ln w="13562" cap="flat">
                <a:solidFill>
                  <a:srgbClr val="FFFFFF"/>
                </a:solidFill>
                <a:prstDash val="solid"/>
                <a:miter/>
              </a:ln>
            </p:spPr>
            <p:txBody>
              <a:bodyPr rtlCol="0" anchor="ctr"/>
              <a:lstStyle/>
              <a:p>
                <a:endParaRPr lang="zh-CN" altLang="en-US"/>
              </a:p>
            </p:txBody>
          </p:sp>
        </p:grpSp>
        <p:grpSp>
          <p:nvGrpSpPr>
            <p:cNvPr id="27" name="" descr="9bcbaff6-62c4-4a40-b6c3-85cb7201b1d6"/>
            <p:cNvGrpSpPr/>
            <p:nvPr/>
          </p:nvGrpSpPr>
          <p:grpSpPr>
            <a:xfrm>
              <a:off x="9612347" y="4880497"/>
              <a:ext cx="863530" cy="514243"/>
              <a:chOff x="9612347" y="4564118"/>
              <a:chExt cx="863530" cy="514243"/>
            </a:xfrm>
            <a:solidFill>
              <a:srgbClr val="F9B65D"/>
            </a:solidFill>
          </p:grpSpPr>
          <p:sp>
            <p:nvSpPr>
              <p:cNvPr id="66" name="" descr="5871394b-31cd-4613-99d7-d0fac3c7e78e"/>
              <p:cNvSpPr/>
              <p:nvPr/>
            </p:nvSpPr>
            <p:spPr>
              <a:xfrm rot="-1636799">
                <a:off x="9585556" y="4768418"/>
                <a:ext cx="917111" cy="105645"/>
              </a:xfrm>
              <a:custGeom>
                <a:gdLst>
                  <a:gd name="connsiteX0" fmla="*/ 0 w 917111"/>
                  <a:gd name="connsiteY0" fmla="*/ 0 h 105645"/>
                  <a:gd name="connsiteX1" fmla="*/ 917112 w 917111"/>
                  <a:gd name="connsiteY1" fmla="*/ 0 h 105645"/>
                  <a:gd name="connsiteX2" fmla="*/ 917112 w 917111"/>
                  <a:gd name="connsiteY2" fmla="*/ 105646 h 105645"/>
                  <a:gd name="connsiteX3" fmla="*/ 0 w 917111"/>
                  <a:gd name="connsiteY3" fmla="*/ 105646 h 105645"/>
                </a:gdLst>
                <a:cxnLst>
                  <a:cxn ang="0">
                    <a:pos x="connsiteX0" y="connsiteY0"/>
                  </a:cxn>
                  <a:cxn ang="0">
                    <a:pos x="connsiteX1" y="connsiteY1"/>
                  </a:cxn>
                  <a:cxn ang="0">
                    <a:pos x="connsiteX2" y="connsiteY2"/>
                  </a:cxn>
                  <a:cxn ang="0">
                    <a:pos x="connsiteX3" y="connsiteY3"/>
                  </a:cxn>
                </a:cxnLst>
                <a:rect l="l" t="t" r="r" b="b"/>
                <a:pathLst>
                  <a:path w="917111" h="105645">
                    <a:moveTo>
                      <a:pt x="0" y="0"/>
                    </a:moveTo>
                    <a:lnTo>
                      <a:pt x="917112" y="0"/>
                    </a:lnTo>
                    <a:lnTo>
                      <a:pt x="917112" y="105646"/>
                    </a:lnTo>
                    <a:lnTo>
                      <a:pt x="0" y="105646"/>
                    </a:lnTo>
                    <a:close/>
                  </a:path>
                </a:pathLst>
              </a:custGeom>
              <a:solidFill>
                <a:srgbClr val="F9B65D"/>
              </a:solidFill>
              <a:ln w="6781" cap="flat">
                <a:noFill/>
                <a:prstDash val="solid"/>
                <a:miter/>
              </a:ln>
            </p:spPr>
            <p:txBody>
              <a:bodyPr rtlCol="0" anchor="ctr"/>
              <a:lstStyle/>
              <a:p>
                <a:endParaRPr lang="zh-CN" altLang="en-US"/>
              </a:p>
            </p:txBody>
          </p:sp>
          <p:grpSp>
            <p:nvGrpSpPr>
              <p:cNvPr id="67" name="" descr="75409498-5d1d-449e-b620-654f991d5943"/>
              <p:cNvGrpSpPr/>
              <p:nvPr/>
            </p:nvGrpSpPr>
            <p:grpSpPr>
              <a:xfrm>
                <a:off x="9713321" y="4636875"/>
                <a:ext cx="676188" cy="396680"/>
                <a:chOff x="9713321" y="4636875"/>
                <a:chExt cx="676188" cy="396680"/>
              </a:xfrm>
            </p:grpSpPr>
            <p:sp>
              <p:nvSpPr>
                <p:cNvPr id="69" name="" descr="3410d8f8-6f53-4a5e-ad75-47628a870b17"/>
                <p:cNvSpPr/>
                <p:nvPr/>
              </p:nvSpPr>
              <p:spPr>
                <a:xfrm>
                  <a:off x="9713321" y="4968256"/>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70" name="" descr="faf2ed49-627d-4508-a59b-f99aab07c69b"/>
                <p:cNvSpPr/>
                <p:nvPr/>
              </p:nvSpPr>
              <p:spPr>
                <a:xfrm>
                  <a:off x="9841819" y="4902007"/>
                  <a:ext cx="33700" cy="65231"/>
                </a:xfrm>
                <a:custGeom>
                  <a:gdLst>
                    <a:gd name="connsiteX0" fmla="*/ 0 w 33700"/>
                    <a:gd name="connsiteY0" fmla="*/ 0 h 65231"/>
                    <a:gd name="connsiteX1" fmla="*/ 33701 w 33700"/>
                    <a:gd name="connsiteY1" fmla="*/ 65232 h 65231"/>
                  </a:gdLst>
                  <a:cxnLst>
                    <a:cxn ang="0">
                      <a:pos x="connsiteX0" y="connsiteY0"/>
                    </a:cxn>
                    <a:cxn ang="0">
                      <a:pos x="connsiteX1" y="connsiteY1"/>
                    </a:cxn>
                  </a:cxnLst>
                  <a:rect l="l" t="t" r="r" b="b"/>
                  <a:pathLst>
                    <a:path w="33700" h="65231">
                      <a:moveTo>
                        <a:pt x="0" y="0"/>
                      </a:moveTo>
                      <a:lnTo>
                        <a:pt x="33701" y="65232"/>
                      </a:lnTo>
                    </a:path>
                  </a:pathLst>
                </a:custGeom>
                <a:ln w="13562" cap="flat">
                  <a:solidFill>
                    <a:srgbClr val="3D436C"/>
                  </a:solidFill>
                  <a:prstDash val="solid"/>
                  <a:miter/>
                </a:ln>
              </p:spPr>
              <p:txBody>
                <a:bodyPr rtlCol="0" anchor="ctr"/>
                <a:lstStyle/>
                <a:p>
                  <a:endParaRPr lang="zh-CN" altLang="en-US"/>
                </a:p>
              </p:txBody>
            </p:sp>
            <p:sp>
              <p:nvSpPr>
                <p:cNvPr id="71" name="" descr="cb90a0f1-7aa8-4988-b982-fc1f5fbb4f08"/>
                <p:cNvSpPr/>
                <p:nvPr/>
              </p:nvSpPr>
              <p:spPr>
                <a:xfrm>
                  <a:off x="9970316" y="4835690"/>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72" name="" descr="e4cb487f-5109-442f-8f68-8348d613350b"/>
                <p:cNvSpPr/>
                <p:nvPr/>
              </p:nvSpPr>
              <p:spPr>
                <a:xfrm>
                  <a:off x="10098813" y="4769441"/>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73" name="" descr="ffa950bd-af75-4df5-ab05-f329369021af"/>
                <p:cNvSpPr/>
                <p:nvPr/>
              </p:nvSpPr>
              <p:spPr>
                <a:xfrm>
                  <a:off x="10227311" y="4703192"/>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74" name="" descr="b27cf177-f7f1-4613-8732-4d3c7c1e1b96"/>
                <p:cNvSpPr/>
                <p:nvPr/>
              </p:nvSpPr>
              <p:spPr>
                <a:xfrm>
                  <a:off x="10355808" y="4636875"/>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grpSp>
          <p:sp>
            <p:nvSpPr>
              <p:cNvPr id="68" name="" descr="bc715c12-c631-4252-9732-4973cc5de108"/>
              <p:cNvSpPr/>
              <p:nvPr/>
            </p:nvSpPr>
            <p:spPr>
              <a:xfrm>
                <a:off x="9627069" y="4592393"/>
                <a:ext cx="815060" cy="420345"/>
              </a:xfrm>
              <a:custGeom>
                <a:gdLst>
                  <a:gd name="connsiteX0" fmla="*/ 0 w 815060"/>
                  <a:gd name="connsiteY0" fmla="*/ 420346 h 420345"/>
                  <a:gd name="connsiteX1" fmla="*/ 815060 w 815060"/>
                  <a:gd name="connsiteY1" fmla="*/ 0 h 420345"/>
                </a:gdLst>
                <a:cxnLst>
                  <a:cxn ang="0">
                    <a:pos x="connsiteX0" y="connsiteY0"/>
                  </a:cxn>
                  <a:cxn ang="0">
                    <a:pos x="connsiteX1" y="connsiteY1"/>
                  </a:cxn>
                </a:cxnLst>
                <a:rect l="l" t="t" r="r" b="b"/>
                <a:pathLst>
                  <a:path w="815060" h="420345">
                    <a:moveTo>
                      <a:pt x="0" y="420346"/>
                    </a:moveTo>
                    <a:lnTo>
                      <a:pt x="815060" y="0"/>
                    </a:lnTo>
                  </a:path>
                </a:pathLst>
              </a:custGeom>
              <a:ln w="13562" cap="flat">
                <a:solidFill>
                  <a:srgbClr val="3D436C"/>
                </a:solidFill>
                <a:prstDash val="solid"/>
                <a:miter/>
              </a:ln>
            </p:spPr>
            <p:txBody>
              <a:bodyPr rtlCol="0" anchor="ctr"/>
              <a:lstStyle/>
              <a:p>
                <a:endParaRPr lang="zh-CN" altLang="en-US"/>
              </a:p>
            </p:txBody>
          </p:sp>
        </p:grpSp>
        <p:grpSp>
          <p:nvGrpSpPr>
            <p:cNvPr id="28" name="" descr="70eb4374-e7f5-4cc8-b6b7-e4969829cd1a"/>
            <p:cNvGrpSpPr/>
            <p:nvPr/>
          </p:nvGrpSpPr>
          <p:grpSpPr>
            <a:xfrm>
              <a:off x="8499450" y="1340117"/>
              <a:ext cx="1557399" cy="1531566"/>
              <a:chOff x="8499450" y="1023738"/>
              <a:chExt cx="1557399" cy="1531566"/>
            </a:xfrm>
          </p:grpSpPr>
          <p:grpSp>
            <p:nvGrpSpPr>
              <p:cNvPr id="33" name="" descr="6f770bf9-b4e1-482d-a5e2-f4ab42055f79"/>
              <p:cNvGrpSpPr/>
              <p:nvPr/>
            </p:nvGrpSpPr>
            <p:grpSpPr>
              <a:xfrm>
                <a:off x="8499450" y="1700740"/>
                <a:ext cx="1225814" cy="854564"/>
                <a:chOff x="8499450" y="1700740"/>
                <a:chExt cx="1225814" cy="854564"/>
              </a:xfrm>
            </p:grpSpPr>
            <p:sp>
              <p:nvSpPr>
                <p:cNvPr id="64" name="" descr="57ec95fd-3b2d-41cd-94e8-3a6930abc812"/>
                <p:cNvSpPr/>
                <p:nvPr/>
              </p:nvSpPr>
              <p:spPr>
                <a:xfrm>
                  <a:off x="8499450" y="1700740"/>
                  <a:ext cx="1109920" cy="854564"/>
                </a:xfrm>
                <a:custGeom>
                  <a:gdLst>
                    <a:gd name="connsiteX0" fmla="*/ 980881 w 1109920"/>
                    <a:gd name="connsiteY0" fmla="*/ 14870 h 854564"/>
                    <a:gd name="connsiteX1" fmla="*/ 264143 w 1109920"/>
                    <a:gd name="connsiteY1" fmla="*/ 20 h 854564"/>
                    <a:gd name="connsiteX2" fmla="*/ 167109 w 1109920"/>
                    <a:gd name="connsiteY2" fmla="*/ 85594 h 854564"/>
                    <a:gd name="connsiteX3" fmla="*/ 159446 w 1109920"/>
                    <a:gd name="connsiteY3" fmla="*/ 155912 h 854564"/>
                    <a:gd name="connsiteX4" fmla="*/ 102216 w 1109920"/>
                    <a:gd name="connsiteY4" fmla="*/ 681768 h 854564"/>
                    <a:gd name="connsiteX5" fmla="*/ 99097 w 1109920"/>
                    <a:gd name="connsiteY5" fmla="*/ 710587 h 854564"/>
                    <a:gd name="connsiteX6" fmla="*/ 7216 w 1109920"/>
                    <a:gd name="connsiteY6" fmla="*/ 811215 h 854564"/>
                    <a:gd name="connsiteX7" fmla="*/ 14269 w 1109920"/>
                    <a:gd name="connsiteY7" fmla="*/ 838203 h 854564"/>
                    <a:gd name="connsiteX8" fmla="*/ 84993 w 1109920"/>
                    <a:gd name="connsiteY8" fmla="*/ 839695 h 854564"/>
                    <a:gd name="connsiteX9" fmla="*/ 802341 w 1109920"/>
                    <a:gd name="connsiteY9" fmla="*/ 854545 h 854564"/>
                    <a:gd name="connsiteX10" fmla="*/ 899375 w 1109920"/>
                    <a:gd name="connsiteY10" fmla="*/ 768835 h 854564"/>
                    <a:gd name="connsiteX11" fmla="*/ 906969 w 1109920"/>
                    <a:gd name="connsiteY11" fmla="*/ 698449 h 854564"/>
                    <a:gd name="connsiteX12" fmla="*/ 963793 w 1109920"/>
                    <a:gd name="connsiteY12" fmla="*/ 172593 h 854564"/>
                    <a:gd name="connsiteX13" fmla="*/ 966913 w 1109920"/>
                    <a:gd name="connsiteY13" fmla="*/ 143774 h 854564"/>
                    <a:gd name="connsiteX14" fmla="*/ 1109921 w 1109920"/>
                    <a:gd name="connsiteY14" fmla="*/ 17514 h 854564"/>
                    <a:gd name="connsiteX15" fmla="*/ 980881 w 1109920"/>
                    <a:gd name="connsiteY15" fmla="*/ 14870 h 854564"/>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9920" h="854564">
                      <a:moveTo>
                        <a:pt x="980881" y="14870"/>
                      </a:moveTo>
                      <a:lnTo>
                        <a:pt x="264143" y="20"/>
                      </a:lnTo>
                      <a:cubicBezTo>
                        <a:pt x="215796" y="-997"/>
                        <a:pt x="172398" y="37315"/>
                        <a:pt x="167109" y="85594"/>
                      </a:cubicBezTo>
                      <a:lnTo>
                        <a:pt x="159446" y="155912"/>
                      </a:lnTo>
                      <a:lnTo>
                        <a:pt x="102216" y="681768"/>
                      </a:lnTo>
                      <a:lnTo>
                        <a:pt x="99097" y="710587"/>
                      </a:lnTo>
                      <a:cubicBezTo>
                        <a:pt x="94554" y="752221"/>
                        <a:pt x="46478" y="788364"/>
                        <a:pt x="7216" y="811215"/>
                      </a:cubicBezTo>
                      <a:cubicBezTo>
                        <a:pt x="-5464" y="818606"/>
                        <a:pt x="-378" y="837932"/>
                        <a:pt x="14269" y="838203"/>
                      </a:cubicBezTo>
                      <a:lnTo>
                        <a:pt x="84993" y="839695"/>
                      </a:lnTo>
                      <a:lnTo>
                        <a:pt x="802341" y="854545"/>
                      </a:lnTo>
                      <a:cubicBezTo>
                        <a:pt x="850688" y="855562"/>
                        <a:pt x="894154" y="817182"/>
                        <a:pt x="899375" y="768835"/>
                      </a:cubicBezTo>
                      <a:lnTo>
                        <a:pt x="906969" y="698449"/>
                      </a:lnTo>
                      <a:lnTo>
                        <a:pt x="963793" y="172593"/>
                      </a:lnTo>
                      <a:lnTo>
                        <a:pt x="966913" y="143774"/>
                      </a:lnTo>
                      <a:cubicBezTo>
                        <a:pt x="974575" y="72575"/>
                        <a:pt x="1038654" y="16023"/>
                        <a:pt x="1109921" y="17514"/>
                      </a:cubicBezTo>
                      <a:lnTo>
                        <a:pt x="980881" y="14870"/>
                      </a:lnTo>
                      <a:close/>
                    </a:path>
                  </a:pathLst>
                </a:custGeom>
                <a:solidFill>
                  <a:srgbClr val="FFFFFF"/>
                </a:solidFill>
                <a:ln w="6781" cap="flat">
                  <a:noFill/>
                  <a:prstDash val="solid"/>
                  <a:miter/>
                </a:ln>
              </p:spPr>
              <p:txBody>
                <a:bodyPr rtlCol="0" anchor="ctr"/>
                <a:lstStyle/>
                <a:p>
                  <a:endParaRPr lang="zh-CN" altLang="en-US"/>
                </a:p>
              </p:txBody>
            </p:sp>
            <p:sp>
              <p:nvSpPr>
                <p:cNvPr id="65" name="" descr="1408d91a-618d-430b-930f-137d83130c95"/>
                <p:cNvSpPr/>
                <p:nvPr/>
              </p:nvSpPr>
              <p:spPr>
                <a:xfrm>
                  <a:off x="9455445" y="1718187"/>
                  <a:ext cx="269819" cy="230368"/>
                </a:xfrm>
                <a:custGeom>
                  <a:gdLst>
                    <a:gd name="connsiteX0" fmla="*/ 153925 w 269819"/>
                    <a:gd name="connsiteY0" fmla="*/ 68 h 230368"/>
                    <a:gd name="connsiteX1" fmla="*/ 153925 w 269819"/>
                    <a:gd name="connsiteY1" fmla="*/ 68 h 230368"/>
                    <a:gd name="connsiteX2" fmla="*/ 10917 w 269819"/>
                    <a:gd name="connsiteY2" fmla="*/ 126328 h 230368"/>
                    <a:gd name="connsiteX3" fmla="*/ 0 w 269819"/>
                    <a:gd name="connsiteY3" fmla="*/ 227091 h 230368"/>
                    <a:gd name="connsiteX4" fmla="*/ 157316 w 269819"/>
                    <a:gd name="connsiteY4" fmla="*/ 230346 h 230368"/>
                    <a:gd name="connsiteX5" fmla="*/ 269064 w 269819"/>
                    <a:gd name="connsiteY5" fmla="*/ 131617 h 230368"/>
                    <a:gd name="connsiteX6" fmla="*/ 269064 w 269819"/>
                    <a:gd name="connsiteY6" fmla="*/ 131617 h 230368"/>
                    <a:gd name="connsiteX7" fmla="*/ 153925 w 269819"/>
                    <a:gd name="connsiteY7" fmla="*/ 0 h 23036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819" h="230368">
                      <a:moveTo>
                        <a:pt x="153925" y="68"/>
                      </a:moveTo>
                      <a:lnTo>
                        <a:pt x="153925" y="68"/>
                      </a:lnTo>
                      <a:cubicBezTo>
                        <a:pt x="82658" y="-1424"/>
                        <a:pt x="18647" y="55128"/>
                        <a:pt x="10917" y="126328"/>
                      </a:cubicBezTo>
                      <a:lnTo>
                        <a:pt x="0" y="227091"/>
                      </a:lnTo>
                      <a:lnTo>
                        <a:pt x="157316" y="230346"/>
                      </a:lnTo>
                      <a:cubicBezTo>
                        <a:pt x="213054" y="231499"/>
                        <a:pt x="263029" y="187288"/>
                        <a:pt x="269064" y="131617"/>
                      </a:cubicBezTo>
                      <a:lnTo>
                        <a:pt x="269064" y="131617"/>
                      </a:lnTo>
                      <a:cubicBezTo>
                        <a:pt x="276727" y="60418"/>
                        <a:pt x="225192" y="1492"/>
                        <a:pt x="153925" y="0"/>
                      </a:cubicBezTo>
                      <a:close/>
                    </a:path>
                  </a:pathLst>
                </a:custGeom>
                <a:solidFill>
                  <a:srgbClr val="938FF9"/>
                </a:solidFill>
                <a:ln w="6781" cap="flat">
                  <a:noFill/>
                  <a:prstDash val="solid"/>
                  <a:miter/>
                </a:ln>
              </p:spPr>
              <p:txBody>
                <a:bodyPr rtlCol="0" anchor="ctr"/>
                <a:lstStyle/>
                <a:p>
                  <a:endParaRPr lang="zh-CN" altLang="en-US"/>
                </a:p>
              </p:txBody>
            </p:sp>
          </p:grpSp>
          <p:grpSp>
            <p:nvGrpSpPr>
              <p:cNvPr id="34" name="" descr="b1569bde-5424-455e-8241-c95b5cffa7ea"/>
              <p:cNvGrpSpPr/>
              <p:nvPr/>
            </p:nvGrpSpPr>
            <p:grpSpPr>
              <a:xfrm>
                <a:off x="8934267" y="1023738"/>
                <a:ext cx="1122582" cy="826200"/>
                <a:chOff x="8934267" y="1023738"/>
                <a:chExt cx="1122582" cy="826200"/>
              </a:xfrm>
            </p:grpSpPr>
            <p:sp>
              <p:nvSpPr>
                <p:cNvPr id="62" name="" descr="44bff203-4c37-4f6f-b336-b62c8486ce3f"/>
                <p:cNvSpPr/>
                <p:nvPr/>
              </p:nvSpPr>
              <p:spPr>
                <a:xfrm>
                  <a:off x="8934267" y="1023738"/>
                  <a:ext cx="1006688" cy="826200"/>
                </a:xfrm>
                <a:custGeom>
                  <a:gdLst>
                    <a:gd name="connsiteX0" fmla="*/ 877716 w 1006688"/>
                    <a:gd name="connsiteY0" fmla="*/ 14870 h 826200"/>
                    <a:gd name="connsiteX1" fmla="*/ 161521 w 1006688"/>
                    <a:gd name="connsiteY1" fmla="*/ 20 h 826200"/>
                    <a:gd name="connsiteX2" fmla="*/ 64622 w 1006688"/>
                    <a:gd name="connsiteY2" fmla="*/ 85527 h 826200"/>
                    <a:gd name="connsiteX3" fmla="*/ 0 w 1006688"/>
                    <a:gd name="connsiteY3" fmla="*/ 680819 h 826200"/>
                    <a:gd name="connsiteX4" fmla="*/ 679782 w 1006688"/>
                    <a:gd name="connsiteY4" fmla="*/ 694923 h 826200"/>
                    <a:gd name="connsiteX5" fmla="*/ 790310 w 1006688"/>
                    <a:gd name="connsiteY5" fmla="*/ 826201 h 826200"/>
                    <a:gd name="connsiteX6" fmla="*/ 863883 w 1006688"/>
                    <a:gd name="connsiteY6" fmla="*/ 143639 h 826200"/>
                    <a:gd name="connsiteX7" fmla="*/ 1006688 w 1006688"/>
                    <a:gd name="connsiteY7" fmla="*/ 17582 h 826200"/>
                    <a:gd name="connsiteX8" fmla="*/ 877716 w 1006688"/>
                    <a:gd name="connsiteY8" fmla="*/ 14938 h 8262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687" h="826200">
                      <a:moveTo>
                        <a:pt x="877716" y="14870"/>
                      </a:moveTo>
                      <a:lnTo>
                        <a:pt x="161521" y="20"/>
                      </a:lnTo>
                      <a:cubicBezTo>
                        <a:pt x="113241" y="-997"/>
                        <a:pt x="69843" y="37315"/>
                        <a:pt x="64622" y="85527"/>
                      </a:cubicBezTo>
                      <a:lnTo>
                        <a:pt x="0" y="680819"/>
                      </a:lnTo>
                      <a:lnTo>
                        <a:pt x="679782" y="694923"/>
                      </a:lnTo>
                      <a:cubicBezTo>
                        <a:pt x="748608" y="698788"/>
                        <a:pt x="797837" y="756561"/>
                        <a:pt x="790310" y="826201"/>
                      </a:cubicBezTo>
                      <a:lnTo>
                        <a:pt x="863883" y="143639"/>
                      </a:lnTo>
                      <a:cubicBezTo>
                        <a:pt x="871545" y="72507"/>
                        <a:pt x="935489" y="16090"/>
                        <a:pt x="1006688" y="17582"/>
                      </a:cubicBezTo>
                      <a:lnTo>
                        <a:pt x="877716" y="14938"/>
                      </a:lnTo>
                      <a:close/>
                    </a:path>
                  </a:pathLst>
                </a:custGeom>
                <a:solidFill>
                  <a:srgbClr val="FFFFFF"/>
                </a:solidFill>
                <a:ln w="6781" cap="flat">
                  <a:noFill/>
                  <a:prstDash val="solid"/>
                  <a:miter/>
                </a:ln>
              </p:spPr>
              <p:txBody>
                <a:bodyPr rtlCol="0" anchor="ctr"/>
                <a:lstStyle/>
                <a:p>
                  <a:endParaRPr lang="zh-CN" altLang="en-US"/>
                </a:p>
              </p:txBody>
            </p:sp>
            <p:sp>
              <p:nvSpPr>
                <p:cNvPr id="63" name="" descr="347748d2-d92b-416a-8d4c-dcc21638f236"/>
                <p:cNvSpPr/>
                <p:nvPr/>
              </p:nvSpPr>
              <p:spPr>
                <a:xfrm>
                  <a:off x="9775230" y="1041224"/>
                  <a:ext cx="281618" cy="343886"/>
                </a:xfrm>
                <a:custGeom>
                  <a:gdLst>
                    <a:gd name="connsiteX0" fmla="*/ 165725 w 281618"/>
                    <a:gd name="connsiteY0" fmla="*/ 29 h 343886"/>
                    <a:gd name="connsiteX1" fmla="*/ 165725 w 281618"/>
                    <a:gd name="connsiteY1" fmla="*/ 29 h 343886"/>
                    <a:gd name="connsiteX2" fmla="*/ 22919 w 281618"/>
                    <a:gd name="connsiteY2" fmla="*/ 126085 h 343886"/>
                    <a:gd name="connsiteX3" fmla="*/ 0 w 281618"/>
                    <a:gd name="connsiteY3" fmla="*/ 338530 h 343886"/>
                    <a:gd name="connsiteX4" fmla="*/ 258012 w 281618"/>
                    <a:gd name="connsiteY4" fmla="*/ 343887 h 343886"/>
                    <a:gd name="connsiteX5" fmla="*/ 280864 w 281618"/>
                    <a:gd name="connsiteY5" fmla="*/ 131442 h 343886"/>
                    <a:gd name="connsiteX6" fmla="*/ 165725 w 281618"/>
                    <a:gd name="connsiteY6" fmla="*/ 29 h 34388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618" h="343886">
                      <a:moveTo>
                        <a:pt x="165725" y="29"/>
                      </a:moveTo>
                      <a:lnTo>
                        <a:pt x="165725" y="29"/>
                      </a:lnTo>
                      <a:cubicBezTo>
                        <a:pt x="94526" y="-1463"/>
                        <a:pt x="30582" y="55022"/>
                        <a:pt x="22919" y="126085"/>
                      </a:cubicBezTo>
                      <a:lnTo>
                        <a:pt x="0" y="338530"/>
                      </a:lnTo>
                      <a:lnTo>
                        <a:pt x="258012" y="343887"/>
                      </a:lnTo>
                      <a:lnTo>
                        <a:pt x="280864" y="131442"/>
                      </a:lnTo>
                      <a:cubicBezTo>
                        <a:pt x="288526" y="60311"/>
                        <a:pt x="236992" y="1521"/>
                        <a:pt x="165725" y="29"/>
                      </a:cubicBezTo>
                      <a:close/>
                    </a:path>
                  </a:pathLst>
                </a:custGeom>
                <a:solidFill>
                  <a:srgbClr val="938FF9"/>
                </a:solidFill>
                <a:ln w="6781" cap="flat">
                  <a:noFill/>
                  <a:prstDash val="solid"/>
                  <a:miter/>
                </a:ln>
              </p:spPr>
              <p:txBody>
                <a:bodyPr rtlCol="0" anchor="ctr"/>
                <a:lstStyle/>
                <a:p>
                  <a:endParaRPr lang="zh-CN" altLang="en-US"/>
                </a:p>
              </p:txBody>
            </p:sp>
          </p:grpSp>
          <p:sp>
            <p:nvSpPr>
              <p:cNvPr id="35" name="" descr="20ce588e-b1a7-4793-bbce-d3504f6fc89f"/>
              <p:cNvSpPr/>
              <p:nvPr/>
            </p:nvSpPr>
            <p:spPr>
              <a:xfrm>
                <a:off x="8806041" y="1701574"/>
                <a:ext cx="807940" cy="16816"/>
              </a:xfrm>
              <a:custGeom>
                <a:gdLst>
                  <a:gd name="connsiteX0" fmla="*/ 0 w 807940"/>
                  <a:gd name="connsiteY0" fmla="*/ 0 h 16816"/>
                  <a:gd name="connsiteX1" fmla="*/ 807941 w 807940"/>
                  <a:gd name="connsiteY1" fmla="*/ 16817 h 16816"/>
                </a:gdLst>
                <a:cxnLst>
                  <a:cxn ang="0">
                    <a:pos x="connsiteX0" y="connsiteY0"/>
                  </a:cxn>
                  <a:cxn ang="0">
                    <a:pos x="connsiteX1" y="connsiteY1"/>
                  </a:cxn>
                </a:cxnLst>
                <a:rect l="l" t="t" r="r" b="b"/>
                <a:pathLst>
                  <a:path w="807940" h="16816">
                    <a:moveTo>
                      <a:pt x="0" y="0"/>
                    </a:moveTo>
                    <a:lnTo>
                      <a:pt x="807941" y="16817"/>
                    </a:lnTo>
                  </a:path>
                </a:pathLst>
              </a:custGeom>
              <a:ln w="13562" cap="flat">
                <a:solidFill>
                  <a:srgbClr val="3D436C"/>
                </a:solidFill>
                <a:prstDash val="solid"/>
                <a:miter/>
              </a:ln>
            </p:spPr>
            <p:txBody>
              <a:bodyPr rtlCol="0" anchor="ctr"/>
              <a:lstStyle/>
              <a:p>
                <a:endParaRPr lang="zh-CN" altLang="en-US"/>
              </a:p>
            </p:txBody>
          </p:sp>
          <p:grpSp>
            <p:nvGrpSpPr>
              <p:cNvPr id="36" name="" descr="35b44f79-8e84-4a0e-b0cb-3aabf8a98bbe"/>
              <p:cNvGrpSpPr/>
              <p:nvPr/>
            </p:nvGrpSpPr>
            <p:grpSpPr>
              <a:xfrm>
                <a:off x="9062493" y="1268751"/>
                <a:ext cx="584849" cy="350638"/>
                <a:chOff x="9062493" y="1268751"/>
                <a:chExt cx="584849" cy="350638"/>
              </a:xfrm>
            </p:grpSpPr>
            <p:sp>
              <p:nvSpPr>
                <p:cNvPr id="52" name="" descr="c3c0fd4b-10ae-4d00-b086-51cca62c3564"/>
                <p:cNvSpPr/>
                <p:nvPr/>
              </p:nvSpPr>
              <p:spPr>
                <a:xfrm>
                  <a:off x="9062493" y="1608065"/>
                  <a:ext cx="298019" cy="6170"/>
                </a:xfrm>
                <a:custGeom>
                  <a:gdLst>
                    <a:gd name="connsiteX0" fmla="*/ 0 w 298019"/>
                    <a:gd name="connsiteY0" fmla="*/ 0 h 6170"/>
                    <a:gd name="connsiteX1" fmla="*/ 298020 w 298019"/>
                    <a:gd name="connsiteY1" fmla="*/ 6171 h 6170"/>
                  </a:gdLst>
                  <a:cxnLst>
                    <a:cxn ang="0">
                      <a:pos x="connsiteX0" y="connsiteY0"/>
                    </a:cxn>
                    <a:cxn ang="0">
                      <a:pos x="connsiteX1" y="connsiteY1"/>
                    </a:cxn>
                  </a:cxnLst>
                  <a:rect l="l" t="t" r="r" b="b"/>
                  <a:pathLst>
                    <a:path w="298019" h="6170">
                      <a:moveTo>
                        <a:pt x="0" y="0"/>
                      </a:moveTo>
                      <a:lnTo>
                        <a:pt x="298020" y="6171"/>
                      </a:lnTo>
                    </a:path>
                  </a:pathLst>
                </a:custGeom>
                <a:ln w="13562" cap="flat">
                  <a:solidFill>
                    <a:srgbClr val="3D436C"/>
                  </a:solidFill>
                  <a:prstDash val="solid"/>
                  <a:miter/>
                </a:ln>
              </p:spPr>
              <p:txBody>
                <a:bodyPr rtlCol="0" anchor="ctr"/>
                <a:lstStyle/>
                <a:p>
                  <a:endParaRPr lang="zh-CN" altLang="en-US"/>
                </a:p>
              </p:txBody>
            </p:sp>
            <p:sp>
              <p:nvSpPr>
                <p:cNvPr id="53" name="" descr="fdb858cf-584e-4ae5-a624-d3b49be8b6ec"/>
                <p:cNvSpPr/>
                <p:nvPr/>
              </p:nvSpPr>
              <p:spPr>
                <a:xfrm>
                  <a:off x="9071648" y="1523237"/>
                  <a:ext cx="298019" cy="6170"/>
                </a:xfrm>
                <a:custGeom>
                  <a:gdLst>
                    <a:gd name="connsiteX0" fmla="*/ 0 w 298019"/>
                    <a:gd name="connsiteY0" fmla="*/ 0 h 6170"/>
                    <a:gd name="connsiteX1" fmla="*/ 298019 w 298019"/>
                    <a:gd name="connsiteY1" fmla="*/ 6171 h 6170"/>
                  </a:gdLst>
                  <a:cxnLst>
                    <a:cxn ang="0">
                      <a:pos x="connsiteX0" y="connsiteY0"/>
                    </a:cxn>
                    <a:cxn ang="0">
                      <a:pos x="connsiteX1" y="connsiteY1"/>
                    </a:cxn>
                  </a:cxnLst>
                  <a:rect l="l" t="t" r="r" b="b"/>
                  <a:pathLst>
                    <a:path w="298019" h="6170">
                      <a:moveTo>
                        <a:pt x="0" y="0"/>
                      </a:moveTo>
                      <a:lnTo>
                        <a:pt x="298019" y="6171"/>
                      </a:lnTo>
                    </a:path>
                  </a:pathLst>
                </a:custGeom>
                <a:ln w="13562" cap="flat">
                  <a:solidFill>
                    <a:srgbClr val="3D436C"/>
                  </a:solidFill>
                  <a:prstDash val="solid"/>
                  <a:miter/>
                </a:ln>
              </p:spPr>
              <p:txBody>
                <a:bodyPr rtlCol="0" anchor="ctr"/>
                <a:lstStyle/>
                <a:p>
                  <a:endParaRPr lang="zh-CN" altLang="en-US"/>
                </a:p>
              </p:txBody>
            </p:sp>
            <p:sp>
              <p:nvSpPr>
                <p:cNvPr id="54" name="" descr="ebea8937-aa84-4157-881e-472837c32ba2"/>
                <p:cNvSpPr/>
                <p:nvPr/>
              </p:nvSpPr>
              <p:spPr>
                <a:xfrm>
                  <a:off x="9080870" y="1438408"/>
                  <a:ext cx="298019" cy="6170"/>
                </a:xfrm>
                <a:custGeom>
                  <a:gdLst>
                    <a:gd name="connsiteX0" fmla="*/ 0 w 298019"/>
                    <a:gd name="connsiteY0" fmla="*/ 0 h 6170"/>
                    <a:gd name="connsiteX1" fmla="*/ 298019 w 298019"/>
                    <a:gd name="connsiteY1" fmla="*/ 6171 h 6170"/>
                  </a:gdLst>
                  <a:cxnLst>
                    <a:cxn ang="0">
                      <a:pos x="connsiteX0" y="connsiteY0"/>
                    </a:cxn>
                    <a:cxn ang="0">
                      <a:pos x="connsiteX1" y="connsiteY1"/>
                    </a:cxn>
                  </a:cxnLst>
                  <a:rect l="l" t="t" r="r" b="b"/>
                  <a:pathLst>
                    <a:path w="298019" h="6170">
                      <a:moveTo>
                        <a:pt x="0" y="0"/>
                      </a:moveTo>
                      <a:lnTo>
                        <a:pt x="298019" y="6171"/>
                      </a:lnTo>
                    </a:path>
                  </a:pathLst>
                </a:custGeom>
                <a:ln w="13562" cap="flat">
                  <a:solidFill>
                    <a:srgbClr val="3D436C"/>
                  </a:solidFill>
                  <a:prstDash val="solid"/>
                  <a:miter/>
                </a:ln>
              </p:spPr>
              <p:txBody>
                <a:bodyPr rtlCol="0" anchor="ctr"/>
                <a:lstStyle/>
                <a:p>
                  <a:endParaRPr lang="zh-CN" altLang="en-US"/>
                </a:p>
              </p:txBody>
            </p:sp>
            <p:sp>
              <p:nvSpPr>
                <p:cNvPr id="55" name="" descr="48ce4ea8-4a39-4e53-9fa9-bccad7b252b2"/>
                <p:cNvSpPr/>
                <p:nvPr/>
              </p:nvSpPr>
              <p:spPr>
                <a:xfrm>
                  <a:off x="9090092" y="1353580"/>
                  <a:ext cx="297951" cy="6170"/>
                </a:xfrm>
                <a:custGeom>
                  <a:gdLst>
                    <a:gd name="connsiteX0" fmla="*/ 0 w 297951"/>
                    <a:gd name="connsiteY0" fmla="*/ 0 h 6170"/>
                    <a:gd name="connsiteX1" fmla="*/ 297951 w 297951"/>
                    <a:gd name="connsiteY1" fmla="*/ 6171 h 6170"/>
                  </a:gdLst>
                  <a:cxnLst>
                    <a:cxn ang="0">
                      <a:pos x="connsiteX0" y="connsiteY0"/>
                    </a:cxn>
                    <a:cxn ang="0">
                      <a:pos x="connsiteX1" y="connsiteY1"/>
                    </a:cxn>
                  </a:cxnLst>
                  <a:rect l="l" t="t" r="r" b="b"/>
                  <a:pathLst>
                    <a:path w="297951" h="6170">
                      <a:moveTo>
                        <a:pt x="0" y="0"/>
                      </a:moveTo>
                      <a:lnTo>
                        <a:pt x="297951" y="6171"/>
                      </a:lnTo>
                    </a:path>
                  </a:pathLst>
                </a:custGeom>
                <a:ln w="13562" cap="flat">
                  <a:solidFill>
                    <a:srgbClr val="3D436C"/>
                  </a:solidFill>
                  <a:prstDash val="solid"/>
                  <a:miter/>
                </a:ln>
              </p:spPr>
              <p:txBody>
                <a:bodyPr rtlCol="0" anchor="ctr"/>
                <a:lstStyle/>
                <a:p>
                  <a:endParaRPr lang="zh-CN" altLang="en-US"/>
                </a:p>
              </p:txBody>
            </p:sp>
            <p:sp>
              <p:nvSpPr>
                <p:cNvPr id="56" name="" descr="5fa20fc8-ad2f-4d50-82fc-98495a375402"/>
                <p:cNvSpPr/>
                <p:nvPr/>
              </p:nvSpPr>
              <p:spPr>
                <a:xfrm>
                  <a:off x="9099314" y="1268751"/>
                  <a:ext cx="297883" cy="6170"/>
                </a:xfrm>
                <a:custGeom>
                  <a:gdLst>
                    <a:gd name="connsiteX0" fmla="*/ 0 w 297883"/>
                    <a:gd name="connsiteY0" fmla="*/ 0 h 6170"/>
                    <a:gd name="connsiteX1" fmla="*/ 297883 w 297883"/>
                    <a:gd name="connsiteY1" fmla="*/ 6171 h 6170"/>
                  </a:gdLst>
                  <a:cxnLst>
                    <a:cxn ang="0">
                      <a:pos x="connsiteX0" y="connsiteY0"/>
                    </a:cxn>
                    <a:cxn ang="0">
                      <a:pos x="connsiteX1" y="connsiteY1"/>
                    </a:cxn>
                  </a:cxnLst>
                  <a:rect l="l" t="t" r="r" b="b"/>
                  <a:pathLst>
                    <a:path w="297883" h="6170">
                      <a:moveTo>
                        <a:pt x="0" y="0"/>
                      </a:moveTo>
                      <a:lnTo>
                        <a:pt x="297883" y="6171"/>
                      </a:lnTo>
                    </a:path>
                  </a:pathLst>
                </a:custGeom>
                <a:ln w="13562" cap="flat">
                  <a:solidFill>
                    <a:srgbClr val="3D436C"/>
                  </a:solidFill>
                  <a:prstDash val="solid"/>
                  <a:miter/>
                </a:ln>
              </p:spPr>
              <p:txBody>
                <a:bodyPr rtlCol="0" anchor="ctr"/>
                <a:lstStyle/>
                <a:p>
                  <a:endParaRPr lang="zh-CN" altLang="en-US"/>
                </a:p>
              </p:txBody>
            </p:sp>
            <p:sp>
              <p:nvSpPr>
                <p:cNvPr id="57" name="" descr="8ad372e7-be23-40f0-8832-8e5cb428032c"/>
                <p:cNvSpPr/>
                <p:nvPr/>
              </p:nvSpPr>
              <p:spPr>
                <a:xfrm>
                  <a:off x="9530984" y="1617762"/>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58" name="" descr="def717e3-e530-421b-865a-0c9c52132d87"/>
                <p:cNvSpPr/>
                <p:nvPr/>
              </p:nvSpPr>
              <p:spPr>
                <a:xfrm>
                  <a:off x="9540138" y="1532933"/>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59" name="" descr="83b0616a-b99d-466d-8aa2-a7e74212a8bf"/>
                <p:cNvSpPr/>
                <p:nvPr/>
              </p:nvSpPr>
              <p:spPr>
                <a:xfrm>
                  <a:off x="9549292" y="1448105"/>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60" name="" descr="e3161565-51b3-4ad7-8ecf-c01a4fad635b"/>
                <p:cNvSpPr/>
                <p:nvPr/>
              </p:nvSpPr>
              <p:spPr>
                <a:xfrm>
                  <a:off x="9558446" y="1363276"/>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61" name="" descr="7c008963-09e3-4c3c-936e-44772c58fdeb"/>
                <p:cNvSpPr/>
                <p:nvPr/>
              </p:nvSpPr>
              <p:spPr>
                <a:xfrm>
                  <a:off x="9567600" y="1278447"/>
                  <a:ext cx="79743" cy="1695"/>
                </a:xfrm>
                <a:custGeom>
                  <a:gdLst>
                    <a:gd name="connsiteX0" fmla="*/ 0 w 79743"/>
                    <a:gd name="connsiteY0" fmla="*/ 0 h 1695"/>
                    <a:gd name="connsiteX1" fmla="*/ 79743 w 79743"/>
                    <a:gd name="connsiteY1" fmla="*/ 1695 h 1695"/>
                  </a:gdLst>
                  <a:cxnLst>
                    <a:cxn ang="0">
                      <a:pos x="connsiteX0" y="connsiteY0"/>
                    </a:cxn>
                    <a:cxn ang="0">
                      <a:pos x="connsiteX1" y="connsiteY1"/>
                    </a:cxn>
                  </a:cxnLst>
                  <a:rect l="l" t="t" r="r" b="b"/>
                  <a:pathLst>
                    <a:path w="79743" h="1695">
                      <a:moveTo>
                        <a:pt x="0" y="0"/>
                      </a:moveTo>
                      <a:lnTo>
                        <a:pt x="79743" y="1695"/>
                      </a:lnTo>
                    </a:path>
                  </a:pathLst>
                </a:custGeom>
                <a:ln w="13562" cap="flat">
                  <a:solidFill>
                    <a:srgbClr val="3D436C"/>
                  </a:solidFill>
                  <a:prstDash val="solid"/>
                  <a:miter/>
                </a:ln>
              </p:spPr>
              <p:txBody>
                <a:bodyPr rtlCol="0" anchor="ctr"/>
                <a:lstStyle/>
                <a:p>
                  <a:endParaRPr lang="zh-CN" altLang="en-US"/>
                </a:p>
              </p:txBody>
            </p:sp>
          </p:grpSp>
          <p:grpSp>
            <p:nvGrpSpPr>
              <p:cNvPr id="37" name="" descr="0938be32-42f6-4ebc-8f20-05c945f91935"/>
              <p:cNvGrpSpPr/>
              <p:nvPr/>
            </p:nvGrpSpPr>
            <p:grpSpPr>
              <a:xfrm>
                <a:off x="8706294" y="1848651"/>
                <a:ext cx="603700" cy="519278"/>
                <a:chOff x="8706294" y="1848651"/>
                <a:chExt cx="603700" cy="519278"/>
              </a:xfrm>
            </p:grpSpPr>
            <p:sp>
              <p:nvSpPr>
                <p:cNvPr id="38" name="" descr="9343c67e-d615-4aa6-a6a2-753ef911a6ac"/>
                <p:cNvSpPr/>
                <p:nvPr/>
              </p:nvSpPr>
              <p:spPr>
                <a:xfrm>
                  <a:off x="8724603" y="2188372"/>
                  <a:ext cx="298222" cy="6170"/>
                </a:xfrm>
                <a:custGeom>
                  <a:gdLst>
                    <a:gd name="connsiteX0" fmla="*/ 0 w 298222"/>
                    <a:gd name="connsiteY0" fmla="*/ 0 h 6170"/>
                    <a:gd name="connsiteX1" fmla="*/ 298223 w 298222"/>
                    <a:gd name="connsiteY1" fmla="*/ 6171 h 6170"/>
                  </a:gdLst>
                  <a:cxnLst>
                    <a:cxn ang="0">
                      <a:pos x="connsiteX0" y="connsiteY0"/>
                    </a:cxn>
                    <a:cxn ang="0">
                      <a:pos x="connsiteX1" y="connsiteY1"/>
                    </a:cxn>
                  </a:cxnLst>
                  <a:rect l="l" t="t" r="r" b="b"/>
                  <a:pathLst>
                    <a:path w="298222" h="6170">
                      <a:moveTo>
                        <a:pt x="0" y="0"/>
                      </a:moveTo>
                      <a:lnTo>
                        <a:pt x="298223" y="6171"/>
                      </a:lnTo>
                    </a:path>
                  </a:pathLst>
                </a:custGeom>
                <a:ln w="13562" cap="flat">
                  <a:solidFill>
                    <a:srgbClr val="3D436C"/>
                  </a:solidFill>
                  <a:prstDash val="solid"/>
                  <a:miter/>
                </a:ln>
              </p:spPr>
              <p:txBody>
                <a:bodyPr rtlCol="0" anchor="ctr"/>
                <a:lstStyle/>
                <a:p>
                  <a:endParaRPr lang="zh-CN" altLang="en-US"/>
                </a:p>
              </p:txBody>
            </p:sp>
            <p:sp>
              <p:nvSpPr>
                <p:cNvPr id="39" name="" descr="e3c16ca1-d7b6-4a49-919a-d3603db45202"/>
                <p:cNvSpPr/>
                <p:nvPr/>
              </p:nvSpPr>
              <p:spPr>
                <a:xfrm>
                  <a:off x="8733825" y="2103408"/>
                  <a:ext cx="298222" cy="6170"/>
                </a:xfrm>
                <a:custGeom>
                  <a:gdLst>
                    <a:gd name="connsiteX0" fmla="*/ 0 w 298222"/>
                    <a:gd name="connsiteY0" fmla="*/ 0 h 6170"/>
                    <a:gd name="connsiteX1" fmla="*/ 298223 w 298222"/>
                    <a:gd name="connsiteY1" fmla="*/ 6171 h 6170"/>
                  </a:gdLst>
                  <a:cxnLst>
                    <a:cxn ang="0">
                      <a:pos x="connsiteX0" y="connsiteY0"/>
                    </a:cxn>
                    <a:cxn ang="0">
                      <a:pos x="connsiteX1" y="connsiteY1"/>
                    </a:cxn>
                  </a:cxnLst>
                  <a:rect l="l" t="t" r="r" b="b"/>
                  <a:pathLst>
                    <a:path w="298222" h="6170">
                      <a:moveTo>
                        <a:pt x="0" y="0"/>
                      </a:moveTo>
                      <a:lnTo>
                        <a:pt x="298223" y="6171"/>
                      </a:lnTo>
                    </a:path>
                  </a:pathLst>
                </a:custGeom>
                <a:ln w="13562" cap="flat">
                  <a:solidFill>
                    <a:srgbClr val="3D436C"/>
                  </a:solidFill>
                  <a:prstDash val="solid"/>
                  <a:miter/>
                </a:ln>
              </p:spPr>
              <p:txBody>
                <a:bodyPr rtlCol="0" anchor="ctr"/>
                <a:lstStyle/>
                <a:p>
                  <a:endParaRPr lang="zh-CN" altLang="en-US"/>
                </a:p>
              </p:txBody>
            </p:sp>
            <p:sp>
              <p:nvSpPr>
                <p:cNvPr id="40" name="" descr="53ddb000-9dda-418a-8c22-ac3680633060"/>
                <p:cNvSpPr/>
                <p:nvPr/>
              </p:nvSpPr>
              <p:spPr>
                <a:xfrm>
                  <a:off x="8743047" y="2018444"/>
                  <a:ext cx="298222" cy="6238"/>
                </a:xfrm>
                <a:custGeom>
                  <a:gdLst>
                    <a:gd name="connsiteX0" fmla="*/ 0 w 298222"/>
                    <a:gd name="connsiteY0" fmla="*/ 0 h 6238"/>
                    <a:gd name="connsiteX1" fmla="*/ 298222 w 298222"/>
                    <a:gd name="connsiteY1" fmla="*/ 6238 h 6238"/>
                  </a:gdLst>
                  <a:cxnLst>
                    <a:cxn ang="0">
                      <a:pos x="connsiteX0" y="connsiteY0"/>
                    </a:cxn>
                    <a:cxn ang="0">
                      <a:pos x="connsiteX1" y="connsiteY1"/>
                    </a:cxn>
                  </a:cxnLst>
                  <a:rect l="l" t="t" r="r" b="b"/>
                  <a:pathLst>
                    <a:path w="298222" h="6238">
                      <a:moveTo>
                        <a:pt x="0" y="0"/>
                      </a:moveTo>
                      <a:lnTo>
                        <a:pt x="298222" y="6238"/>
                      </a:lnTo>
                    </a:path>
                  </a:pathLst>
                </a:custGeom>
                <a:ln w="13562" cap="flat">
                  <a:solidFill>
                    <a:srgbClr val="3D436C"/>
                  </a:solidFill>
                  <a:prstDash val="solid"/>
                  <a:miter/>
                </a:ln>
              </p:spPr>
              <p:txBody>
                <a:bodyPr rtlCol="0" anchor="ctr"/>
                <a:lstStyle/>
                <a:p>
                  <a:endParaRPr lang="zh-CN" altLang="en-US"/>
                </a:p>
              </p:txBody>
            </p:sp>
            <p:sp>
              <p:nvSpPr>
                <p:cNvPr id="41" name="" descr="25dd1988-8a03-4c14-bc0e-085ec858c20c"/>
                <p:cNvSpPr/>
                <p:nvPr/>
              </p:nvSpPr>
              <p:spPr>
                <a:xfrm>
                  <a:off x="8752337" y="1933547"/>
                  <a:ext cx="298086" cy="6170"/>
                </a:xfrm>
                <a:custGeom>
                  <a:gdLst>
                    <a:gd name="connsiteX0" fmla="*/ 0 w 298086"/>
                    <a:gd name="connsiteY0" fmla="*/ 0 h 6170"/>
                    <a:gd name="connsiteX1" fmla="*/ 298087 w 298086"/>
                    <a:gd name="connsiteY1" fmla="*/ 6171 h 6170"/>
                  </a:gdLst>
                  <a:cxnLst>
                    <a:cxn ang="0">
                      <a:pos x="connsiteX0" y="connsiteY0"/>
                    </a:cxn>
                    <a:cxn ang="0">
                      <a:pos x="connsiteX1" y="connsiteY1"/>
                    </a:cxn>
                  </a:cxnLst>
                  <a:rect l="l" t="t" r="r" b="b"/>
                  <a:pathLst>
                    <a:path w="298086" h="6170">
                      <a:moveTo>
                        <a:pt x="0" y="0"/>
                      </a:moveTo>
                      <a:lnTo>
                        <a:pt x="298087" y="6171"/>
                      </a:lnTo>
                    </a:path>
                  </a:pathLst>
                </a:custGeom>
                <a:ln w="13562" cap="flat">
                  <a:solidFill>
                    <a:srgbClr val="3D436C"/>
                  </a:solidFill>
                  <a:prstDash val="solid"/>
                  <a:miter/>
                </a:ln>
              </p:spPr>
              <p:txBody>
                <a:bodyPr rtlCol="0" anchor="ctr"/>
                <a:lstStyle/>
                <a:p>
                  <a:endParaRPr lang="zh-CN" altLang="en-US"/>
                </a:p>
              </p:txBody>
            </p:sp>
            <p:sp>
              <p:nvSpPr>
                <p:cNvPr id="42" name="" descr="b6a447eb-1077-4121-aa55-2781aa1b4669"/>
                <p:cNvSpPr/>
                <p:nvPr/>
              </p:nvSpPr>
              <p:spPr>
                <a:xfrm>
                  <a:off x="8761559" y="1848651"/>
                  <a:ext cx="298086" cy="6170"/>
                </a:xfrm>
                <a:custGeom>
                  <a:gdLst>
                    <a:gd name="connsiteX0" fmla="*/ 0 w 298086"/>
                    <a:gd name="connsiteY0" fmla="*/ 0 h 6170"/>
                    <a:gd name="connsiteX1" fmla="*/ 298087 w 298086"/>
                    <a:gd name="connsiteY1" fmla="*/ 6171 h 6170"/>
                  </a:gdLst>
                  <a:cxnLst>
                    <a:cxn ang="0">
                      <a:pos x="connsiteX0" y="connsiteY0"/>
                    </a:cxn>
                    <a:cxn ang="0">
                      <a:pos x="connsiteX1" y="connsiteY1"/>
                    </a:cxn>
                  </a:cxnLst>
                  <a:rect l="l" t="t" r="r" b="b"/>
                  <a:pathLst>
                    <a:path w="298086" h="6170">
                      <a:moveTo>
                        <a:pt x="0" y="0"/>
                      </a:moveTo>
                      <a:lnTo>
                        <a:pt x="298087" y="6171"/>
                      </a:lnTo>
                    </a:path>
                  </a:pathLst>
                </a:custGeom>
                <a:ln w="13562" cap="flat">
                  <a:solidFill>
                    <a:srgbClr val="3D436C"/>
                  </a:solidFill>
                  <a:prstDash val="solid"/>
                  <a:miter/>
                </a:ln>
              </p:spPr>
              <p:txBody>
                <a:bodyPr rtlCol="0" anchor="ctr"/>
                <a:lstStyle/>
                <a:p>
                  <a:endParaRPr lang="zh-CN" altLang="en-US"/>
                </a:p>
              </p:txBody>
            </p:sp>
            <p:sp>
              <p:nvSpPr>
                <p:cNvPr id="43" name="" descr="7de3bd9b-191c-41df-82da-f5fa8df56250"/>
                <p:cNvSpPr/>
                <p:nvPr/>
              </p:nvSpPr>
              <p:spPr>
                <a:xfrm>
                  <a:off x="9193432" y="2198069"/>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4" name="" descr="ad1d7358-37db-4823-9441-79a72a0be413"/>
                <p:cNvSpPr/>
                <p:nvPr/>
              </p:nvSpPr>
              <p:spPr>
                <a:xfrm>
                  <a:off x="9202586" y="211310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5" name="" descr="64e05039-1a5f-4d40-ba58-bd46a51866ff"/>
                <p:cNvSpPr/>
                <p:nvPr/>
              </p:nvSpPr>
              <p:spPr>
                <a:xfrm>
                  <a:off x="9211808" y="2028208"/>
                  <a:ext cx="79810" cy="1627"/>
                </a:xfrm>
                <a:custGeom>
                  <a:gdLst>
                    <a:gd name="connsiteX0" fmla="*/ 0 w 79810"/>
                    <a:gd name="connsiteY0" fmla="*/ 0 h 1627"/>
                    <a:gd name="connsiteX1" fmla="*/ 79811 w 79810"/>
                    <a:gd name="connsiteY1" fmla="*/ 1627 h 1627"/>
                  </a:gdLst>
                  <a:cxnLst>
                    <a:cxn ang="0">
                      <a:pos x="connsiteX0" y="connsiteY0"/>
                    </a:cxn>
                    <a:cxn ang="0">
                      <a:pos x="connsiteX1" y="connsiteY1"/>
                    </a:cxn>
                  </a:cxnLst>
                  <a:rect l="l" t="t" r="r" b="b"/>
                  <a:pathLst>
                    <a:path w="79810" h="1627">
                      <a:moveTo>
                        <a:pt x="0" y="0"/>
                      </a:moveTo>
                      <a:lnTo>
                        <a:pt x="79811" y="1627"/>
                      </a:lnTo>
                    </a:path>
                  </a:pathLst>
                </a:custGeom>
                <a:ln w="13562" cap="flat">
                  <a:solidFill>
                    <a:srgbClr val="3D436C"/>
                  </a:solidFill>
                  <a:prstDash val="solid"/>
                  <a:miter/>
                </a:ln>
              </p:spPr>
              <p:txBody>
                <a:bodyPr rtlCol="0" anchor="ctr"/>
                <a:lstStyle/>
                <a:p>
                  <a:endParaRPr lang="zh-CN" altLang="en-US"/>
                </a:p>
              </p:txBody>
            </p:sp>
            <p:sp>
              <p:nvSpPr>
                <p:cNvPr id="46" name="" descr="fc9366e1-bbb1-4f26-9bd7-c3428f9aac18"/>
                <p:cNvSpPr/>
                <p:nvPr/>
              </p:nvSpPr>
              <p:spPr>
                <a:xfrm>
                  <a:off x="8706294" y="2356538"/>
                  <a:ext cx="298290" cy="6170"/>
                </a:xfrm>
                <a:custGeom>
                  <a:gdLst>
                    <a:gd name="connsiteX0" fmla="*/ 0 w 298290"/>
                    <a:gd name="connsiteY0" fmla="*/ 0 h 6170"/>
                    <a:gd name="connsiteX1" fmla="*/ 298290 w 298290"/>
                    <a:gd name="connsiteY1" fmla="*/ 6171 h 6170"/>
                  </a:gdLst>
                  <a:cxnLst>
                    <a:cxn ang="0">
                      <a:pos x="connsiteX0" y="connsiteY0"/>
                    </a:cxn>
                    <a:cxn ang="0">
                      <a:pos x="connsiteX1" y="connsiteY1"/>
                    </a:cxn>
                  </a:cxnLst>
                  <a:rect l="l" t="t" r="r" b="b"/>
                  <a:pathLst>
                    <a:path w="298290" h="6170">
                      <a:moveTo>
                        <a:pt x="0" y="0"/>
                      </a:moveTo>
                      <a:lnTo>
                        <a:pt x="298290" y="6171"/>
                      </a:lnTo>
                    </a:path>
                  </a:pathLst>
                </a:custGeom>
                <a:ln w="13562" cap="flat">
                  <a:solidFill>
                    <a:srgbClr val="3D436C"/>
                  </a:solidFill>
                  <a:prstDash val="solid"/>
                  <a:miter/>
                </a:ln>
              </p:spPr>
              <p:txBody>
                <a:bodyPr rtlCol="0" anchor="ctr"/>
                <a:lstStyle/>
                <a:p>
                  <a:endParaRPr lang="zh-CN" altLang="en-US"/>
                </a:p>
              </p:txBody>
            </p:sp>
            <p:sp>
              <p:nvSpPr>
                <p:cNvPr id="47" name="" descr="e8f6fccb-e084-468f-95de-cc3b4009ced9"/>
                <p:cNvSpPr/>
                <p:nvPr/>
              </p:nvSpPr>
              <p:spPr>
                <a:xfrm>
                  <a:off x="8715516" y="2271573"/>
                  <a:ext cx="298290" cy="6170"/>
                </a:xfrm>
                <a:custGeom>
                  <a:gdLst>
                    <a:gd name="connsiteX0" fmla="*/ 0 w 298290"/>
                    <a:gd name="connsiteY0" fmla="*/ 0 h 6170"/>
                    <a:gd name="connsiteX1" fmla="*/ 298291 w 298290"/>
                    <a:gd name="connsiteY1" fmla="*/ 6171 h 6170"/>
                  </a:gdLst>
                  <a:cxnLst>
                    <a:cxn ang="0">
                      <a:pos x="connsiteX0" y="connsiteY0"/>
                    </a:cxn>
                    <a:cxn ang="0">
                      <a:pos x="connsiteX1" y="connsiteY1"/>
                    </a:cxn>
                  </a:cxnLst>
                  <a:rect l="l" t="t" r="r" b="b"/>
                  <a:pathLst>
                    <a:path w="298290" h="6170">
                      <a:moveTo>
                        <a:pt x="0" y="0"/>
                      </a:moveTo>
                      <a:lnTo>
                        <a:pt x="298291" y="6171"/>
                      </a:lnTo>
                    </a:path>
                  </a:pathLst>
                </a:custGeom>
                <a:ln w="13562" cap="flat">
                  <a:solidFill>
                    <a:srgbClr val="3D436C"/>
                  </a:solidFill>
                  <a:prstDash val="solid"/>
                  <a:miter/>
                </a:ln>
              </p:spPr>
              <p:txBody>
                <a:bodyPr rtlCol="0" anchor="ctr"/>
                <a:lstStyle/>
                <a:p>
                  <a:endParaRPr lang="zh-CN" altLang="en-US"/>
                </a:p>
              </p:txBody>
            </p:sp>
            <p:sp>
              <p:nvSpPr>
                <p:cNvPr id="48" name="" descr="f1884c60-8a3d-4d8a-bcaa-22395d37767d"/>
                <p:cNvSpPr/>
                <p:nvPr/>
              </p:nvSpPr>
              <p:spPr>
                <a:xfrm>
                  <a:off x="9175191" y="236623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9" name="" descr="61e4927d-4f17-4031-a2c3-f27366fa2383"/>
                <p:cNvSpPr/>
                <p:nvPr/>
              </p:nvSpPr>
              <p:spPr>
                <a:xfrm>
                  <a:off x="9184413" y="2281270"/>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50" name="" descr="3ef0f6be-a1ae-456f-9262-693496697d33"/>
                <p:cNvSpPr/>
                <p:nvPr/>
              </p:nvSpPr>
              <p:spPr>
                <a:xfrm>
                  <a:off x="9220962" y="194324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51" name="" descr="8604952c-4a24-4bf4-a448-a615c01f6d5f"/>
                <p:cNvSpPr/>
                <p:nvPr/>
              </p:nvSpPr>
              <p:spPr>
                <a:xfrm>
                  <a:off x="9230184" y="1858347"/>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grpSp>
        </p:grpSp>
        <p:sp>
          <p:nvSpPr>
            <p:cNvPr id="29" name="" descr="5c8d38d5-0175-49c9-b5fb-cc45024a05f3"/>
            <p:cNvSpPr/>
            <p:nvPr/>
          </p:nvSpPr>
          <p:spPr>
            <a:xfrm>
              <a:off x="10645762" y="926915"/>
              <a:ext cx="1101277" cy="787933"/>
            </a:xfrm>
            <a:custGeom>
              <a:gdLst>
                <a:gd name="connsiteX0" fmla="*/ 42512 w 1101277"/>
                <a:gd name="connsiteY0" fmla="*/ 787865 h 787933"/>
                <a:gd name="connsiteX1" fmla="*/ 355924 w 1101277"/>
                <a:gd name="connsiteY1" fmla="*/ 42513 h 787933"/>
                <a:gd name="connsiteX2" fmla="*/ 1101277 w 1101277"/>
                <a:gd name="connsiteY2" fmla="*/ 355924 h 787933"/>
                <a:gd name="connsiteX3" fmla="*/ 42512 w 1101277"/>
                <a:gd name="connsiteY3" fmla="*/ 787933 h 787933"/>
              </a:gdLst>
              <a:cxnLst>
                <a:cxn ang="0">
                  <a:pos x="connsiteX0" y="connsiteY0"/>
                </a:cxn>
                <a:cxn ang="0">
                  <a:pos x="connsiteX1" y="connsiteY1"/>
                </a:cxn>
                <a:cxn ang="0">
                  <a:pos x="connsiteX2" y="connsiteY2"/>
                </a:cxn>
                <a:cxn ang="0">
                  <a:pos x="connsiteX3" y="connsiteY3"/>
                </a:cxn>
              </a:cxnLst>
              <a:rect l="l" t="t" r="r" b="b"/>
              <a:pathLst>
                <a:path w="1101277" h="787933">
                  <a:moveTo>
                    <a:pt x="42512" y="787865"/>
                  </a:moveTo>
                  <a:cubicBezTo>
                    <a:pt x="-76763" y="495474"/>
                    <a:pt x="63533" y="161788"/>
                    <a:pt x="355924" y="42513"/>
                  </a:cubicBezTo>
                  <a:cubicBezTo>
                    <a:pt x="648315" y="-76763"/>
                    <a:pt x="982002" y="63533"/>
                    <a:pt x="1101277" y="355924"/>
                  </a:cubicBezTo>
                  <a:lnTo>
                    <a:pt x="42512" y="787933"/>
                  </a:lnTo>
                  <a:close/>
                </a:path>
              </a:pathLst>
            </a:custGeom>
            <a:noFill/>
            <a:ln w="13562" cap="flat">
              <a:solidFill>
                <a:srgbClr val="3D436C"/>
              </a:solidFill>
              <a:prstDash val="solid"/>
              <a:miter/>
            </a:ln>
          </p:spPr>
          <p:txBody>
            <a:bodyPr rtlCol="0" anchor="ctr"/>
            <a:lstStyle/>
            <a:p>
              <a:endParaRPr lang="zh-CN" altLang="en-US"/>
            </a:p>
          </p:txBody>
        </p:sp>
        <p:sp>
          <p:nvSpPr>
            <p:cNvPr id="30" name="" descr="ab0f1335-a31c-425c-8946-fd16a53bcb2b"/>
            <p:cNvSpPr/>
            <p:nvPr/>
          </p:nvSpPr>
          <p:spPr>
            <a:xfrm>
              <a:off x="10998838" y="3196332"/>
              <a:ext cx="71741" cy="71741"/>
            </a:xfrm>
            <a:custGeom>
              <a:gdLst>
                <a:gd name="connsiteX0" fmla="*/ 71742 w 71741"/>
                <a:gd name="connsiteY0" fmla="*/ 35871 h 71741"/>
                <a:gd name="connsiteX1" fmla="*/ 35870 w 71741"/>
                <a:gd name="connsiteY1" fmla="*/ 71742 h 71741"/>
                <a:gd name="connsiteX2" fmla="*/ -1 w 71741"/>
                <a:gd name="connsiteY2" fmla="*/ 35871 h 71741"/>
                <a:gd name="connsiteX3" fmla="*/ 35870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0" y="71742"/>
                  </a:cubicBezTo>
                  <a:cubicBezTo>
                    <a:pt x="16059" y="71742"/>
                    <a:pt x="-1" y="55682"/>
                    <a:pt x="-1" y="35871"/>
                  </a:cubicBezTo>
                  <a:cubicBezTo>
                    <a:pt x="-1" y="16060"/>
                    <a:pt x="16059" y="0"/>
                    <a:pt x="35870"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31" name="" descr="6c12cff7-1c1a-4a39-97ca-5160b47d0c79"/>
            <p:cNvSpPr/>
            <p:nvPr/>
          </p:nvSpPr>
          <p:spPr>
            <a:xfrm>
              <a:off x="6424872" y="1717289"/>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32" name="" descr="763f867e-4f5f-479e-8b87-7b3482bba281"/>
            <p:cNvSpPr/>
            <p:nvPr/>
          </p:nvSpPr>
          <p:spPr>
            <a:xfrm>
              <a:off x="6520482" y="6127768"/>
              <a:ext cx="71741" cy="71741"/>
            </a:xfrm>
            <a:custGeom>
              <a:gdLst>
                <a:gd name="connsiteX0" fmla="*/ 71742 w 71741"/>
                <a:gd name="connsiteY0" fmla="*/ 35871 h 71741"/>
                <a:gd name="connsiteX1" fmla="*/ 35871 w 71741"/>
                <a:gd name="connsiteY1" fmla="*/ 71741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1"/>
                    <a:pt x="35871" y="71741"/>
                  </a:cubicBezTo>
                  <a:cubicBezTo>
                    <a:pt x="16060" y="71741"/>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grpSp>
      <p:sp>
        <p:nvSpPr>
          <p:cNvPr id="5" name="" descr="1c4e745d-d1b6-4325-bad4-6bc3a7a0ebce"/>
          <p:cNvSpPr>
            <a:spLocks noGrp="1"/>
          </p:cNvSpPr>
          <p:nvPr>
            <p:ph type="title" hasCustomPrompt="1"/>
          </p:nvPr>
        </p:nvSpPr>
        <p:spPr>
          <a:xfrm flipV="false" flipH="false">
            <a:off x="6949573" y="2057400"/>
            <a:ext cx="4569327" cy="1264315"/>
          </a:xfrm>
          <a:prstGeom prst="rect">
            <a:avLst/>
          </a:prstGeom>
        </p:spPr>
        <p:txBody>
          <a:bodyPr>
            <a:normAutofit/>
          </a:bodyPr>
          <a:lstStyle>
            <a:lvl1pPr algn="r">
              <a:lnSpc>
                <a:spcPct val="100000"/>
              </a:lnSpc>
              <a:defRPr sz="3200"/>
            </a:lvl1pPr>
          </a:lstStyle>
          <a:p>
            <a:pPr lvl="0"/>
            <a:r>
              <a:rPr lang="zh-CN" altLang="en-US"/>
              <a:t>Click to add title</a:t>
            </a:r>
            <a:endParaRPr lang="en-US"/>
          </a:p>
        </p:txBody>
      </p:sp>
      <p:sp>
        <p:nvSpPr>
          <p:cNvPr id="25" name="" descr="86fb887e-410a-4576-994b-4880395bdc51"/>
          <p:cNvSpPr>
            <a:spLocks noGrp="1"/>
          </p:cNvSpPr>
          <p:nvPr>
            <p:ph type="body" sz="quarter" idx="1" hasCustomPrompt="1"/>
          </p:nvPr>
        </p:nvSpPr>
        <p:spPr>
          <a:xfrm flipV="false" flipH="false">
            <a:off x="6949573" y="3333569"/>
            <a:ext cx="4569327" cy="1104991"/>
          </a:xfrm>
          <a:prstGeom prst="rect">
            <a:avLst/>
          </a:prstGeom>
        </p:spPr>
        <p:txBody>
          <a:bodyPr anchor="t">
            <a:normAutofit/>
          </a:bodyPr>
          <a:lstStyle>
            <a:lvl1pPr marL="0" indent="0" algn="r">
              <a:lnSpc>
                <a:spcPct val="120000"/>
              </a:lnSpc>
              <a:buFont typeface="+mj-lt"/>
              <a:buNone/>
              <a:defRPr sz="2000" b="0">
                <a:solidFill>
                  <a:schemeClr val="tx1"/>
                </a:solidFill>
                <a:latin typeface="+mn-lt"/>
              </a:defRPr>
            </a:lvl1pPr>
          </a:lstStyle>
          <a:p>
            <a:pPr lvl="0"/>
            <a:r>
              <a:rPr lang="zh-CN" altLang="en-US"/>
              <a:t>Click to add text</a:t>
            </a:r>
            <a:endParaRPr lang="en-US"/>
          </a:p>
        </p:txBody>
      </p:sp>
      <p:sp>
        <p:nvSpPr>
          <p:cNvPr id="4" name="" descr="5ff83ed7-fd45-4431-8c7b-cac2bc07ee34"/>
          <p:cNvSpPr>
            <a:spLocks noGrp="1"/>
          </p:cNvSpPr>
          <p:nvPr>
            <p:ph type="dt" sz="half" idx="10"/>
          </p:nvPr>
        </p:nvSpPr>
        <p:spPr/>
        <p:txBody>
          <a:bodyPr/>
          <a:lstStyle/>
          <a:p>
            <a:fld id="{2A27A813-B2FD-42E1-9222-83B574E99074}" type="datetime1">
              <a:rPr lang="zh-CN" altLang="en-US" smtClean="0"/>
              <a:t>2024/4/9</a:t>
            </a:fld>
            <a:endParaRPr lang="en-US" altLang="zh-CN"/>
          </a:p>
        </p:txBody>
      </p:sp>
      <p:sp>
        <p:nvSpPr>
          <p:cNvPr id="6" name="" descr="fbc06f46-fbd5-4e3f-a354-640576441213"/>
          <p:cNvSpPr>
            <a:spLocks noGrp="1"/>
          </p:cNvSpPr>
          <p:nvPr>
            <p:ph type="ftr" sz="quarter" idx="11"/>
          </p:nvPr>
        </p:nvSpPr>
        <p:spPr/>
        <p:txBody>
          <a:bodyPr/>
          <a:lstStyle/>
          <a:p>
            <a:r>
              <a:rPr lang="af-ZA" altLang="zh-CN"/>
              <a:t>iSlide</a:t>
            </a:r>
            <a:endParaRPr lang="zh-CN" altLang="en-US"/>
          </a:p>
        </p:txBody>
      </p:sp>
      <p:sp>
        <p:nvSpPr>
          <p:cNvPr id="8" name="" descr="b7961774-f28c-4c21-b641-b6c8c5e27a39"/>
          <p:cNvSpPr>
            <a:spLocks noGrp="1"/>
          </p:cNvSpPr>
          <p:nvPr>
            <p:ph type="sldNum" sz="quarter" idx="12"/>
          </p:nvPr>
        </p:nvSpPr>
        <p:spPr/>
        <p:txBody>
          <a:bodyPr/>
          <a:lstStyle/>
          <a:p>
            <a:fld id="{7F65B630-C7FF-41C0-9923-C5E5E29EED81}" type="slidenum">
              <a:rPr lang="en-US" altLang="zh-CN" smtClean="0"/>
              <a:t>‹#›</a:t>
            </a:fld>
            <a:endParaRPr lang="en-US" altLang="zh-CN"/>
          </a:p>
        </p:txBody>
      </p:sp>
    </p:spTree>
  </p:cSld>
  <p:clrMapOvr>
    <a:overrideClrMapping bg1="lt1" tx1="dk1" bg2="lt2" tx2="dk2" accent1="accent1" accent2="accent2" accent3="accent3" accent4="accent4" accent5="accent5" accent6="accent6" hlink="hlink" folHlink="folHlink"/>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 descr="37cb39cb-f27c-49b4-a3c6-d0c4ba5b1cd1"/>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 descr="fdede176-9775-4333-82b6-62120da107a7"/>
          <p:cNvSpPr>
            <a:spLocks noGrp="1"/>
          </p:cNvSpPr>
          <p:nvPr>
            <p:ph type="dt" sz="half" idx="10"/>
          </p:nvPr>
        </p:nvSpPr>
        <p:spPr/>
        <p:txBody>
          <a:bodyPr/>
          <a:lstStyle/>
          <a:p>
            <a:endParaRPr lang="en-US"/>
          </a:p>
        </p:txBody>
      </p:sp>
      <p:sp>
        <p:nvSpPr>
          <p:cNvPr id="4" name="" descr="cb19c3b3-5cae-4210-88ee-8cf0bc027b2b"/>
          <p:cNvSpPr>
            <a:spLocks noGrp="1"/>
          </p:cNvSpPr>
          <p:nvPr>
            <p:ph type="ftr" sz="quarter" idx="11"/>
          </p:nvPr>
        </p:nvSpPr>
        <p:spPr/>
        <p:txBody>
          <a:bodyPr/>
          <a:lstStyle/>
          <a:p>
            <a:endParaRPr lang="en-US"/>
          </a:p>
        </p:txBody>
      </p:sp>
      <p:sp>
        <p:nvSpPr>
          <p:cNvPr id="5" name="" descr="4068c185-b138-469d-8556-ffaf1bd12cc5"/>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blank" preserve="1">
  <p:cSld name="Blank">
    <p:spTree>
      <p:nvGrpSpPr>
        <p:cNvPr id="1" name=""/>
        <p:cNvGrpSpPr/>
        <p:nvPr/>
      </p:nvGrpSpPr>
      <p:grpSpPr>
        <a:xfrm>
          <a:off x="0" y="0"/>
          <a:ext cx="0" cy="0"/>
        </a:xfrm>
      </p:grpSpPr>
      <p:sp>
        <p:nvSpPr>
          <p:cNvPr id="2" name="" descr="c3516775-c3f6-48ab-bd81-f267a5b87a00"/>
          <p:cNvSpPr>
            <a:spLocks noGrp="1"/>
          </p:cNvSpPr>
          <p:nvPr>
            <p:ph type="dt" sz="half" idx="10"/>
          </p:nvPr>
        </p:nvSpPr>
        <p:spPr/>
        <p:txBody>
          <a:bodyPr/>
          <a:lstStyle/>
          <a:p>
            <a:endParaRPr lang="en-US"/>
          </a:p>
        </p:txBody>
      </p:sp>
      <p:sp>
        <p:nvSpPr>
          <p:cNvPr id="3" name="" descr="b909d998-81c9-40b6-b234-60ebc703da2f"/>
          <p:cNvSpPr>
            <a:spLocks noGrp="1"/>
          </p:cNvSpPr>
          <p:nvPr>
            <p:ph type="ftr" sz="quarter" idx="11"/>
          </p:nvPr>
        </p:nvSpPr>
        <p:spPr/>
        <p:txBody>
          <a:bodyPr/>
          <a:lstStyle/>
          <a:p>
            <a:endParaRPr lang="en-US"/>
          </a:p>
        </p:txBody>
      </p:sp>
      <p:sp>
        <p:nvSpPr>
          <p:cNvPr id="4" name="" descr="b141de30-886d-4a2d-84ad-25ec853265da"/>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Closing" preserve="1">
  <p:cSld name="Closing">
    <p:bg>
      <p:bgPr>
        <a:gradFill>
          <a:gsLst>
            <a:gs pos="0">
              <a:schemeClr val="accent1">
                <a:lumMod val="20000"/>
                <a:lumOff val="80000"/>
              </a:schemeClr>
            </a:gs>
            <a:gs pos="100000">
              <a:schemeClr val="accent2">
                <a:lumMod val="20000"/>
                <a:lumOff val="80000"/>
              </a:schemeClr>
            </a:gs>
          </a:gsLst>
          <a:lin ang="13500000" scaled="1"/>
        </a:gradFill>
        <a:effectLst/>
      </p:bgPr>
    </p:bg>
    <p:spTree>
      <p:nvGrpSpPr>
        <p:cNvPr id="1" name=""/>
        <p:cNvGrpSpPr/>
        <p:nvPr/>
      </p:nvGrpSpPr>
      <p:grpSpPr>
        <a:xfrm>
          <a:off x="0" y="0"/>
          <a:ext cx="0" cy="0"/>
        </a:xfrm>
      </p:grpSpPr>
      <p:grpSp>
        <p:nvGrpSpPr>
          <p:cNvPr id="2" name="" descr="6cff4ad5-abfe-467a-b886-14b6ac4290ef"/>
          <p:cNvGrpSpPr/>
          <p:nvPr/>
        </p:nvGrpSpPr>
        <p:grpSpPr>
          <a:xfrm>
            <a:off x="4435569" y="768239"/>
            <a:ext cx="7310250" cy="5713016"/>
            <a:chOff x="4436789" y="768239"/>
            <a:chExt cx="7310250" cy="5713016"/>
          </a:xfrm>
        </p:grpSpPr>
        <p:sp>
          <p:nvSpPr>
            <p:cNvPr id="6" name="" descr="06375e9d-85e5-41c1-9b9a-67587ecd6566"/>
            <p:cNvSpPr/>
            <p:nvPr/>
          </p:nvSpPr>
          <p:spPr>
            <a:xfrm>
              <a:off x="4436789" y="4753014"/>
              <a:ext cx="1957367" cy="1728241"/>
            </a:xfrm>
            <a:custGeom>
              <a:gdLst>
                <a:gd name="connsiteX0" fmla="*/ 0 w 1957367"/>
                <a:gd name="connsiteY0" fmla="*/ 440894 h 1728241"/>
                <a:gd name="connsiteX1" fmla="*/ 1516473 w 1957367"/>
                <a:gd name="connsiteY1" fmla="*/ 211768 h 1728241"/>
                <a:gd name="connsiteX2" fmla="*/ 1745599 w 1957367"/>
                <a:gd name="connsiteY2" fmla="*/ 1728241 h 1728241"/>
                <a:gd name="connsiteX3" fmla="*/ 0 w 1957367"/>
                <a:gd name="connsiteY3" fmla="*/ 440894 h 1728241"/>
              </a:gdLst>
              <a:cxnLst>
                <a:cxn ang="0">
                  <a:pos x="connsiteX0" y="connsiteY0"/>
                </a:cxn>
                <a:cxn ang="0">
                  <a:pos x="connsiteX1" y="connsiteY1"/>
                </a:cxn>
                <a:cxn ang="0">
                  <a:pos x="connsiteX2" y="connsiteY2"/>
                </a:cxn>
                <a:cxn ang="0">
                  <a:pos x="connsiteX3" y="connsiteY3"/>
                </a:cxn>
              </a:cxnLst>
              <a:rect l="l" t="t" r="r" b="b"/>
              <a:pathLst>
                <a:path w="1957367" h="1728241">
                  <a:moveTo>
                    <a:pt x="0" y="440894"/>
                  </a:moveTo>
                  <a:cubicBezTo>
                    <a:pt x="355521" y="-41158"/>
                    <a:pt x="1034421" y="-143753"/>
                    <a:pt x="1516473" y="211768"/>
                  </a:cubicBezTo>
                  <a:cubicBezTo>
                    <a:pt x="1998525" y="567289"/>
                    <a:pt x="2101120" y="1246190"/>
                    <a:pt x="1745599" y="1728241"/>
                  </a:cubicBezTo>
                  <a:lnTo>
                    <a:pt x="0" y="440894"/>
                  </a:lnTo>
                  <a:close/>
                </a:path>
              </a:pathLst>
            </a:custGeom>
            <a:solidFill>
              <a:srgbClr val="DF7E9F"/>
            </a:solidFill>
            <a:ln w="6781" cap="flat">
              <a:noFill/>
              <a:prstDash val="solid"/>
              <a:miter/>
            </a:ln>
          </p:spPr>
          <p:txBody>
            <a:bodyPr rtlCol="0" anchor="ctr"/>
            <a:lstStyle/>
            <a:p>
              <a:endParaRPr lang="zh-CN" altLang="en-US"/>
            </a:p>
          </p:txBody>
        </p:sp>
        <p:sp>
          <p:nvSpPr>
            <p:cNvPr id="8" name="" descr="34ba1af6-6327-49ca-89de-ade8b3a6129f"/>
            <p:cNvSpPr/>
            <p:nvPr/>
          </p:nvSpPr>
          <p:spPr>
            <a:xfrm>
              <a:off x="9010620" y="3863027"/>
              <a:ext cx="1992490" cy="1992489"/>
            </a:xfrm>
            <a:custGeom>
              <a:gdLst>
                <a:gd name="connsiteX0" fmla="*/ 1992491 w 1992490"/>
                <a:gd name="connsiteY0" fmla="*/ 996245 h 1992489"/>
                <a:gd name="connsiteX1" fmla="*/ 996245 w 1992490"/>
                <a:gd name="connsiteY1" fmla="*/ 1992490 h 1992489"/>
                <a:gd name="connsiteX2" fmla="*/ 0 w 1992490"/>
                <a:gd name="connsiteY2" fmla="*/ 996245 h 1992489"/>
                <a:gd name="connsiteX3" fmla="*/ 996245 w 1992490"/>
                <a:gd name="connsiteY3" fmla="*/ 0 h 1992489"/>
                <a:gd name="connsiteX4" fmla="*/ 1992491 w 1992490"/>
                <a:gd name="connsiteY4" fmla="*/ 996245 h 19924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92490" h="1992489">
                  <a:moveTo>
                    <a:pt x="1992491" y="996245"/>
                  </a:moveTo>
                  <a:cubicBezTo>
                    <a:pt x="1992491" y="1546456"/>
                    <a:pt x="1546456" y="1992490"/>
                    <a:pt x="996245" y="1992490"/>
                  </a:cubicBezTo>
                  <a:cubicBezTo>
                    <a:pt x="446034" y="1992490"/>
                    <a:pt x="0" y="1546456"/>
                    <a:pt x="0" y="996245"/>
                  </a:cubicBezTo>
                  <a:cubicBezTo>
                    <a:pt x="0" y="446034"/>
                    <a:pt x="446034" y="0"/>
                    <a:pt x="996245" y="0"/>
                  </a:cubicBezTo>
                  <a:cubicBezTo>
                    <a:pt x="1546456" y="0"/>
                    <a:pt x="1992491" y="446034"/>
                    <a:pt x="1992491" y="996245"/>
                  </a:cubicBezTo>
                  <a:close/>
                </a:path>
              </a:pathLst>
            </a:custGeom>
            <a:solidFill>
              <a:srgbClr val="90CEF4"/>
            </a:solidFill>
            <a:ln w="6781" cap="flat">
              <a:noFill/>
              <a:prstDash val="solid"/>
              <a:miter/>
            </a:ln>
          </p:spPr>
          <p:txBody>
            <a:bodyPr rtlCol="0" anchor="ctr"/>
            <a:lstStyle/>
            <a:p>
              <a:endParaRPr lang="zh-CN" altLang="en-US"/>
            </a:p>
          </p:txBody>
        </p:sp>
        <p:sp>
          <p:nvSpPr>
            <p:cNvPr id="9" name="" descr="1c171d3c-9ad1-4675-a59b-bc6a62a18a48"/>
            <p:cNvSpPr/>
            <p:nvPr/>
          </p:nvSpPr>
          <p:spPr>
            <a:xfrm>
              <a:off x="9136269" y="768239"/>
              <a:ext cx="1992490" cy="1992489"/>
            </a:xfrm>
            <a:custGeom>
              <a:gdLst>
                <a:gd name="connsiteX0" fmla="*/ 1992490 w 1992490"/>
                <a:gd name="connsiteY0" fmla="*/ 996245 h 1992489"/>
                <a:gd name="connsiteX1" fmla="*/ 996244 w 1992490"/>
                <a:gd name="connsiteY1" fmla="*/ 1992490 h 1992489"/>
                <a:gd name="connsiteX2" fmla="*/ -1 w 1992490"/>
                <a:gd name="connsiteY2" fmla="*/ 996245 h 1992489"/>
                <a:gd name="connsiteX3" fmla="*/ 996244 w 1992490"/>
                <a:gd name="connsiteY3" fmla="*/ 0 h 1992489"/>
                <a:gd name="connsiteX4" fmla="*/ 1992490 w 1992490"/>
                <a:gd name="connsiteY4" fmla="*/ 996245 h 19924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92490" h="1992489">
                  <a:moveTo>
                    <a:pt x="1992490" y="996245"/>
                  </a:moveTo>
                  <a:cubicBezTo>
                    <a:pt x="1992490" y="1546456"/>
                    <a:pt x="1546456" y="1992490"/>
                    <a:pt x="996244" y="1992490"/>
                  </a:cubicBezTo>
                  <a:cubicBezTo>
                    <a:pt x="446033" y="1992490"/>
                    <a:pt x="-1" y="1546456"/>
                    <a:pt x="-1" y="996245"/>
                  </a:cubicBezTo>
                  <a:cubicBezTo>
                    <a:pt x="-1" y="446034"/>
                    <a:pt x="446033" y="0"/>
                    <a:pt x="996244" y="0"/>
                  </a:cubicBezTo>
                  <a:cubicBezTo>
                    <a:pt x="1546456" y="0"/>
                    <a:pt x="1992490" y="446034"/>
                    <a:pt x="1992490" y="996245"/>
                  </a:cubicBezTo>
                  <a:close/>
                </a:path>
              </a:pathLst>
            </a:custGeom>
            <a:solidFill>
              <a:srgbClr val="ABABF4"/>
            </a:solidFill>
            <a:ln w="6781" cap="flat">
              <a:noFill/>
              <a:prstDash val="solid"/>
              <a:miter/>
            </a:ln>
          </p:spPr>
          <p:txBody>
            <a:bodyPr rtlCol="0" anchor="ctr"/>
            <a:lstStyle/>
            <a:p>
              <a:endParaRPr lang="zh-CN" altLang="en-US"/>
            </a:p>
          </p:txBody>
        </p:sp>
        <p:grpSp>
          <p:nvGrpSpPr>
            <p:cNvPr id="10" name="" descr="fb01f8f3-0c1a-40c1-a674-4995f77fe950"/>
            <p:cNvGrpSpPr/>
            <p:nvPr/>
          </p:nvGrpSpPr>
          <p:grpSpPr>
            <a:xfrm>
              <a:off x="6042092" y="2283763"/>
              <a:ext cx="1028521" cy="1028521"/>
              <a:chOff x="6042092" y="1967384"/>
              <a:chExt cx="1028521" cy="1028521"/>
            </a:xfrm>
          </p:grpSpPr>
          <p:grpSp>
            <p:nvGrpSpPr>
              <p:cNvPr id="155" name="" descr="24ebfdb7-1a4e-4515-a504-4e942c264ec6"/>
              <p:cNvGrpSpPr/>
              <p:nvPr/>
            </p:nvGrpSpPr>
            <p:grpSpPr>
              <a:xfrm>
                <a:off x="6042092" y="1967384"/>
                <a:ext cx="1028521" cy="1028521"/>
                <a:chOff x="6042092" y="1967384"/>
                <a:chExt cx="1028521" cy="1028521"/>
              </a:xfrm>
            </p:grpSpPr>
            <p:sp>
              <p:nvSpPr>
                <p:cNvPr id="157" name="" descr="5b0cd9e7-3a55-4a74-b5b9-2efbf360e024"/>
                <p:cNvSpPr/>
                <p:nvPr/>
              </p:nvSpPr>
              <p:spPr>
                <a:xfrm>
                  <a:off x="6724789" y="2481645"/>
                  <a:ext cx="345824" cy="357554"/>
                </a:xfrm>
                <a:custGeom>
                  <a:gdLst>
                    <a:gd name="connsiteX0" fmla="*/ 66046 w 345824"/>
                    <a:gd name="connsiteY0" fmla="*/ 0 h 357554"/>
                    <a:gd name="connsiteX1" fmla="*/ 0 w 345824"/>
                    <a:gd name="connsiteY1" fmla="*/ 163012 h 357554"/>
                    <a:gd name="connsiteX2" fmla="*/ 200985 w 345824"/>
                    <a:gd name="connsiteY2" fmla="*/ 357555 h 357554"/>
                    <a:gd name="connsiteX3" fmla="*/ 345824 w 345824"/>
                    <a:gd name="connsiteY3" fmla="*/ 0 h 357554"/>
                    <a:gd name="connsiteX4" fmla="*/ 66046 w 345824"/>
                    <a:gd name="connsiteY4" fmla="*/ 0 h 357554"/>
                  </a:gdLst>
                  <a:cxnLst>
                    <a:cxn ang="0">
                      <a:pos x="connsiteX0" y="connsiteY0"/>
                    </a:cxn>
                    <a:cxn ang="0">
                      <a:pos x="connsiteX1" y="connsiteY1"/>
                    </a:cxn>
                    <a:cxn ang="0">
                      <a:pos x="connsiteX2" y="connsiteY2"/>
                    </a:cxn>
                    <a:cxn ang="0">
                      <a:pos x="connsiteX3" y="connsiteY3"/>
                    </a:cxn>
                    <a:cxn ang="0">
                      <a:pos x="connsiteX4" y="connsiteY4"/>
                    </a:cxn>
                  </a:cxnLst>
                  <a:rect l="l" t="t" r="r" b="b"/>
                  <a:pathLst>
                    <a:path w="345824" h="357554">
                      <a:moveTo>
                        <a:pt x="66046" y="0"/>
                      </a:moveTo>
                      <a:cubicBezTo>
                        <a:pt x="66046" y="63401"/>
                        <a:pt x="40889" y="120835"/>
                        <a:pt x="0" y="163012"/>
                      </a:cubicBezTo>
                      <a:lnTo>
                        <a:pt x="200985" y="357555"/>
                      </a:lnTo>
                      <a:cubicBezTo>
                        <a:pt x="290560" y="264996"/>
                        <a:pt x="345824" y="139008"/>
                        <a:pt x="345824" y="0"/>
                      </a:cubicBezTo>
                      <a:lnTo>
                        <a:pt x="66046" y="0"/>
                      </a:lnTo>
                      <a:close/>
                    </a:path>
                  </a:pathLst>
                </a:custGeom>
                <a:solidFill>
                  <a:srgbClr val="DF7E9F"/>
                </a:solidFill>
                <a:ln w="6781" cap="flat">
                  <a:noFill/>
                  <a:prstDash val="solid"/>
                  <a:miter/>
                </a:ln>
              </p:spPr>
              <p:txBody>
                <a:bodyPr rtlCol="0" anchor="ctr"/>
                <a:lstStyle/>
                <a:p>
                  <a:endParaRPr lang="zh-CN" altLang="en-US"/>
                </a:p>
              </p:txBody>
            </p:sp>
            <p:sp>
              <p:nvSpPr>
                <p:cNvPr id="158" name="" descr="6bcf662f-efcc-4b13-a1f7-dca82ecebe0d"/>
                <p:cNvSpPr/>
                <p:nvPr/>
              </p:nvSpPr>
              <p:spPr>
                <a:xfrm>
                  <a:off x="6556353" y="2644589"/>
                  <a:ext cx="369489" cy="351316"/>
                </a:xfrm>
                <a:custGeom>
                  <a:gdLst>
                    <a:gd name="connsiteX0" fmla="*/ 0 w 369489"/>
                    <a:gd name="connsiteY0" fmla="*/ 71538 h 351316"/>
                    <a:gd name="connsiteX1" fmla="*/ 0 w 369489"/>
                    <a:gd name="connsiteY1" fmla="*/ 351317 h 351316"/>
                    <a:gd name="connsiteX2" fmla="*/ 369489 w 369489"/>
                    <a:gd name="connsiteY2" fmla="*/ 194543 h 351316"/>
                    <a:gd name="connsiteX3" fmla="*/ 168504 w 369489"/>
                    <a:gd name="connsiteY3" fmla="*/ 0 h 351316"/>
                    <a:gd name="connsiteX4" fmla="*/ 0 w 369489"/>
                    <a:gd name="connsiteY4" fmla="*/ 71470 h 351316"/>
                  </a:gdLst>
                  <a:cxnLst>
                    <a:cxn ang="0">
                      <a:pos x="connsiteX0" y="connsiteY0"/>
                    </a:cxn>
                    <a:cxn ang="0">
                      <a:pos x="connsiteX1" y="connsiteY1"/>
                    </a:cxn>
                    <a:cxn ang="0">
                      <a:pos x="connsiteX2" y="connsiteY2"/>
                    </a:cxn>
                    <a:cxn ang="0">
                      <a:pos x="connsiteX3" y="connsiteY3"/>
                    </a:cxn>
                    <a:cxn ang="0">
                      <a:pos x="connsiteX4" y="connsiteY4"/>
                    </a:cxn>
                  </a:cxnLst>
                  <a:rect l="l" t="t" r="r" b="b"/>
                  <a:pathLst>
                    <a:path w="369489" h="351316">
                      <a:moveTo>
                        <a:pt x="0" y="71538"/>
                      </a:moveTo>
                      <a:lnTo>
                        <a:pt x="0" y="351317"/>
                      </a:lnTo>
                      <a:cubicBezTo>
                        <a:pt x="145043" y="351317"/>
                        <a:pt x="275981" y="291170"/>
                        <a:pt x="369489" y="194543"/>
                      </a:cubicBezTo>
                      <a:lnTo>
                        <a:pt x="168504" y="0"/>
                      </a:lnTo>
                      <a:cubicBezTo>
                        <a:pt x="125853" y="44076"/>
                        <a:pt x="66181" y="71470"/>
                        <a:pt x="0" y="71470"/>
                      </a:cubicBezTo>
                      <a:close/>
                    </a:path>
                  </a:pathLst>
                </a:custGeom>
                <a:solidFill>
                  <a:srgbClr val="95D4DF"/>
                </a:solidFill>
                <a:ln w="6781" cap="flat">
                  <a:noFill/>
                  <a:prstDash val="solid"/>
                  <a:miter/>
                </a:ln>
              </p:spPr>
              <p:txBody>
                <a:bodyPr rtlCol="0" anchor="ctr"/>
                <a:lstStyle/>
                <a:p>
                  <a:endParaRPr lang="zh-CN" altLang="en-US"/>
                </a:p>
              </p:txBody>
            </p:sp>
            <p:sp>
              <p:nvSpPr>
                <p:cNvPr id="159" name="" descr="bf168f10-326b-4a3f-ae4c-54c52d35e549"/>
                <p:cNvSpPr/>
                <p:nvPr/>
              </p:nvSpPr>
              <p:spPr>
                <a:xfrm>
                  <a:off x="6042092" y="1967384"/>
                  <a:ext cx="514261" cy="1028521"/>
                </a:xfrm>
                <a:custGeom>
                  <a:gdLst>
                    <a:gd name="connsiteX0" fmla="*/ 279779 w 514261"/>
                    <a:gd name="connsiteY0" fmla="*/ 514261 h 1028521"/>
                    <a:gd name="connsiteX1" fmla="*/ 514261 w 514261"/>
                    <a:gd name="connsiteY1" fmla="*/ 279779 h 1028521"/>
                    <a:gd name="connsiteX2" fmla="*/ 514261 w 514261"/>
                    <a:gd name="connsiteY2" fmla="*/ 0 h 1028521"/>
                    <a:gd name="connsiteX3" fmla="*/ 0 w 514261"/>
                    <a:gd name="connsiteY3" fmla="*/ 514261 h 1028521"/>
                    <a:gd name="connsiteX4" fmla="*/ 514261 w 514261"/>
                    <a:gd name="connsiteY4" fmla="*/ 1028522 h 1028521"/>
                    <a:gd name="connsiteX5" fmla="*/ 514261 w 514261"/>
                    <a:gd name="connsiteY5" fmla="*/ 748743 h 1028521"/>
                    <a:gd name="connsiteX6" fmla="*/ 279779 w 514261"/>
                    <a:gd name="connsiteY6" fmla="*/ 514261 h 102852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261" h="1028521">
                      <a:moveTo>
                        <a:pt x="279779" y="514261"/>
                      </a:moveTo>
                      <a:cubicBezTo>
                        <a:pt x="279779" y="384746"/>
                        <a:pt x="384746" y="279779"/>
                        <a:pt x="514261" y="279779"/>
                      </a:cubicBezTo>
                      <a:lnTo>
                        <a:pt x="514261" y="0"/>
                      </a:lnTo>
                      <a:cubicBezTo>
                        <a:pt x="230211" y="0"/>
                        <a:pt x="0" y="230278"/>
                        <a:pt x="0" y="514261"/>
                      </a:cubicBezTo>
                      <a:cubicBezTo>
                        <a:pt x="0" y="798244"/>
                        <a:pt x="230278" y="1028522"/>
                        <a:pt x="514261" y="1028522"/>
                      </a:cubicBezTo>
                      <a:lnTo>
                        <a:pt x="514261" y="748743"/>
                      </a:lnTo>
                      <a:cubicBezTo>
                        <a:pt x="384746" y="748743"/>
                        <a:pt x="279779" y="643776"/>
                        <a:pt x="279779" y="514261"/>
                      </a:cubicBezTo>
                      <a:close/>
                    </a:path>
                  </a:pathLst>
                </a:custGeom>
                <a:solidFill>
                  <a:srgbClr val="7162EF"/>
                </a:solidFill>
                <a:ln w="6781" cap="flat">
                  <a:noFill/>
                  <a:prstDash val="solid"/>
                  <a:miter/>
                </a:ln>
              </p:spPr>
              <p:txBody>
                <a:bodyPr rtlCol="0" anchor="ctr"/>
                <a:lstStyle/>
                <a:p>
                  <a:endParaRPr lang="zh-CN" altLang="en-US"/>
                </a:p>
              </p:txBody>
            </p:sp>
            <p:sp>
              <p:nvSpPr>
                <p:cNvPr id="160" name="" descr="5dbc6cda-8b92-49f9-993e-99350e38ad7e"/>
                <p:cNvSpPr/>
                <p:nvPr/>
              </p:nvSpPr>
              <p:spPr>
                <a:xfrm>
                  <a:off x="6556353" y="1967384"/>
                  <a:ext cx="514260" cy="514261"/>
                </a:xfrm>
                <a:custGeom>
                  <a:gdLst>
                    <a:gd name="connsiteX0" fmla="*/ 234482 w 514260"/>
                    <a:gd name="connsiteY0" fmla="*/ 514261 h 514261"/>
                    <a:gd name="connsiteX1" fmla="*/ 514261 w 514260"/>
                    <a:gd name="connsiteY1" fmla="*/ 514261 h 514261"/>
                    <a:gd name="connsiteX2" fmla="*/ 0 w 514260"/>
                    <a:gd name="connsiteY2" fmla="*/ 0 h 514261"/>
                    <a:gd name="connsiteX3" fmla="*/ 0 w 514260"/>
                    <a:gd name="connsiteY3" fmla="*/ 279779 h 514261"/>
                    <a:gd name="connsiteX4" fmla="*/ 234482 w 514260"/>
                    <a:gd name="connsiteY4" fmla="*/ 514261 h 514261"/>
                  </a:gdLst>
                  <a:cxnLst>
                    <a:cxn ang="0">
                      <a:pos x="connsiteX0" y="connsiteY0"/>
                    </a:cxn>
                    <a:cxn ang="0">
                      <a:pos x="connsiteX1" y="connsiteY1"/>
                    </a:cxn>
                    <a:cxn ang="0">
                      <a:pos x="connsiteX2" y="connsiteY2"/>
                    </a:cxn>
                    <a:cxn ang="0">
                      <a:pos x="connsiteX3" y="connsiteY3"/>
                    </a:cxn>
                    <a:cxn ang="0">
                      <a:pos x="connsiteX4" y="connsiteY4"/>
                    </a:cxn>
                  </a:cxnLst>
                  <a:rect l="l" t="t" r="r" b="b"/>
                  <a:pathLst>
                    <a:path w="514260" h="514261">
                      <a:moveTo>
                        <a:pt x="234482" y="514261"/>
                      </a:moveTo>
                      <a:lnTo>
                        <a:pt x="514261" y="514261"/>
                      </a:lnTo>
                      <a:cubicBezTo>
                        <a:pt x="514261" y="230210"/>
                        <a:pt x="283983" y="0"/>
                        <a:pt x="0" y="0"/>
                      </a:cubicBezTo>
                      <a:lnTo>
                        <a:pt x="0" y="279779"/>
                      </a:lnTo>
                      <a:cubicBezTo>
                        <a:pt x="129514" y="279779"/>
                        <a:pt x="234482" y="384746"/>
                        <a:pt x="234482" y="514261"/>
                      </a:cubicBezTo>
                      <a:close/>
                    </a:path>
                  </a:pathLst>
                </a:custGeom>
                <a:solidFill>
                  <a:srgbClr val="F9B65D"/>
                </a:solidFill>
                <a:ln w="6781" cap="flat">
                  <a:noFill/>
                  <a:prstDash val="solid"/>
                  <a:miter/>
                </a:ln>
              </p:spPr>
              <p:txBody>
                <a:bodyPr rtlCol="0" anchor="ctr"/>
                <a:lstStyle/>
                <a:p>
                  <a:endParaRPr lang="zh-CN" altLang="en-US"/>
                </a:p>
              </p:txBody>
            </p:sp>
          </p:grpSp>
          <p:sp>
            <p:nvSpPr>
              <p:cNvPr id="156" name="" descr="3001ee57-de14-40db-9047-1ec780b5070a"/>
              <p:cNvSpPr/>
              <p:nvPr/>
            </p:nvSpPr>
            <p:spPr>
              <a:xfrm rot="-748801">
                <a:off x="6147138" y="2072430"/>
                <a:ext cx="818450" cy="818450"/>
              </a:xfrm>
              <a:custGeom>
                <a:gdLst>
                  <a:gd name="connsiteX0" fmla="*/ 818450 w 818450"/>
                  <a:gd name="connsiteY0" fmla="*/ 409225 h 818450"/>
                  <a:gd name="connsiteX1" fmla="*/ 409225 w 818450"/>
                  <a:gd name="connsiteY1" fmla="*/ 818450 h 818450"/>
                  <a:gd name="connsiteX2" fmla="*/ 0 w 818450"/>
                  <a:gd name="connsiteY2" fmla="*/ 409225 h 818450"/>
                  <a:gd name="connsiteX3" fmla="*/ 409225 w 818450"/>
                  <a:gd name="connsiteY3" fmla="*/ 0 h 818450"/>
                  <a:gd name="connsiteX4" fmla="*/ 818450 w 818450"/>
                  <a:gd name="connsiteY4" fmla="*/ 409225 h 818450"/>
                </a:gdLst>
                <a:cxnLst>
                  <a:cxn ang="0">
                    <a:pos x="connsiteX0" y="connsiteY0"/>
                  </a:cxn>
                  <a:cxn ang="0">
                    <a:pos x="connsiteX1" y="connsiteY1"/>
                  </a:cxn>
                  <a:cxn ang="0">
                    <a:pos x="connsiteX2" y="connsiteY2"/>
                  </a:cxn>
                  <a:cxn ang="0">
                    <a:pos x="connsiteX3" y="connsiteY3"/>
                  </a:cxn>
                  <a:cxn ang="0">
                    <a:pos x="connsiteX4" y="connsiteY4"/>
                  </a:cxn>
                </a:cxnLst>
                <a:rect l="l" t="t" r="r" b="b"/>
                <a:pathLst>
                  <a:path w="818450" h="818450">
                    <a:moveTo>
                      <a:pt x="818450" y="409225"/>
                    </a:moveTo>
                    <a:cubicBezTo>
                      <a:pt x="818450" y="635234"/>
                      <a:pt x="635234" y="818450"/>
                      <a:pt x="409225" y="818450"/>
                    </a:cubicBezTo>
                    <a:cubicBezTo>
                      <a:pt x="183216" y="818450"/>
                      <a:pt x="0" y="635234"/>
                      <a:pt x="0" y="409225"/>
                    </a:cubicBezTo>
                    <a:cubicBezTo>
                      <a:pt x="0" y="183216"/>
                      <a:pt x="183216" y="0"/>
                      <a:pt x="409225" y="0"/>
                    </a:cubicBezTo>
                    <a:cubicBezTo>
                      <a:pt x="635234" y="0"/>
                      <a:pt x="818450" y="183216"/>
                      <a:pt x="818450" y="409225"/>
                    </a:cubicBezTo>
                    <a:close/>
                  </a:path>
                </a:pathLst>
              </a:custGeom>
              <a:noFill/>
              <a:ln w="13562" cap="flat">
                <a:solidFill>
                  <a:srgbClr val="3D436C"/>
                </a:solidFill>
                <a:prstDash val="solid"/>
                <a:miter/>
              </a:ln>
            </p:spPr>
            <p:txBody>
              <a:bodyPr rtlCol="0" anchor="ctr"/>
              <a:lstStyle/>
              <a:p>
                <a:endParaRPr lang="zh-CN" altLang="en-US"/>
              </a:p>
            </p:txBody>
          </p:sp>
        </p:grpSp>
        <p:grpSp>
          <p:nvGrpSpPr>
            <p:cNvPr id="11" name="" descr="cc8f127f-ab61-402d-ac65-45eb387f1901"/>
            <p:cNvGrpSpPr/>
            <p:nvPr/>
          </p:nvGrpSpPr>
          <p:grpSpPr>
            <a:xfrm>
              <a:off x="5243648" y="3978964"/>
              <a:ext cx="922984" cy="228198"/>
              <a:chOff x="5243648" y="3662585"/>
              <a:chExt cx="922984" cy="228198"/>
            </a:xfrm>
            <a:solidFill>
              <a:srgbClr val="F9B65D"/>
            </a:solidFill>
          </p:grpSpPr>
          <p:sp>
            <p:nvSpPr>
              <p:cNvPr id="146" name="" descr="e7e8b594-4f67-4b2b-80c2-007d52143f8a"/>
              <p:cNvSpPr/>
              <p:nvPr/>
            </p:nvSpPr>
            <p:spPr>
              <a:xfrm rot="464400">
                <a:off x="5246584" y="3723861"/>
                <a:ext cx="917111" cy="105645"/>
              </a:xfrm>
              <a:custGeom>
                <a:gdLst>
                  <a:gd name="connsiteX0" fmla="*/ 0 w 917111"/>
                  <a:gd name="connsiteY0" fmla="*/ 0 h 105645"/>
                  <a:gd name="connsiteX1" fmla="*/ 917112 w 917111"/>
                  <a:gd name="connsiteY1" fmla="*/ 0 h 105645"/>
                  <a:gd name="connsiteX2" fmla="*/ 917112 w 917111"/>
                  <a:gd name="connsiteY2" fmla="*/ 105646 h 105645"/>
                  <a:gd name="connsiteX3" fmla="*/ 0 w 917111"/>
                  <a:gd name="connsiteY3" fmla="*/ 105646 h 105645"/>
                </a:gdLst>
                <a:cxnLst>
                  <a:cxn ang="0">
                    <a:pos x="connsiteX0" y="connsiteY0"/>
                  </a:cxn>
                  <a:cxn ang="0">
                    <a:pos x="connsiteX1" y="connsiteY1"/>
                  </a:cxn>
                  <a:cxn ang="0">
                    <a:pos x="connsiteX2" y="connsiteY2"/>
                  </a:cxn>
                  <a:cxn ang="0">
                    <a:pos x="connsiteX3" y="connsiteY3"/>
                  </a:cxn>
                </a:cxnLst>
                <a:rect l="l" t="t" r="r" b="b"/>
                <a:pathLst>
                  <a:path w="917111" h="105645">
                    <a:moveTo>
                      <a:pt x="0" y="0"/>
                    </a:moveTo>
                    <a:lnTo>
                      <a:pt x="917112" y="0"/>
                    </a:lnTo>
                    <a:lnTo>
                      <a:pt x="917112" y="105646"/>
                    </a:lnTo>
                    <a:lnTo>
                      <a:pt x="0" y="105646"/>
                    </a:lnTo>
                    <a:close/>
                  </a:path>
                </a:pathLst>
              </a:custGeom>
              <a:solidFill>
                <a:srgbClr val="F9B65D"/>
              </a:solidFill>
              <a:ln w="6781" cap="flat">
                <a:noFill/>
                <a:prstDash val="solid"/>
                <a:miter/>
              </a:ln>
            </p:spPr>
            <p:txBody>
              <a:bodyPr rtlCol="0" anchor="ctr"/>
              <a:lstStyle/>
              <a:p>
                <a:endParaRPr lang="zh-CN" altLang="en-US"/>
              </a:p>
            </p:txBody>
          </p:sp>
          <p:grpSp>
            <p:nvGrpSpPr>
              <p:cNvPr id="147" name="" descr="1b6f52ba-ef7a-4b91-bc29-89c67a925e90"/>
              <p:cNvGrpSpPr/>
              <p:nvPr/>
            </p:nvGrpSpPr>
            <p:grpSpPr>
              <a:xfrm>
                <a:off x="5339933" y="3707422"/>
                <a:ext cx="726163" cy="170131"/>
                <a:chOff x="5339933" y="3707422"/>
                <a:chExt cx="726163" cy="170131"/>
              </a:xfrm>
            </p:grpSpPr>
            <p:sp>
              <p:nvSpPr>
                <p:cNvPr id="149" name="" descr="c0108f7b-6252-4812-91f3-21af24b00745"/>
                <p:cNvSpPr/>
                <p:nvPr/>
              </p:nvSpPr>
              <p:spPr>
                <a:xfrm>
                  <a:off x="5339933" y="3707422"/>
                  <a:ext cx="9832" cy="72826"/>
                </a:xfrm>
                <a:custGeom>
                  <a:gdLst>
                    <a:gd name="connsiteX0" fmla="*/ 9832 w 9832"/>
                    <a:gd name="connsiteY0" fmla="*/ 0 h 72826"/>
                    <a:gd name="connsiteX1" fmla="*/ 0 w 9832"/>
                    <a:gd name="connsiteY1" fmla="*/ 72826 h 72826"/>
                  </a:gdLst>
                  <a:cxnLst>
                    <a:cxn ang="0">
                      <a:pos x="connsiteX0" y="connsiteY0"/>
                    </a:cxn>
                    <a:cxn ang="0">
                      <a:pos x="connsiteX1" y="connsiteY1"/>
                    </a:cxn>
                  </a:cxnLst>
                  <a:rect l="l" t="t" r="r" b="b"/>
                  <a:pathLst>
                    <a:path w="9832" h="72826">
                      <a:moveTo>
                        <a:pt x="9832" y="0"/>
                      </a:moveTo>
                      <a:lnTo>
                        <a:pt x="0" y="72826"/>
                      </a:lnTo>
                    </a:path>
                  </a:pathLst>
                </a:custGeom>
                <a:ln w="13562" cap="flat">
                  <a:solidFill>
                    <a:srgbClr val="3D436C"/>
                  </a:solidFill>
                  <a:prstDash val="solid"/>
                  <a:miter/>
                </a:ln>
              </p:spPr>
              <p:txBody>
                <a:bodyPr rtlCol="0" anchor="ctr"/>
                <a:lstStyle/>
                <a:p>
                  <a:endParaRPr lang="zh-CN" altLang="en-US"/>
                </a:p>
              </p:txBody>
            </p:sp>
            <p:sp>
              <p:nvSpPr>
                <p:cNvPr id="150" name="" descr="5c0f16b9-2bf3-47c4-b9c5-a7524e35cdfd"/>
                <p:cNvSpPr/>
                <p:nvPr/>
              </p:nvSpPr>
              <p:spPr>
                <a:xfrm>
                  <a:off x="5483145" y="3726883"/>
                  <a:ext cx="9900" cy="72826"/>
                </a:xfrm>
                <a:custGeom>
                  <a:gdLst>
                    <a:gd name="connsiteX0" fmla="*/ 9900 w 9900"/>
                    <a:gd name="connsiteY0" fmla="*/ 0 h 72826"/>
                    <a:gd name="connsiteX1" fmla="*/ 0 w 9900"/>
                    <a:gd name="connsiteY1" fmla="*/ 72826 h 72826"/>
                  </a:gdLst>
                  <a:cxnLst>
                    <a:cxn ang="0">
                      <a:pos x="connsiteX0" y="connsiteY0"/>
                    </a:cxn>
                    <a:cxn ang="0">
                      <a:pos x="connsiteX1" y="connsiteY1"/>
                    </a:cxn>
                  </a:cxnLst>
                  <a:rect l="l" t="t" r="r" b="b"/>
                  <a:pathLst>
                    <a:path w="9900" h="72826">
                      <a:moveTo>
                        <a:pt x="9900" y="0"/>
                      </a:moveTo>
                      <a:lnTo>
                        <a:pt x="0" y="72826"/>
                      </a:lnTo>
                    </a:path>
                  </a:pathLst>
                </a:custGeom>
                <a:ln w="13562" cap="flat">
                  <a:solidFill>
                    <a:srgbClr val="3D436C"/>
                  </a:solidFill>
                  <a:prstDash val="solid"/>
                  <a:miter/>
                </a:ln>
              </p:spPr>
              <p:txBody>
                <a:bodyPr rtlCol="0" anchor="ctr"/>
                <a:lstStyle/>
                <a:p>
                  <a:endParaRPr lang="zh-CN" altLang="en-US"/>
                </a:p>
              </p:txBody>
            </p:sp>
            <p:sp>
              <p:nvSpPr>
                <p:cNvPr id="151" name="" descr="226cf3fc-00a0-41b1-8818-543f21e2abbc"/>
                <p:cNvSpPr/>
                <p:nvPr/>
              </p:nvSpPr>
              <p:spPr>
                <a:xfrm>
                  <a:off x="5626424" y="3746344"/>
                  <a:ext cx="9900" cy="72826"/>
                </a:xfrm>
                <a:custGeom>
                  <a:gdLst>
                    <a:gd name="connsiteX0" fmla="*/ 9900 w 9900"/>
                    <a:gd name="connsiteY0" fmla="*/ 0 h 72826"/>
                    <a:gd name="connsiteX1" fmla="*/ 0 w 9900"/>
                    <a:gd name="connsiteY1" fmla="*/ 72826 h 72826"/>
                  </a:gdLst>
                  <a:cxnLst>
                    <a:cxn ang="0">
                      <a:pos x="connsiteX0" y="connsiteY0"/>
                    </a:cxn>
                    <a:cxn ang="0">
                      <a:pos x="connsiteX1" y="connsiteY1"/>
                    </a:cxn>
                  </a:cxnLst>
                  <a:rect l="l" t="t" r="r" b="b"/>
                  <a:pathLst>
                    <a:path w="9900" h="72826">
                      <a:moveTo>
                        <a:pt x="9900" y="0"/>
                      </a:moveTo>
                      <a:lnTo>
                        <a:pt x="0" y="72826"/>
                      </a:lnTo>
                    </a:path>
                  </a:pathLst>
                </a:custGeom>
                <a:ln w="13562" cap="flat">
                  <a:solidFill>
                    <a:srgbClr val="3D436C"/>
                  </a:solidFill>
                  <a:prstDash val="solid"/>
                  <a:miter/>
                </a:ln>
              </p:spPr>
              <p:txBody>
                <a:bodyPr rtlCol="0" anchor="ctr"/>
                <a:lstStyle/>
                <a:p>
                  <a:endParaRPr lang="zh-CN" altLang="en-US"/>
                </a:p>
              </p:txBody>
            </p:sp>
            <p:sp>
              <p:nvSpPr>
                <p:cNvPr id="152" name="" descr="354d255c-17f8-4d0d-a677-f9d79543626f"/>
                <p:cNvSpPr/>
                <p:nvPr/>
              </p:nvSpPr>
              <p:spPr>
                <a:xfrm>
                  <a:off x="5769704" y="3765805"/>
                  <a:ext cx="9832" cy="72826"/>
                </a:xfrm>
                <a:custGeom>
                  <a:gdLst>
                    <a:gd name="connsiteX0" fmla="*/ 9832 w 9832"/>
                    <a:gd name="connsiteY0" fmla="*/ 0 h 72826"/>
                    <a:gd name="connsiteX1" fmla="*/ 0 w 9832"/>
                    <a:gd name="connsiteY1" fmla="*/ 72826 h 72826"/>
                  </a:gdLst>
                  <a:cxnLst>
                    <a:cxn ang="0">
                      <a:pos x="connsiteX0" y="connsiteY0"/>
                    </a:cxn>
                    <a:cxn ang="0">
                      <a:pos x="connsiteX1" y="connsiteY1"/>
                    </a:cxn>
                  </a:cxnLst>
                  <a:rect l="l" t="t" r="r" b="b"/>
                  <a:pathLst>
                    <a:path w="9832" h="72826">
                      <a:moveTo>
                        <a:pt x="9832" y="0"/>
                      </a:moveTo>
                      <a:lnTo>
                        <a:pt x="0" y="72826"/>
                      </a:lnTo>
                    </a:path>
                  </a:pathLst>
                </a:custGeom>
                <a:ln w="13562" cap="flat">
                  <a:solidFill>
                    <a:srgbClr val="3D436C"/>
                  </a:solidFill>
                  <a:prstDash val="solid"/>
                  <a:miter/>
                </a:ln>
              </p:spPr>
              <p:txBody>
                <a:bodyPr rtlCol="0" anchor="ctr"/>
                <a:lstStyle/>
                <a:p>
                  <a:endParaRPr lang="zh-CN" altLang="en-US"/>
                </a:p>
              </p:txBody>
            </p:sp>
            <p:sp>
              <p:nvSpPr>
                <p:cNvPr id="153" name="" descr="0a16a698-766b-4e00-8072-4d902d995aa2"/>
                <p:cNvSpPr/>
                <p:nvPr/>
              </p:nvSpPr>
              <p:spPr>
                <a:xfrm>
                  <a:off x="5912916" y="3785266"/>
                  <a:ext cx="9900" cy="72826"/>
                </a:xfrm>
                <a:custGeom>
                  <a:gdLst>
                    <a:gd name="connsiteX0" fmla="*/ 9900 w 9900"/>
                    <a:gd name="connsiteY0" fmla="*/ 0 h 72826"/>
                    <a:gd name="connsiteX1" fmla="*/ 0 w 9900"/>
                    <a:gd name="connsiteY1" fmla="*/ 72827 h 72826"/>
                  </a:gdLst>
                  <a:cxnLst>
                    <a:cxn ang="0">
                      <a:pos x="connsiteX0" y="connsiteY0"/>
                    </a:cxn>
                    <a:cxn ang="0">
                      <a:pos x="connsiteX1" y="connsiteY1"/>
                    </a:cxn>
                  </a:cxnLst>
                  <a:rect l="l" t="t" r="r" b="b"/>
                  <a:pathLst>
                    <a:path w="9900" h="72826">
                      <a:moveTo>
                        <a:pt x="9900" y="0"/>
                      </a:moveTo>
                      <a:lnTo>
                        <a:pt x="0" y="72827"/>
                      </a:lnTo>
                    </a:path>
                  </a:pathLst>
                </a:custGeom>
                <a:ln w="13562" cap="flat">
                  <a:solidFill>
                    <a:srgbClr val="3D436C"/>
                  </a:solidFill>
                  <a:prstDash val="solid"/>
                  <a:miter/>
                </a:ln>
              </p:spPr>
              <p:txBody>
                <a:bodyPr rtlCol="0" anchor="ctr"/>
                <a:lstStyle/>
                <a:p>
                  <a:endParaRPr lang="zh-CN" altLang="en-US"/>
                </a:p>
              </p:txBody>
            </p:sp>
            <p:sp>
              <p:nvSpPr>
                <p:cNvPr id="154" name="" descr="03812a5c-14be-4882-8ef6-03439da231f7"/>
                <p:cNvSpPr/>
                <p:nvPr/>
              </p:nvSpPr>
              <p:spPr>
                <a:xfrm>
                  <a:off x="6056196" y="3804795"/>
                  <a:ext cx="9900" cy="72758"/>
                </a:xfrm>
                <a:custGeom>
                  <a:gdLst>
                    <a:gd name="connsiteX0" fmla="*/ 9900 w 9900"/>
                    <a:gd name="connsiteY0" fmla="*/ 0 h 72758"/>
                    <a:gd name="connsiteX1" fmla="*/ 0 w 9900"/>
                    <a:gd name="connsiteY1" fmla="*/ 72759 h 72758"/>
                  </a:gdLst>
                  <a:cxnLst>
                    <a:cxn ang="0">
                      <a:pos x="connsiteX0" y="connsiteY0"/>
                    </a:cxn>
                    <a:cxn ang="0">
                      <a:pos x="connsiteX1" y="connsiteY1"/>
                    </a:cxn>
                  </a:cxnLst>
                  <a:rect l="l" t="t" r="r" b="b"/>
                  <a:pathLst>
                    <a:path w="9900" h="72758">
                      <a:moveTo>
                        <a:pt x="9900" y="0"/>
                      </a:moveTo>
                      <a:lnTo>
                        <a:pt x="0" y="72759"/>
                      </a:lnTo>
                    </a:path>
                  </a:pathLst>
                </a:custGeom>
                <a:ln w="13562" cap="flat">
                  <a:solidFill>
                    <a:srgbClr val="3D436C"/>
                  </a:solidFill>
                  <a:prstDash val="solid"/>
                  <a:miter/>
                </a:ln>
              </p:spPr>
              <p:txBody>
                <a:bodyPr rtlCol="0" anchor="ctr"/>
                <a:lstStyle/>
                <a:p>
                  <a:endParaRPr lang="zh-CN" altLang="en-US"/>
                </a:p>
              </p:txBody>
            </p:sp>
          </p:grpSp>
          <p:sp>
            <p:nvSpPr>
              <p:cNvPr id="148" name="" descr="949d753e-9c09-4eb5-9c38-3f8f6d1fd31c"/>
              <p:cNvSpPr/>
              <p:nvPr/>
            </p:nvSpPr>
            <p:spPr>
              <a:xfrm>
                <a:off x="5253545" y="3694335"/>
                <a:ext cx="908771" cy="123479"/>
              </a:xfrm>
              <a:custGeom>
                <a:gdLst>
                  <a:gd name="connsiteX0" fmla="*/ 0 w 908771"/>
                  <a:gd name="connsiteY0" fmla="*/ 0 h 123479"/>
                  <a:gd name="connsiteX1" fmla="*/ 908772 w 908771"/>
                  <a:gd name="connsiteY1" fmla="*/ 123480 h 123479"/>
                </a:gdLst>
                <a:cxnLst>
                  <a:cxn ang="0">
                    <a:pos x="connsiteX0" y="connsiteY0"/>
                  </a:cxn>
                  <a:cxn ang="0">
                    <a:pos x="connsiteX1" y="connsiteY1"/>
                  </a:cxn>
                </a:cxnLst>
                <a:rect l="l" t="t" r="r" b="b"/>
                <a:pathLst>
                  <a:path w="908771" h="123479">
                    <a:moveTo>
                      <a:pt x="0" y="0"/>
                    </a:moveTo>
                    <a:lnTo>
                      <a:pt x="908772" y="123480"/>
                    </a:lnTo>
                  </a:path>
                </a:pathLst>
              </a:custGeom>
              <a:ln w="13562" cap="flat">
                <a:solidFill>
                  <a:srgbClr val="3D436C"/>
                </a:solidFill>
                <a:prstDash val="solid"/>
                <a:miter/>
              </a:ln>
            </p:spPr>
            <p:txBody>
              <a:bodyPr rtlCol="0" anchor="ctr"/>
              <a:lstStyle/>
              <a:p>
                <a:endParaRPr lang="zh-CN" altLang="en-US"/>
              </a:p>
            </p:txBody>
          </p:sp>
        </p:grpSp>
        <p:grpSp>
          <p:nvGrpSpPr>
            <p:cNvPr id="12" name="" descr="87119af2-899e-4be8-bd83-e918381e942a"/>
            <p:cNvGrpSpPr/>
            <p:nvPr/>
          </p:nvGrpSpPr>
          <p:grpSpPr>
            <a:xfrm>
              <a:off x="7301299" y="996415"/>
              <a:ext cx="1879724" cy="1189906"/>
              <a:chOff x="7301299" y="680036"/>
              <a:chExt cx="1879724" cy="1189906"/>
            </a:xfrm>
          </p:grpSpPr>
          <p:sp>
            <p:nvSpPr>
              <p:cNvPr id="132" name="" descr="3d501a90-7d8c-460c-953c-c370144798fd"/>
              <p:cNvSpPr/>
              <p:nvPr/>
            </p:nvSpPr>
            <p:spPr>
              <a:xfrm>
                <a:off x="7301299" y="680036"/>
                <a:ext cx="1879724" cy="1189906"/>
              </a:xfrm>
              <a:custGeom>
                <a:gdLst>
                  <a:gd name="connsiteX0" fmla="*/ 1879724 w 1879724"/>
                  <a:gd name="connsiteY0" fmla="*/ 447605 h 1189906"/>
                  <a:gd name="connsiteX1" fmla="*/ 1337866 w 1879724"/>
                  <a:gd name="connsiteY1" fmla="*/ 263572 h 1189906"/>
                  <a:gd name="connsiteX2" fmla="*/ 771120 w 1879724"/>
                  <a:gd name="connsiteY2" fmla="*/ 184033 h 1189906"/>
                  <a:gd name="connsiteX3" fmla="*/ 229262 w 1879724"/>
                  <a:gd name="connsiteY3" fmla="*/ 0 h 1189906"/>
                  <a:gd name="connsiteX4" fmla="*/ 0 w 1879724"/>
                  <a:gd name="connsiteY4" fmla="*/ 742302 h 1189906"/>
                  <a:gd name="connsiteX5" fmla="*/ 541859 w 1879724"/>
                  <a:gd name="connsiteY5" fmla="*/ 926334 h 1189906"/>
                  <a:gd name="connsiteX6" fmla="*/ 1108604 w 1879724"/>
                  <a:gd name="connsiteY6" fmla="*/ 1005874 h 1189906"/>
                  <a:gd name="connsiteX7" fmla="*/ 1650463 w 1879724"/>
                  <a:gd name="connsiteY7" fmla="*/ 1189907 h 1189906"/>
                  <a:gd name="connsiteX8" fmla="*/ 1879724 w 1879724"/>
                  <a:gd name="connsiteY8" fmla="*/ 447605 h 118990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724" h="1189906">
                    <a:moveTo>
                      <a:pt x="1879724" y="447605"/>
                    </a:moveTo>
                    <a:cubicBezTo>
                      <a:pt x="1602590" y="381695"/>
                      <a:pt x="1615000" y="329482"/>
                      <a:pt x="1337866" y="263572"/>
                    </a:cubicBezTo>
                    <a:cubicBezTo>
                      <a:pt x="1060732" y="197662"/>
                      <a:pt x="1048322" y="249943"/>
                      <a:pt x="771120" y="184033"/>
                    </a:cubicBezTo>
                    <a:cubicBezTo>
                      <a:pt x="493986" y="118123"/>
                      <a:pt x="506396" y="65910"/>
                      <a:pt x="229262" y="0"/>
                    </a:cubicBezTo>
                    <a:lnTo>
                      <a:pt x="0" y="742302"/>
                    </a:lnTo>
                    <a:cubicBezTo>
                      <a:pt x="277134" y="808212"/>
                      <a:pt x="264725" y="860424"/>
                      <a:pt x="541859" y="926334"/>
                    </a:cubicBezTo>
                    <a:cubicBezTo>
                      <a:pt x="818993" y="992244"/>
                      <a:pt x="831402" y="939964"/>
                      <a:pt x="1108604" y="1005874"/>
                    </a:cubicBezTo>
                    <a:cubicBezTo>
                      <a:pt x="1385738" y="1071784"/>
                      <a:pt x="1373329" y="1123997"/>
                      <a:pt x="1650463" y="1189907"/>
                    </a:cubicBezTo>
                    <a:lnTo>
                      <a:pt x="1879724" y="447605"/>
                    </a:lnTo>
                    <a:close/>
                  </a:path>
                </a:pathLst>
              </a:custGeom>
              <a:solidFill>
                <a:srgbClr val="95D4DF"/>
              </a:solidFill>
              <a:ln w="6781" cap="flat">
                <a:noFill/>
                <a:prstDash val="solid"/>
                <a:miter/>
              </a:ln>
            </p:spPr>
            <p:txBody>
              <a:bodyPr rtlCol="0" anchor="ctr"/>
              <a:lstStyle/>
              <a:p>
                <a:endParaRPr lang="zh-CN" altLang="en-US"/>
              </a:p>
            </p:txBody>
          </p:sp>
          <p:sp>
            <p:nvSpPr>
              <p:cNvPr id="133" name="" descr="b1203b31-59c1-4209-ab39-b0e0c3aa689b"/>
              <p:cNvSpPr/>
              <p:nvPr/>
            </p:nvSpPr>
            <p:spPr>
              <a:xfrm>
                <a:off x="7827630" y="858034"/>
                <a:ext cx="219903" cy="744403"/>
              </a:xfrm>
              <a:custGeom>
                <a:gdLst>
                  <a:gd name="connsiteX0" fmla="*/ 219904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4" y="0"/>
                    </a:moveTo>
                    <a:lnTo>
                      <a:pt x="0" y="744404"/>
                    </a:lnTo>
                  </a:path>
                </a:pathLst>
              </a:custGeom>
              <a:ln w="13562" cap="flat">
                <a:solidFill>
                  <a:srgbClr val="C5FAFF"/>
                </a:solidFill>
                <a:prstDash val="solid"/>
                <a:miter/>
              </a:ln>
            </p:spPr>
            <p:txBody>
              <a:bodyPr rtlCol="0" anchor="ctr"/>
              <a:lstStyle/>
              <a:p>
                <a:endParaRPr lang="zh-CN" altLang="en-US"/>
              </a:p>
            </p:txBody>
          </p:sp>
          <p:sp>
            <p:nvSpPr>
              <p:cNvPr id="134" name="" descr="951bb430-67b1-48ec-82cc-5308a6a26414"/>
              <p:cNvSpPr/>
              <p:nvPr/>
            </p:nvSpPr>
            <p:spPr>
              <a:xfrm>
                <a:off x="7759957" y="841963"/>
                <a:ext cx="219903" cy="744403"/>
              </a:xfrm>
              <a:custGeom>
                <a:gdLst>
                  <a:gd name="connsiteX0" fmla="*/ 219903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3" y="0"/>
                    </a:moveTo>
                    <a:lnTo>
                      <a:pt x="0" y="744404"/>
                    </a:lnTo>
                  </a:path>
                </a:pathLst>
              </a:custGeom>
              <a:ln w="13562" cap="flat">
                <a:solidFill>
                  <a:srgbClr val="C5FAFF"/>
                </a:solidFill>
                <a:prstDash val="solid"/>
                <a:miter/>
              </a:ln>
            </p:spPr>
            <p:txBody>
              <a:bodyPr rtlCol="0" anchor="ctr"/>
              <a:lstStyle/>
              <a:p>
                <a:endParaRPr lang="zh-CN" altLang="en-US"/>
              </a:p>
            </p:txBody>
          </p:sp>
          <p:sp>
            <p:nvSpPr>
              <p:cNvPr id="135" name="" descr="e5f33cd2-3ce9-4a63-8a55-b803f8db7c79"/>
              <p:cNvSpPr/>
              <p:nvPr/>
            </p:nvSpPr>
            <p:spPr>
              <a:xfrm>
                <a:off x="8505716" y="964154"/>
                <a:ext cx="219903" cy="744403"/>
              </a:xfrm>
              <a:custGeom>
                <a:gdLst>
                  <a:gd name="connsiteX0" fmla="*/ 219904 w 219903"/>
                  <a:gd name="connsiteY0" fmla="*/ 0 h 744403"/>
                  <a:gd name="connsiteX1" fmla="*/ 0 w 219903"/>
                  <a:gd name="connsiteY1" fmla="*/ 744404 h 744403"/>
                </a:gdLst>
                <a:cxnLst>
                  <a:cxn ang="0">
                    <a:pos x="connsiteX0" y="connsiteY0"/>
                  </a:cxn>
                  <a:cxn ang="0">
                    <a:pos x="connsiteX1" y="connsiteY1"/>
                  </a:cxn>
                </a:cxnLst>
                <a:rect l="l" t="t" r="r" b="b"/>
                <a:pathLst>
                  <a:path w="219903" h="744403">
                    <a:moveTo>
                      <a:pt x="219904" y="0"/>
                    </a:moveTo>
                    <a:lnTo>
                      <a:pt x="0" y="744404"/>
                    </a:lnTo>
                  </a:path>
                </a:pathLst>
              </a:custGeom>
              <a:ln w="13562" cap="flat">
                <a:solidFill>
                  <a:srgbClr val="C5FAFF"/>
                </a:solidFill>
                <a:prstDash val="solid"/>
                <a:miter/>
              </a:ln>
            </p:spPr>
            <p:txBody>
              <a:bodyPr rtlCol="0" anchor="ctr"/>
              <a:lstStyle/>
              <a:p>
                <a:endParaRPr lang="zh-CN" altLang="en-US"/>
              </a:p>
            </p:txBody>
          </p:sp>
          <p:grpSp>
            <p:nvGrpSpPr>
              <p:cNvPr id="136" name="" descr="18965dd2-a82f-4d0f-9477-8932c6b7e2e0"/>
              <p:cNvGrpSpPr/>
              <p:nvPr/>
            </p:nvGrpSpPr>
            <p:grpSpPr>
              <a:xfrm>
                <a:off x="7959488" y="1006946"/>
                <a:ext cx="525966" cy="525966"/>
                <a:chOff x="7959488" y="1006946"/>
                <a:chExt cx="525966" cy="525966"/>
              </a:xfrm>
              <a:noFill/>
            </p:grpSpPr>
            <p:sp>
              <p:nvSpPr>
                <p:cNvPr id="140" name="" descr="4776d5d2-1531-443f-8d4c-2aa8f4743bee"/>
                <p:cNvSpPr/>
                <p:nvPr/>
              </p:nvSpPr>
              <p:spPr>
                <a:xfrm rot="-5292000">
                  <a:off x="7967375" y="1014833"/>
                  <a:ext cx="510192" cy="510192"/>
                </a:xfrm>
                <a:custGeom>
                  <a:gdLst>
                    <a:gd name="connsiteX0" fmla="*/ 510192 w 510192"/>
                    <a:gd name="connsiteY0" fmla="*/ 255096 h 510192"/>
                    <a:gd name="connsiteX1" fmla="*/ 255096 w 510192"/>
                    <a:gd name="connsiteY1" fmla="*/ 510193 h 510192"/>
                    <a:gd name="connsiteX2" fmla="*/ 0 w 510192"/>
                    <a:gd name="connsiteY2" fmla="*/ 255096 h 510192"/>
                    <a:gd name="connsiteX3" fmla="*/ 255096 w 510192"/>
                    <a:gd name="connsiteY3" fmla="*/ 0 h 510192"/>
                    <a:gd name="connsiteX4" fmla="*/ 510192 w 510192"/>
                    <a:gd name="connsiteY4" fmla="*/ 255096 h 510192"/>
                  </a:gdLst>
                  <a:cxnLst>
                    <a:cxn ang="0">
                      <a:pos x="connsiteX0" y="connsiteY0"/>
                    </a:cxn>
                    <a:cxn ang="0">
                      <a:pos x="connsiteX1" y="connsiteY1"/>
                    </a:cxn>
                    <a:cxn ang="0">
                      <a:pos x="connsiteX2" y="connsiteY2"/>
                    </a:cxn>
                    <a:cxn ang="0">
                      <a:pos x="connsiteX3" y="connsiteY3"/>
                    </a:cxn>
                    <a:cxn ang="0">
                      <a:pos x="connsiteX4" y="connsiteY4"/>
                    </a:cxn>
                  </a:cxnLst>
                  <a:rect l="l" t="t" r="r" b="b"/>
                  <a:pathLst>
                    <a:path w="510192" h="510192">
                      <a:moveTo>
                        <a:pt x="510192" y="255096"/>
                      </a:moveTo>
                      <a:cubicBezTo>
                        <a:pt x="510192" y="395982"/>
                        <a:pt x="395982" y="510193"/>
                        <a:pt x="255096" y="510193"/>
                      </a:cubicBezTo>
                      <a:cubicBezTo>
                        <a:pt x="114210" y="510193"/>
                        <a:pt x="0" y="395982"/>
                        <a:pt x="0" y="255096"/>
                      </a:cubicBezTo>
                      <a:cubicBezTo>
                        <a:pt x="0" y="114210"/>
                        <a:pt x="114210" y="0"/>
                        <a:pt x="255096" y="0"/>
                      </a:cubicBezTo>
                      <a:cubicBezTo>
                        <a:pt x="395982" y="0"/>
                        <a:pt x="510192" y="114210"/>
                        <a:pt x="510192" y="255096"/>
                      </a:cubicBezTo>
                      <a:close/>
                    </a:path>
                  </a:pathLst>
                </a:custGeom>
                <a:noFill/>
                <a:ln w="13562" cap="flat">
                  <a:solidFill>
                    <a:srgbClr val="3D436C"/>
                  </a:solidFill>
                  <a:prstDash val="solid"/>
                  <a:miter/>
                </a:ln>
              </p:spPr>
              <p:txBody>
                <a:bodyPr rtlCol="0" anchor="ctr"/>
                <a:lstStyle/>
                <a:p>
                  <a:endParaRPr lang="zh-CN" altLang="en-US"/>
                </a:p>
              </p:txBody>
            </p:sp>
            <p:grpSp>
              <p:nvGrpSpPr>
                <p:cNvPr id="141" name="" descr="62015336-fcaa-4a8a-99f6-e104f107af7d"/>
                <p:cNvGrpSpPr/>
                <p:nvPr/>
              </p:nvGrpSpPr>
              <p:grpSpPr>
                <a:xfrm>
                  <a:off x="8148026" y="1142830"/>
                  <a:ext cx="148704" cy="252180"/>
                  <a:chOff x="8148026" y="1142830"/>
                  <a:chExt cx="148704" cy="252180"/>
                </a:xfrm>
                <a:noFill/>
              </p:grpSpPr>
              <p:sp>
                <p:nvSpPr>
                  <p:cNvPr id="143" name="" descr="b718198e-787e-4e7f-a5ba-5d366cd47a1b"/>
                  <p:cNvSpPr/>
                  <p:nvPr/>
                </p:nvSpPr>
                <p:spPr>
                  <a:xfrm>
                    <a:off x="8148026" y="1188339"/>
                    <a:ext cx="148704" cy="162545"/>
                  </a:xfrm>
                  <a:custGeom>
                    <a:gdLst>
                      <a:gd name="connsiteX0" fmla="*/ 148705 w 148704"/>
                      <a:gd name="connsiteY0" fmla="*/ 27318 h 162545"/>
                      <a:gd name="connsiteX1" fmla="*/ 77574 w 148704"/>
                      <a:gd name="connsiteY1" fmla="*/ 2296 h 162545"/>
                      <a:gd name="connsiteX2" fmla="*/ 24818 w 148704"/>
                      <a:gd name="connsiteY2" fmla="*/ 31047 h 162545"/>
                      <a:gd name="connsiteX3" fmla="*/ 24072 w 148704"/>
                      <a:gd name="connsiteY3" fmla="*/ 34302 h 162545"/>
                      <a:gd name="connsiteX4" fmla="*/ 43940 w 148704"/>
                      <a:gd name="connsiteY4" fmla="*/ 70648 h 162545"/>
                      <a:gd name="connsiteX5" fmla="*/ 104832 w 148704"/>
                      <a:gd name="connsiteY5" fmla="*/ 91872 h 162545"/>
                      <a:gd name="connsiteX6" fmla="*/ 124700 w 148704"/>
                      <a:gd name="connsiteY6" fmla="*/ 128217 h 162545"/>
                      <a:gd name="connsiteX7" fmla="*/ 123887 w 148704"/>
                      <a:gd name="connsiteY7" fmla="*/ 131472 h 162545"/>
                      <a:gd name="connsiteX8" fmla="*/ 71131 w 148704"/>
                      <a:gd name="connsiteY8" fmla="*/ 160223 h 162545"/>
                      <a:gd name="connsiteX9" fmla="*/ 0 w 148704"/>
                      <a:gd name="connsiteY9" fmla="*/ 135201 h 16254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704" h="162545">
                        <a:moveTo>
                          <a:pt x="148705" y="27318"/>
                        </a:moveTo>
                        <a:lnTo>
                          <a:pt x="77574" y="2296"/>
                        </a:lnTo>
                        <a:cubicBezTo>
                          <a:pt x="54925" y="-5637"/>
                          <a:pt x="30378" y="7721"/>
                          <a:pt x="24818" y="31047"/>
                        </a:cubicBezTo>
                        <a:lnTo>
                          <a:pt x="24072" y="34302"/>
                        </a:lnTo>
                        <a:cubicBezTo>
                          <a:pt x="20410" y="49695"/>
                          <a:pt x="29022" y="65426"/>
                          <a:pt x="43940" y="70648"/>
                        </a:cubicBezTo>
                        <a:lnTo>
                          <a:pt x="104832" y="91872"/>
                        </a:lnTo>
                        <a:cubicBezTo>
                          <a:pt x="119818" y="97093"/>
                          <a:pt x="128362" y="112757"/>
                          <a:pt x="124700" y="128217"/>
                        </a:cubicBezTo>
                        <a:lnTo>
                          <a:pt x="123887" y="131472"/>
                        </a:lnTo>
                        <a:cubicBezTo>
                          <a:pt x="118326" y="154798"/>
                          <a:pt x="93779" y="168224"/>
                          <a:pt x="71131" y="160223"/>
                        </a:cubicBezTo>
                        <a:lnTo>
                          <a:pt x="0" y="135201"/>
                        </a:lnTo>
                      </a:path>
                    </a:pathLst>
                  </a:custGeom>
                  <a:noFill/>
                  <a:ln w="13562" cap="flat">
                    <a:solidFill>
                      <a:srgbClr val="3D436C"/>
                    </a:solidFill>
                    <a:prstDash val="solid"/>
                    <a:miter/>
                  </a:ln>
                </p:spPr>
                <p:txBody>
                  <a:bodyPr rtlCol="0" anchor="ctr"/>
                  <a:lstStyle/>
                  <a:p>
                    <a:endParaRPr lang="zh-CN" altLang="en-US"/>
                  </a:p>
                </p:txBody>
              </p:sp>
              <p:sp>
                <p:nvSpPr>
                  <p:cNvPr id="144" name="" descr="c3a891e9-8234-441d-baa4-2c3e540387be"/>
                  <p:cNvSpPr/>
                  <p:nvPr/>
                </p:nvSpPr>
                <p:spPr>
                  <a:xfrm>
                    <a:off x="8239974" y="1142830"/>
                    <a:ext cx="12612" cy="52890"/>
                  </a:xfrm>
                  <a:custGeom>
                    <a:gdLst>
                      <a:gd name="connsiteX0" fmla="*/ 12613 w 12612"/>
                      <a:gd name="connsiteY0" fmla="*/ 0 h 52890"/>
                      <a:gd name="connsiteX1" fmla="*/ 0 w 12612"/>
                      <a:gd name="connsiteY1" fmla="*/ 52891 h 52890"/>
                    </a:gdLst>
                    <a:cxnLst>
                      <a:cxn ang="0">
                        <a:pos x="connsiteX0" y="connsiteY0"/>
                      </a:cxn>
                      <a:cxn ang="0">
                        <a:pos x="connsiteX1" y="connsiteY1"/>
                      </a:cxn>
                    </a:cxnLst>
                    <a:rect l="l" t="t" r="r" b="b"/>
                    <a:pathLst>
                      <a:path w="12612" h="52890">
                        <a:moveTo>
                          <a:pt x="12613" y="0"/>
                        </a:moveTo>
                        <a:lnTo>
                          <a:pt x="0" y="52891"/>
                        </a:lnTo>
                      </a:path>
                    </a:pathLst>
                  </a:custGeom>
                  <a:ln w="13562" cap="flat">
                    <a:solidFill>
                      <a:srgbClr val="3D436C"/>
                    </a:solidFill>
                    <a:prstDash val="solid"/>
                    <a:miter/>
                  </a:ln>
                </p:spPr>
                <p:txBody>
                  <a:bodyPr rtlCol="0" anchor="ctr"/>
                  <a:lstStyle/>
                  <a:p>
                    <a:endParaRPr lang="zh-CN" altLang="en-US"/>
                  </a:p>
                </p:txBody>
              </p:sp>
              <p:sp>
                <p:nvSpPr>
                  <p:cNvPr id="145" name="" descr="4e9958c1-951e-41c5-a2a4-e0ae43f780ca"/>
                  <p:cNvSpPr/>
                  <p:nvPr/>
                </p:nvSpPr>
                <p:spPr>
                  <a:xfrm>
                    <a:off x="8192576" y="1342120"/>
                    <a:ext cx="12612" cy="52890"/>
                  </a:xfrm>
                  <a:custGeom>
                    <a:gdLst>
                      <a:gd name="connsiteX0" fmla="*/ 12613 w 12612"/>
                      <a:gd name="connsiteY0" fmla="*/ 0 h 52890"/>
                      <a:gd name="connsiteX1" fmla="*/ 0 w 12612"/>
                      <a:gd name="connsiteY1" fmla="*/ 52891 h 52890"/>
                    </a:gdLst>
                    <a:cxnLst>
                      <a:cxn ang="0">
                        <a:pos x="connsiteX0" y="connsiteY0"/>
                      </a:cxn>
                      <a:cxn ang="0">
                        <a:pos x="connsiteX1" y="connsiteY1"/>
                      </a:cxn>
                    </a:cxnLst>
                    <a:rect l="l" t="t" r="r" b="b"/>
                    <a:pathLst>
                      <a:path w="12612" h="52890">
                        <a:moveTo>
                          <a:pt x="12613" y="0"/>
                        </a:moveTo>
                        <a:lnTo>
                          <a:pt x="0" y="52891"/>
                        </a:lnTo>
                      </a:path>
                    </a:pathLst>
                  </a:custGeom>
                  <a:ln w="13562" cap="flat">
                    <a:solidFill>
                      <a:srgbClr val="3D436C"/>
                    </a:solidFill>
                    <a:prstDash val="solid"/>
                    <a:miter/>
                  </a:ln>
                </p:spPr>
                <p:txBody>
                  <a:bodyPr rtlCol="0" anchor="ctr"/>
                  <a:lstStyle/>
                  <a:p>
                    <a:endParaRPr lang="zh-CN" altLang="en-US"/>
                  </a:p>
                </p:txBody>
              </p:sp>
            </p:grpSp>
            <p:sp>
              <p:nvSpPr>
                <p:cNvPr id="142" name="" descr="842e71b7-b3c2-4a39-b9c3-376e225da320"/>
                <p:cNvSpPr/>
                <p:nvPr/>
              </p:nvSpPr>
              <p:spPr>
                <a:xfrm rot="-4933799">
                  <a:off x="8044186" y="1091635"/>
                  <a:ext cx="356673" cy="356673"/>
                </a:xfrm>
                <a:custGeom>
                  <a:gdLst>
                    <a:gd name="connsiteX0" fmla="*/ 356674 w 356673"/>
                    <a:gd name="connsiteY0" fmla="*/ 178337 h 356673"/>
                    <a:gd name="connsiteX1" fmla="*/ 178337 w 356673"/>
                    <a:gd name="connsiteY1" fmla="*/ 356674 h 356673"/>
                    <a:gd name="connsiteX2" fmla="*/ -1 w 356673"/>
                    <a:gd name="connsiteY2" fmla="*/ 178337 h 356673"/>
                    <a:gd name="connsiteX3" fmla="*/ 178337 w 356673"/>
                    <a:gd name="connsiteY3" fmla="*/ 0 h 356673"/>
                    <a:gd name="connsiteX4" fmla="*/ 356674 w 356673"/>
                    <a:gd name="connsiteY4" fmla="*/ 178337 h 356673"/>
                  </a:gdLst>
                  <a:cxnLst>
                    <a:cxn ang="0">
                      <a:pos x="connsiteX0" y="connsiteY0"/>
                    </a:cxn>
                    <a:cxn ang="0">
                      <a:pos x="connsiteX1" y="connsiteY1"/>
                    </a:cxn>
                    <a:cxn ang="0">
                      <a:pos x="connsiteX2" y="connsiteY2"/>
                    </a:cxn>
                    <a:cxn ang="0">
                      <a:pos x="connsiteX3" y="connsiteY3"/>
                    </a:cxn>
                    <a:cxn ang="0">
                      <a:pos x="connsiteX4" y="connsiteY4"/>
                    </a:cxn>
                  </a:cxnLst>
                  <a:rect l="l" t="t" r="r" b="b"/>
                  <a:pathLst>
                    <a:path w="356673" h="356673">
                      <a:moveTo>
                        <a:pt x="356674" y="178337"/>
                      </a:moveTo>
                      <a:cubicBezTo>
                        <a:pt x="356674" y="276830"/>
                        <a:pt x="276830" y="356674"/>
                        <a:pt x="178337" y="356674"/>
                      </a:cubicBezTo>
                      <a:cubicBezTo>
                        <a:pt x="79843" y="356674"/>
                        <a:pt x="-1" y="276830"/>
                        <a:pt x="-1" y="178337"/>
                      </a:cubicBezTo>
                      <a:cubicBezTo>
                        <a:pt x="-1" y="79844"/>
                        <a:pt x="79843" y="0"/>
                        <a:pt x="178337" y="0"/>
                      </a:cubicBezTo>
                      <a:cubicBezTo>
                        <a:pt x="276830" y="0"/>
                        <a:pt x="356674" y="79844"/>
                        <a:pt x="356674" y="178337"/>
                      </a:cubicBezTo>
                      <a:close/>
                    </a:path>
                  </a:pathLst>
                </a:custGeom>
                <a:noFill/>
                <a:ln w="13562" cap="flat">
                  <a:solidFill>
                    <a:srgbClr val="FFFFFF"/>
                  </a:solidFill>
                  <a:prstDash val="solid"/>
                  <a:miter/>
                </a:ln>
              </p:spPr>
              <p:txBody>
                <a:bodyPr rtlCol="0" anchor="ctr"/>
                <a:lstStyle/>
                <a:p>
                  <a:endParaRPr lang="zh-CN" altLang="en-US"/>
                </a:p>
              </p:txBody>
            </p:sp>
          </p:grpSp>
          <p:sp>
            <p:nvSpPr>
              <p:cNvPr id="137" name="" descr="2c042995-d4bc-4e5b-bcfe-f8eb9b7f51d2"/>
              <p:cNvSpPr/>
              <p:nvPr/>
            </p:nvSpPr>
            <p:spPr>
              <a:xfrm>
                <a:off x="7381245" y="752591"/>
                <a:ext cx="1732918" cy="1047779"/>
              </a:xfrm>
              <a:custGeom>
                <a:gdLst>
                  <a:gd name="connsiteX0" fmla="*/ 1732918 w 1732918"/>
                  <a:gd name="connsiteY0" fmla="*/ 412684 h 1047779"/>
                  <a:gd name="connsiteX1" fmla="*/ 1200484 w 1732918"/>
                  <a:gd name="connsiteY1" fmla="*/ 238822 h 1047779"/>
                  <a:gd name="connsiteX2" fmla="*/ 715584 w 1732918"/>
                  <a:gd name="connsiteY2" fmla="*/ 170742 h 1047779"/>
                  <a:gd name="connsiteX3" fmla="*/ 196170 w 1732918"/>
                  <a:gd name="connsiteY3" fmla="*/ 0 h 1047779"/>
                  <a:gd name="connsiteX4" fmla="*/ 0 w 1732918"/>
                  <a:gd name="connsiteY4" fmla="*/ 635096 h 1047779"/>
                  <a:gd name="connsiteX5" fmla="*/ 519414 w 1732918"/>
                  <a:gd name="connsiteY5" fmla="*/ 805838 h 1047779"/>
                  <a:gd name="connsiteX6" fmla="*/ 1004314 w 1732918"/>
                  <a:gd name="connsiteY6" fmla="*/ 873918 h 1047779"/>
                  <a:gd name="connsiteX7" fmla="*/ 1536748 w 1732918"/>
                  <a:gd name="connsiteY7" fmla="*/ 1047780 h 1047779"/>
                  <a:gd name="connsiteX8" fmla="*/ 1732918 w 1732918"/>
                  <a:gd name="connsiteY8" fmla="*/ 412684 h 1047779"/>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2918" h="1047779">
                    <a:moveTo>
                      <a:pt x="1732918" y="412684"/>
                    </a:moveTo>
                    <a:cubicBezTo>
                      <a:pt x="1495791" y="356335"/>
                      <a:pt x="1437612" y="295239"/>
                      <a:pt x="1200484" y="238822"/>
                    </a:cubicBezTo>
                    <a:cubicBezTo>
                      <a:pt x="963358" y="182473"/>
                      <a:pt x="952712" y="227159"/>
                      <a:pt x="715584" y="170742"/>
                    </a:cubicBezTo>
                    <a:cubicBezTo>
                      <a:pt x="478458" y="114393"/>
                      <a:pt x="433297" y="56417"/>
                      <a:pt x="196170" y="0"/>
                    </a:cubicBezTo>
                    <a:lnTo>
                      <a:pt x="0" y="635096"/>
                    </a:lnTo>
                    <a:cubicBezTo>
                      <a:pt x="237127" y="691445"/>
                      <a:pt x="282288" y="749421"/>
                      <a:pt x="519414" y="805838"/>
                    </a:cubicBezTo>
                    <a:cubicBezTo>
                      <a:pt x="756541" y="862187"/>
                      <a:pt x="767187" y="817501"/>
                      <a:pt x="1004314" y="873918"/>
                    </a:cubicBezTo>
                    <a:cubicBezTo>
                      <a:pt x="1241441" y="930335"/>
                      <a:pt x="1299621" y="991363"/>
                      <a:pt x="1536748" y="1047780"/>
                    </a:cubicBezTo>
                    <a:lnTo>
                      <a:pt x="1732918" y="412684"/>
                    </a:lnTo>
                    <a:close/>
                  </a:path>
                </a:pathLst>
              </a:custGeom>
              <a:noFill/>
              <a:ln w="13562" cap="flat">
                <a:solidFill>
                  <a:srgbClr val="3D436C"/>
                </a:solidFill>
                <a:prstDash val="solid"/>
                <a:miter/>
              </a:ln>
            </p:spPr>
            <p:txBody>
              <a:bodyPr rtlCol="0" anchor="ctr"/>
              <a:lstStyle/>
              <a:p>
                <a:endParaRPr lang="zh-CN" altLang="en-US"/>
              </a:p>
            </p:txBody>
          </p:sp>
          <p:sp>
            <p:nvSpPr>
              <p:cNvPr id="138" name="" descr="4d4dde29-7e6f-4cbf-a6b0-72929b24935f"/>
              <p:cNvSpPr/>
              <p:nvPr/>
            </p:nvSpPr>
            <p:spPr>
              <a:xfrm rot="969601">
                <a:off x="7540544" y="1095630"/>
                <a:ext cx="372744" cy="89032"/>
              </a:xfrm>
              <a:custGeom>
                <a:gdLst>
                  <a:gd name="connsiteX0" fmla="*/ 341213 w 372744"/>
                  <a:gd name="connsiteY0" fmla="*/ 0 h 89032"/>
                  <a:gd name="connsiteX1" fmla="*/ 372744 w 372744"/>
                  <a:gd name="connsiteY1" fmla="*/ 31531 h 89032"/>
                  <a:gd name="connsiteX2" fmla="*/ 372744 w 372744"/>
                  <a:gd name="connsiteY2" fmla="*/ 57502 h 89032"/>
                  <a:gd name="connsiteX3" fmla="*/ 341213 w 372744"/>
                  <a:gd name="connsiteY3" fmla="*/ 89033 h 89032"/>
                  <a:gd name="connsiteX4" fmla="*/ 31531 w 372744"/>
                  <a:gd name="connsiteY4" fmla="*/ 89033 h 89032"/>
                  <a:gd name="connsiteX5" fmla="*/ -1 w 372744"/>
                  <a:gd name="connsiteY5" fmla="*/ 57502 h 89032"/>
                  <a:gd name="connsiteX6" fmla="*/ -1 w 372744"/>
                  <a:gd name="connsiteY6" fmla="*/ 31531 h 89032"/>
                  <a:gd name="connsiteX7" fmla="*/ 31531 w 372744"/>
                  <a:gd name="connsiteY7" fmla="*/ 0 h 8903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44" h="89032">
                    <a:moveTo>
                      <a:pt x="341213" y="0"/>
                    </a:moveTo>
                    <a:cubicBezTo>
                      <a:pt x="358627" y="0"/>
                      <a:pt x="372744" y="14117"/>
                      <a:pt x="372744" y="31531"/>
                    </a:cubicBezTo>
                    <a:lnTo>
                      <a:pt x="372744" y="57502"/>
                    </a:lnTo>
                    <a:cubicBezTo>
                      <a:pt x="372744" y="74916"/>
                      <a:pt x="358627" y="89033"/>
                      <a:pt x="341213" y="89033"/>
                    </a:cubicBezTo>
                    <a:lnTo>
                      <a:pt x="31531" y="89033"/>
                    </a:lnTo>
                    <a:cubicBezTo>
                      <a:pt x="14117" y="89033"/>
                      <a:pt x="-1" y="74916"/>
                      <a:pt x="-1" y="57502"/>
                    </a:cubicBezTo>
                    <a:lnTo>
                      <a:pt x="-1" y="31531"/>
                    </a:lnTo>
                    <a:cubicBezTo>
                      <a:pt x="-1" y="14117"/>
                      <a:pt x="14117" y="0"/>
                      <a:pt x="31531" y="0"/>
                    </a:cubicBezTo>
                    <a:close/>
                  </a:path>
                </a:pathLst>
              </a:custGeom>
              <a:noFill/>
              <a:ln w="13562" cap="flat">
                <a:solidFill>
                  <a:srgbClr val="3D436C"/>
                </a:solidFill>
                <a:prstDash val="solid"/>
                <a:miter/>
              </a:ln>
            </p:spPr>
            <p:txBody>
              <a:bodyPr rtlCol="0" anchor="ctr"/>
              <a:lstStyle/>
              <a:p>
                <a:endParaRPr lang="zh-CN" altLang="en-US"/>
              </a:p>
            </p:txBody>
          </p:sp>
          <p:sp>
            <p:nvSpPr>
              <p:cNvPr id="139" name="" descr="d62a448c-0d4c-4d68-a660-10342610aeb5"/>
              <p:cNvSpPr/>
              <p:nvPr/>
            </p:nvSpPr>
            <p:spPr>
              <a:xfrm rot="969601">
                <a:off x="8548215" y="1335234"/>
                <a:ext cx="372744" cy="89032"/>
              </a:xfrm>
              <a:custGeom>
                <a:gdLst>
                  <a:gd name="connsiteX0" fmla="*/ 341213 w 372744"/>
                  <a:gd name="connsiteY0" fmla="*/ 0 h 89032"/>
                  <a:gd name="connsiteX1" fmla="*/ 372744 w 372744"/>
                  <a:gd name="connsiteY1" fmla="*/ 31531 h 89032"/>
                  <a:gd name="connsiteX2" fmla="*/ 372744 w 372744"/>
                  <a:gd name="connsiteY2" fmla="*/ 57502 h 89032"/>
                  <a:gd name="connsiteX3" fmla="*/ 341213 w 372744"/>
                  <a:gd name="connsiteY3" fmla="*/ 89033 h 89032"/>
                  <a:gd name="connsiteX4" fmla="*/ 31531 w 372744"/>
                  <a:gd name="connsiteY4" fmla="*/ 89033 h 89032"/>
                  <a:gd name="connsiteX5" fmla="*/ -1 w 372744"/>
                  <a:gd name="connsiteY5" fmla="*/ 57502 h 89032"/>
                  <a:gd name="connsiteX6" fmla="*/ -1 w 372744"/>
                  <a:gd name="connsiteY6" fmla="*/ 31531 h 89032"/>
                  <a:gd name="connsiteX7" fmla="*/ 31531 w 372744"/>
                  <a:gd name="connsiteY7" fmla="*/ 0 h 8903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44" h="89032">
                    <a:moveTo>
                      <a:pt x="341213" y="0"/>
                    </a:moveTo>
                    <a:cubicBezTo>
                      <a:pt x="358627" y="0"/>
                      <a:pt x="372744" y="14117"/>
                      <a:pt x="372744" y="31531"/>
                    </a:cubicBezTo>
                    <a:lnTo>
                      <a:pt x="372744" y="57502"/>
                    </a:lnTo>
                    <a:cubicBezTo>
                      <a:pt x="372744" y="74916"/>
                      <a:pt x="358627" y="89033"/>
                      <a:pt x="341213" y="89033"/>
                    </a:cubicBezTo>
                    <a:lnTo>
                      <a:pt x="31531" y="89033"/>
                    </a:lnTo>
                    <a:cubicBezTo>
                      <a:pt x="14117" y="89033"/>
                      <a:pt x="-1" y="74916"/>
                      <a:pt x="-1" y="57502"/>
                    </a:cubicBezTo>
                    <a:lnTo>
                      <a:pt x="-1" y="31531"/>
                    </a:lnTo>
                    <a:cubicBezTo>
                      <a:pt x="-1" y="14117"/>
                      <a:pt x="14117" y="0"/>
                      <a:pt x="31531" y="0"/>
                    </a:cubicBezTo>
                    <a:close/>
                  </a:path>
                </a:pathLst>
              </a:custGeom>
              <a:noFill/>
              <a:ln w="13562" cap="flat">
                <a:solidFill>
                  <a:srgbClr val="3D436C"/>
                </a:solidFill>
                <a:prstDash val="solid"/>
                <a:miter/>
              </a:ln>
            </p:spPr>
            <p:txBody>
              <a:bodyPr rtlCol="0" anchor="ctr"/>
              <a:lstStyle/>
              <a:p>
                <a:endParaRPr lang="zh-CN" altLang="en-US"/>
              </a:p>
            </p:txBody>
          </p:sp>
        </p:grpSp>
        <p:sp>
          <p:nvSpPr>
            <p:cNvPr id="13" name="" descr="6e24aacc-672e-4a07-a47e-4904c55fcaae"/>
            <p:cNvSpPr/>
            <p:nvPr/>
          </p:nvSpPr>
          <p:spPr>
            <a:xfrm>
              <a:off x="6664643" y="1849651"/>
              <a:ext cx="231905" cy="231905"/>
            </a:xfrm>
            <a:custGeom>
              <a:gdLst>
                <a:gd name="connsiteX0" fmla="*/ 154739 w 231905"/>
                <a:gd name="connsiteY0" fmla="*/ 77166 h 231905"/>
                <a:gd name="connsiteX1" fmla="*/ 115953 w 231905"/>
                <a:gd name="connsiteY1" fmla="*/ 0 h 231905"/>
                <a:gd name="connsiteX2" fmla="*/ 77166 w 231905"/>
                <a:gd name="connsiteY2" fmla="*/ 77166 h 231905"/>
                <a:gd name="connsiteX3" fmla="*/ 0 w 231905"/>
                <a:gd name="connsiteY3" fmla="*/ 115953 h 231905"/>
                <a:gd name="connsiteX4" fmla="*/ 77166 w 231905"/>
                <a:gd name="connsiteY4" fmla="*/ 154739 h 231905"/>
                <a:gd name="connsiteX5" fmla="*/ 115953 w 231905"/>
                <a:gd name="connsiteY5" fmla="*/ 231906 h 231905"/>
                <a:gd name="connsiteX6" fmla="*/ 154739 w 231905"/>
                <a:gd name="connsiteY6" fmla="*/ 154739 h 231905"/>
                <a:gd name="connsiteX7" fmla="*/ 231906 w 231905"/>
                <a:gd name="connsiteY7" fmla="*/ 115953 h 231905"/>
                <a:gd name="connsiteX8" fmla="*/ 154739 w 231905"/>
                <a:gd name="connsiteY8" fmla="*/ 77166 h 23190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4" h="231904">
                  <a:moveTo>
                    <a:pt x="154739" y="77166"/>
                  </a:moveTo>
                  <a:lnTo>
                    <a:pt x="115953" y="0"/>
                  </a:lnTo>
                  <a:lnTo>
                    <a:pt x="77166" y="77166"/>
                  </a:lnTo>
                  <a:lnTo>
                    <a:pt x="0" y="115953"/>
                  </a:lnTo>
                  <a:lnTo>
                    <a:pt x="77166" y="154739"/>
                  </a:lnTo>
                  <a:lnTo>
                    <a:pt x="115953" y="231906"/>
                  </a:lnTo>
                  <a:lnTo>
                    <a:pt x="154739" y="154739"/>
                  </a:lnTo>
                  <a:lnTo>
                    <a:pt x="231906" y="115953"/>
                  </a:lnTo>
                  <a:lnTo>
                    <a:pt x="154739" y="77166"/>
                  </a:lnTo>
                  <a:close/>
                </a:path>
              </a:pathLst>
            </a:custGeom>
            <a:noFill/>
            <a:ln w="13562" cap="flat">
              <a:solidFill>
                <a:srgbClr val="3D436C"/>
              </a:solidFill>
              <a:prstDash val="solid"/>
              <a:miter/>
            </a:ln>
          </p:spPr>
          <p:txBody>
            <a:bodyPr rtlCol="0" anchor="ctr"/>
            <a:lstStyle/>
            <a:p>
              <a:endParaRPr lang="zh-CN" altLang="en-US"/>
            </a:p>
          </p:txBody>
        </p:sp>
        <p:sp>
          <p:nvSpPr>
            <p:cNvPr id="15" name="" descr="fe01a652-8814-4718-8e55-3a7523c6bbba"/>
            <p:cNvSpPr/>
            <p:nvPr/>
          </p:nvSpPr>
          <p:spPr>
            <a:xfrm>
              <a:off x="10582221" y="3270718"/>
              <a:ext cx="231906" cy="231837"/>
            </a:xfrm>
            <a:custGeom>
              <a:gdLst>
                <a:gd name="connsiteX0" fmla="*/ 154740 w 231906"/>
                <a:gd name="connsiteY0" fmla="*/ 77166 h 231837"/>
                <a:gd name="connsiteX1" fmla="*/ 115953 w 231906"/>
                <a:gd name="connsiteY1" fmla="*/ 0 h 231837"/>
                <a:gd name="connsiteX2" fmla="*/ 77166 w 231906"/>
                <a:gd name="connsiteY2" fmla="*/ 77166 h 231837"/>
                <a:gd name="connsiteX3" fmla="*/ 0 w 231906"/>
                <a:gd name="connsiteY3" fmla="*/ 115953 h 231837"/>
                <a:gd name="connsiteX4" fmla="*/ 77166 w 231906"/>
                <a:gd name="connsiteY4" fmla="*/ 154739 h 231837"/>
                <a:gd name="connsiteX5" fmla="*/ 115953 w 231906"/>
                <a:gd name="connsiteY5" fmla="*/ 231838 h 231837"/>
                <a:gd name="connsiteX6" fmla="*/ 154740 w 231906"/>
                <a:gd name="connsiteY6" fmla="*/ 154739 h 231837"/>
                <a:gd name="connsiteX7" fmla="*/ 231906 w 231906"/>
                <a:gd name="connsiteY7" fmla="*/ 115953 h 231837"/>
                <a:gd name="connsiteX8" fmla="*/ 154740 w 231906"/>
                <a:gd name="connsiteY8" fmla="*/ 77166 h 23183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05" h="231837">
                  <a:moveTo>
                    <a:pt x="154740" y="77166"/>
                  </a:moveTo>
                  <a:lnTo>
                    <a:pt x="115953" y="0"/>
                  </a:lnTo>
                  <a:lnTo>
                    <a:pt x="77166" y="77166"/>
                  </a:lnTo>
                  <a:lnTo>
                    <a:pt x="0" y="115953"/>
                  </a:lnTo>
                  <a:lnTo>
                    <a:pt x="77166" y="154739"/>
                  </a:lnTo>
                  <a:lnTo>
                    <a:pt x="115953" y="231838"/>
                  </a:lnTo>
                  <a:lnTo>
                    <a:pt x="154740" y="154739"/>
                  </a:lnTo>
                  <a:lnTo>
                    <a:pt x="231906" y="115953"/>
                  </a:lnTo>
                  <a:lnTo>
                    <a:pt x="154740" y="77166"/>
                  </a:lnTo>
                  <a:close/>
                </a:path>
              </a:pathLst>
            </a:custGeom>
            <a:noFill/>
            <a:ln w="13562" cap="flat">
              <a:solidFill>
                <a:srgbClr val="3D436C"/>
              </a:solidFill>
              <a:prstDash val="solid"/>
              <a:miter/>
            </a:ln>
          </p:spPr>
          <p:txBody>
            <a:bodyPr rtlCol="0" anchor="ctr"/>
            <a:lstStyle/>
            <a:p>
              <a:endParaRPr lang="zh-CN" altLang="en-US"/>
            </a:p>
          </p:txBody>
        </p:sp>
        <p:grpSp>
          <p:nvGrpSpPr>
            <p:cNvPr id="16" name="" descr="0cda267f-1afe-43e6-902b-8d6245239279"/>
            <p:cNvGrpSpPr/>
            <p:nvPr/>
          </p:nvGrpSpPr>
          <p:grpSpPr>
            <a:xfrm>
              <a:off x="5415472" y="2342824"/>
              <a:ext cx="4940404" cy="3479737"/>
              <a:chOff x="5415472" y="2026445"/>
              <a:chExt cx="4940404" cy="3479737"/>
            </a:xfrm>
          </p:grpSpPr>
          <p:sp>
            <p:nvSpPr>
              <p:cNvPr id="110" name="" descr="12c64b87-1499-43c4-8350-dfe99121be6e"/>
              <p:cNvSpPr/>
              <p:nvPr/>
            </p:nvSpPr>
            <p:spPr>
              <a:xfrm>
                <a:off x="5415472" y="4114071"/>
                <a:ext cx="4525551" cy="1392111"/>
              </a:xfrm>
              <a:custGeom>
                <a:gdLst>
                  <a:gd name="connsiteX0" fmla="*/ 2848 w 4525551"/>
                  <a:gd name="connsiteY0" fmla="*/ 939285 h 1392111"/>
                  <a:gd name="connsiteX1" fmla="*/ 3104214 w 4525551"/>
                  <a:gd name="connsiteY1" fmla="*/ 1392112 h 1392111"/>
                  <a:gd name="connsiteX2" fmla="*/ 4525551 w 4525551"/>
                  <a:gd name="connsiteY2" fmla="*/ 67469 h 1392111"/>
                  <a:gd name="connsiteX3" fmla="*/ 4522771 w 4525551"/>
                  <a:gd name="connsiteY3" fmla="*/ 0 h 1392111"/>
                  <a:gd name="connsiteX4" fmla="*/ 0 w 4525551"/>
                  <a:gd name="connsiteY4" fmla="*/ 871748 h 1392111"/>
                  <a:gd name="connsiteX5" fmla="*/ 2848 w 4525551"/>
                  <a:gd name="connsiteY5" fmla="*/ 939285 h 139211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5551" h="1392111">
                    <a:moveTo>
                      <a:pt x="2848" y="939285"/>
                    </a:moveTo>
                    <a:lnTo>
                      <a:pt x="3104214" y="1392112"/>
                    </a:lnTo>
                    <a:lnTo>
                      <a:pt x="4525551" y="67469"/>
                    </a:lnTo>
                    <a:lnTo>
                      <a:pt x="4522771" y="0"/>
                    </a:lnTo>
                    <a:lnTo>
                      <a:pt x="0" y="871748"/>
                    </a:lnTo>
                    <a:lnTo>
                      <a:pt x="2848" y="939285"/>
                    </a:lnTo>
                    <a:close/>
                  </a:path>
                </a:pathLst>
              </a:custGeom>
              <a:solidFill>
                <a:srgbClr val="3D436C"/>
              </a:solidFill>
              <a:ln w="6781" cap="flat">
                <a:noFill/>
                <a:prstDash val="solid"/>
                <a:miter/>
              </a:ln>
            </p:spPr>
            <p:txBody>
              <a:bodyPr rtlCol="0" anchor="ctr"/>
              <a:lstStyle/>
              <a:p>
                <a:endParaRPr lang="zh-CN" altLang="en-US"/>
              </a:p>
            </p:txBody>
          </p:sp>
          <p:sp>
            <p:nvSpPr>
              <p:cNvPr id="111" name="" descr="0cea0126-25db-465f-ae86-d28fa785c578"/>
              <p:cNvSpPr/>
              <p:nvPr/>
            </p:nvSpPr>
            <p:spPr>
              <a:xfrm>
                <a:off x="6952830" y="2026445"/>
                <a:ext cx="3403046" cy="2087625"/>
              </a:xfrm>
              <a:custGeom>
                <a:gdLst>
                  <a:gd name="connsiteX0" fmla="*/ 0 w 3403046"/>
                  <a:gd name="connsiteY0" fmla="*/ 1828664 h 2087625"/>
                  <a:gd name="connsiteX1" fmla="*/ 2985413 w 3403046"/>
                  <a:gd name="connsiteY1" fmla="*/ 2087626 h 2087625"/>
                  <a:gd name="connsiteX2" fmla="*/ 3403046 w 3403046"/>
                  <a:gd name="connsiteY2" fmla="*/ 13426 h 2087625"/>
                  <a:gd name="connsiteX3" fmla="*/ 356267 w 3403046"/>
                  <a:gd name="connsiteY3" fmla="*/ 0 h 2087625"/>
                  <a:gd name="connsiteX4" fmla="*/ 0 w 3403046"/>
                  <a:gd name="connsiteY4" fmla="*/ 1828664 h 2087625"/>
                </a:gdLst>
                <a:cxnLst>
                  <a:cxn ang="0">
                    <a:pos x="connsiteX0" y="connsiteY0"/>
                  </a:cxn>
                  <a:cxn ang="0">
                    <a:pos x="connsiteX1" y="connsiteY1"/>
                  </a:cxn>
                  <a:cxn ang="0">
                    <a:pos x="connsiteX2" y="connsiteY2"/>
                  </a:cxn>
                  <a:cxn ang="0">
                    <a:pos x="connsiteX3" y="connsiteY3"/>
                  </a:cxn>
                  <a:cxn ang="0">
                    <a:pos x="connsiteX4" y="connsiteY4"/>
                  </a:cxn>
                </a:cxnLst>
                <a:rect l="l" t="t" r="r" b="b"/>
                <a:pathLst>
                  <a:path w="3403046" h="2087625">
                    <a:moveTo>
                      <a:pt x="0" y="1828664"/>
                    </a:moveTo>
                    <a:lnTo>
                      <a:pt x="2985413" y="2087626"/>
                    </a:lnTo>
                    <a:lnTo>
                      <a:pt x="3403046" y="13426"/>
                    </a:lnTo>
                    <a:lnTo>
                      <a:pt x="356267" y="0"/>
                    </a:lnTo>
                    <a:lnTo>
                      <a:pt x="0" y="1828664"/>
                    </a:lnTo>
                    <a:close/>
                  </a:path>
                </a:pathLst>
              </a:custGeom>
              <a:solidFill>
                <a:srgbClr val="3D436C"/>
              </a:solidFill>
              <a:ln w="6781" cap="flat">
                <a:noFill/>
                <a:prstDash val="solid"/>
                <a:miter/>
              </a:ln>
            </p:spPr>
            <p:txBody>
              <a:bodyPr rtlCol="0" anchor="ctr"/>
              <a:lstStyle/>
              <a:p>
                <a:endParaRPr lang="zh-CN" altLang="en-US"/>
              </a:p>
            </p:txBody>
          </p:sp>
          <p:sp>
            <p:nvSpPr>
              <p:cNvPr id="112" name="" descr="990d70ed-6d17-4674-9a2d-fb314016d4bb"/>
              <p:cNvSpPr/>
              <p:nvPr/>
            </p:nvSpPr>
            <p:spPr>
              <a:xfrm>
                <a:off x="5415472" y="3855109"/>
                <a:ext cx="4522770" cy="1583535"/>
              </a:xfrm>
              <a:custGeom>
                <a:gdLst>
                  <a:gd name="connsiteX0" fmla="*/ 0 w 4522770"/>
                  <a:gd name="connsiteY0" fmla="*/ 1130710 h 1583535"/>
                  <a:gd name="connsiteX1" fmla="*/ 3101366 w 4522770"/>
                  <a:gd name="connsiteY1" fmla="*/ 1583536 h 1583535"/>
                  <a:gd name="connsiteX2" fmla="*/ 4522771 w 4522770"/>
                  <a:gd name="connsiteY2" fmla="*/ 258893 h 1583535"/>
                  <a:gd name="connsiteX3" fmla="*/ 1537358 w 4522770"/>
                  <a:gd name="connsiteY3" fmla="*/ 0 h 1583535"/>
                  <a:gd name="connsiteX4" fmla="*/ 0 w 4522770"/>
                  <a:gd name="connsiteY4" fmla="*/ 1130710 h 1583535"/>
                </a:gdLst>
                <a:cxnLst>
                  <a:cxn ang="0">
                    <a:pos x="connsiteX0" y="connsiteY0"/>
                  </a:cxn>
                  <a:cxn ang="0">
                    <a:pos x="connsiteX1" y="connsiteY1"/>
                  </a:cxn>
                  <a:cxn ang="0">
                    <a:pos x="connsiteX2" y="connsiteY2"/>
                  </a:cxn>
                  <a:cxn ang="0">
                    <a:pos x="connsiteX3" y="connsiteY3"/>
                  </a:cxn>
                  <a:cxn ang="0">
                    <a:pos x="connsiteX4" y="connsiteY4"/>
                  </a:cxn>
                </a:cxnLst>
                <a:rect l="l" t="t" r="r" b="b"/>
                <a:pathLst>
                  <a:path w="4522770" h="1583535">
                    <a:moveTo>
                      <a:pt x="0" y="1130710"/>
                    </a:moveTo>
                    <a:lnTo>
                      <a:pt x="3101366" y="1583536"/>
                    </a:lnTo>
                    <a:lnTo>
                      <a:pt x="4522771" y="258893"/>
                    </a:lnTo>
                    <a:lnTo>
                      <a:pt x="1537358" y="0"/>
                    </a:lnTo>
                    <a:lnTo>
                      <a:pt x="0" y="1130710"/>
                    </a:lnTo>
                    <a:close/>
                  </a:path>
                </a:pathLst>
              </a:custGeom>
              <a:solidFill>
                <a:srgbClr val="7162EF"/>
              </a:solidFill>
              <a:ln w="6781" cap="flat">
                <a:noFill/>
                <a:prstDash val="solid"/>
                <a:miter/>
              </a:ln>
            </p:spPr>
            <p:txBody>
              <a:bodyPr rtlCol="0" anchor="ctr"/>
              <a:lstStyle/>
              <a:p>
                <a:endParaRPr lang="zh-CN" altLang="en-US"/>
              </a:p>
            </p:txBody>
          </p:sp>
          <p:sp>
            <p:nvSpPr>
              <p:cNvPr id="113" name="" descr="81e37f49-acfd-49c3-a296-0af638fbf538"/>
              <p:cNvSpPr/>
              <p:nvPr/>
            </p:nvSpPr>
            <p:spPr>
              <a:xfrm>
                <a:off x="7055492" y="3978114"/>
                <a:ext cx="2338382" cy="246484"/>
              </a:xfrm>
              <a:custGeom>
                <a:gdLst>
                  <a:gd name="connsiteX0" fmla="*/ 2338382 w 2338382"/>
                  <a:gd name="connsiteY0" fmla="*/ 246485 h 246484"/>
                  <a:gd name="connsiteX1" fmla="*/ 0 w 2338382"/>
                  <a:gd name="connsiteY1" fmla="*/ 0 h 246484"/>
                </a:gdLst>
                <a:cxnLst>
                  <a:cxn ang="0">
                    <a:pos x="connsiteX0" y="connsiteY0"/>
                  </a:cxn>
                  <a:cxn ang="0">
                    <a:pos x="connsiteX1" y="connsiteY1"/>
                  </a:cxn>
                </a:cxnLst>
                <a:rect l="l" t="t" r="r" b="b"/>
                <a:pathLst>
                  <a:path w="2338382" h="246484">
                    <a:moveTo>
                      <a:pt x="2338382" y="246485"/>
                    </a:moveTo>
                    <a:lnTo>
                      <a:pt x="0" y="0"/>
                    </a:lnTo>
                  </a:path>
                </a:pathLst>
              </a:custGeom>
              <a:ln w="13562" cap="flat">
                <a:solidFill>
                  <a:srgbClr val="3D436C"/>
                </a:solidFill>
                <a:prstDash val="solid"/>
                <a:miter/>
              </a:ln>
            </p:spPr>
            <p:txBody>
              <a:bodyPr rtlCol="0" anchor="ctr"/>
              <a:lstStyle/>
              <a:p>
                <a:endParaRPr lang="zh-CN" altLang="en-US"/>
              </a:p>
            </p:txBody>
          </p:sp>
          <p:sp>
            <p:nvSpPr>
              <p:cNvPr id="114" name="" descr="f41b8121-c876-4863-80a3-3b1ad96d1027"/>
              <p:cNvSpPr/>
              <p:nvPr/>
            </p:nvSpPr>
            <p:spPr>
              <a:xfrm>
                <a:off x="6945574" y="4097593"/>
                <a:ext cx="2338450" cy="246552"/>
              </a:xfrm>
              <a:custGeom>
                <a:gdLst>
                  <a:gd name="connsiteX0" fmla="*/ 2338450 w 2338450"/>
                  <a:gd name="connsiteY0" fmla="*/ 246552 h 246552"/>
                  <a:gd name="connsiteX1" fmla="*/ 0 w 2338450"/>
                  <a:gd name="connsiteY1" fmla="*/ 0 h 246552"/>
                </a:gdLst>
                <a:cxnLst>
                  <a:cxn ang="0">
                    <a:pos x="connsiteX0" y="connsiteY0"/>
                  </a:cxn>
                  <a:cxn ang="0">
                    <a:pos x="connsiteX1" y="connsiteY1"/>
                  </a:cxn>
                </a:cxnLst>
                <a:rect l="l" t="t" r="r" b="b"/>
                <a:pathLst>
                  <a:path w="2338450" h="246551">
                    <a:moveTo>
                      <a:pt x="2338450" y="246552"/>
                    </a:moveTo>
                    <a:lnTo>
                      <a:pt x="0" y="0"/>
                    </a:lnTo>
                  </a:path>
                </a:pathLst>
              </a:custGeom>
              <a:ln w="13562" cap="flat">
                <a:solidFill>
                  <a:srgbClr val="3D436C"/>
                </a:solidFill>
                <a:prstDash val="solid"/>
                <a:miter/>
              </a:ln>
            </p:spPr>
            <p:txBody>
              <a:bodyPr rtlCol="0" anchor="ctr"/>
              <a:lstStyle/>
              <a:p>
                <a:endParaRPr lang="zh-CN" altLang="en-US"/>
              </a:p>
            </p:txBody>
          </p:sp>
          <p:sp>
            <p:nvSpPr>
              <p:cNvPr id="115" name="" descr="63a0289f-a278-4e86-8b8f-0fdf6946d0e2"/>
              <p:cNvSpPr/>
              <p:nvPr/>
            </p:nvSpPr>
            <p:spPr>
              <a:xfrm>
                <a:off x="6835657" y="4217140"/>
                <a:ext cx="2338450" cy="246552"/>
              </a:xfrm>
              <a:custGeom>
                <a:gdLst>
                  <a:gd name="connsiteX0" fmla="*/ 2338450 w 2338450"/>
                  <a:gd name="connsiteY0" fmla="*/ 246553 h 246552"/>
                  <a:gd name="connsiteX1" fmla="*/ 0 w 2338450"/>
                  <a:gd name="connsiteY1" fmla="*/ 0 h 246552"/>
                </a:gdLst>
                <a:cxnLst>
                  <a:cxn ang="0">
                    <a:pos x="connsiteX0" y="connsiteY0"/>
                  </a:cxn>
                  <a:cxn ang="0">
                    <a:pos x="connsiteX1" y="connsiteY1"/>
                  </a:cxn>
                </a:cxnLst>
                <a:rect l="l" t="t" r="r" b="b"/>
                <a:pathLst>
                  <a:path w="2338450" h="246551">
                    <a:moveTo>
                      <a:pt x="2338450" y="246553"/>
                    </a:moveTo>
                    <a:lnTo>
                      <a:pt x="0" y="0"/>
                    </a:lnTo>
                  </a:path>
                </a:pathLst>
              </a:custGeom>
              <a:ln w="13562" cap="flat">
                <a:solidFill>
                  <a:srgbClr val="3D436C"/>
                </a:solidFill>
                <a:prstDash val="solid"/>
                <a:miter/>
              </a:ln>
            </p:spPr>
            <p:txBody>
              <a:bodyPr rtlCol="0" anchor="ctr"/>
              <a:lstStyle/>
              <a:p>
                <a:endParaRPr lang="zh-CN" altLang="en-US"/>
              </a:p>
            </p:txBody>
          </p:sp>
          <p:sp>
            <p:nvSpPr>
              <p:cNvPr id="116" name="" descr="3c306e76-19b0-4e6c-bcac-9ff0e63fb120"/>
              <p:cNvSpPr/>
              <p:nvPr/>
            </p:nvSpPr>
            <p:spPr>
              <a:xfrm>
                <a:off x="6725739" y="4336686"/>
                <a:ext cx="2338450" cy="246552"/>
              </a:xfrm>
              <a:custGeom>
                <a:gdLst>
                  <a:gd name="connsiteX0" fmla="*/ 2338450 w 2338450"/>
                  <a:gd name="connsiteY0" fmla="*/ 246552 h 246552"/>
                  <a:gd name="connsiteX1" fmla="*/ 0 w 2338450"/>
                  <a:gd name="connsiteY1" fmla="*/ 0 h 246552"/>
                </a:gdLst>
                <a:cxnLst>
                  <a:cxn ang="0">
                    <a:pos x="connsiteX0" y="connsiteY0"/>
                  </a:cxn>
                  <a:cxn ang="0">
                    <a:pos x="connsiteX1" y="connsiteY1"/>
                  </a:cxn>
                </a:cxnLst>
                <a:rect l="l" t="t" r="r" b="b"/>
                <a:pathLst>
                  <a:path w="2338450" h="246551">
                    <a:moveTo>
                      <a:pt x="2338450" y="246552"/>
                    </a:moveTo>
                    <a:lnTo>
                      <a:pt x="0" y="0"/>
                    </a:lnTo>
                  </a:path>
                </a:pathLst>
              </a:custGeom>
              <a:ln w="13562" cap="flat">
                <a:solidFill>
                  <a:srgbClr val="3D436C"/>
                </a:solidFill>
                <a:prstDash val="solid"/>
                <a:miter/>
              </a:ln>
            </p:spPr>
            <p:txBody>
              <a:bodyPr rtlCol="0" anchor="ctr"/>
              <a:lstStyle/>
              <a:p>
                <a:endParaRPr lang="zh-CN" altLang="en-US"/>
              </a:p>
            </p:txBody>
          </p:sp>
          <p:sp>
            <p:nvSpPr>
              <p:cNvPr id="117" name="" descr="2dae1813-29a0-45de-bcc0-cf458e1d2d9e"/>
              <p:cNvSpPr/>
              <p:nvPr/>
            </p:nvSpPr>
            <p:spPr>
              <a:xfrm>
                <a:off x="6640180" y="4542938"/>
                <a:ext cx="1459061" cy="578858"/>
              </a:xfrm>
              <a:custGeom>
                <a:gdLst>
                  <a:gd name="connsiteX0" fmla="*/ 23853 w 1459061"/>
                  <a:gd name="connsiteY0" fmla="*/ 436101 h 578858"/>
                  <a:gd name="connsiteX1" fmla="*/ 999755 w 1459061"/>
                  <a:gd name="connsiteY1" fmla="*/ 578566 h 578858"/>
                  <a:gd name="connsiteX2" fmla="*/ 1022810 w 1459061"/>
                  <a:gd name="connsiteY2" fmla="*/ 571379 h 578858"/>
                  <a:gd name="connsiteX3" fmla="*/ 1450141 w 1459061"/>
                  <a:gd name="connsiteY3" fmla="*/ 173138 h 578858"/>
                  <a:gd name="connsiteX4" fmla="*/ 1434680 w 1459061"/>
                  <a:gd name="connsiteY4" fmla="*/ 124994 h 578858"/>
                  <a:gd name="connsiteX5" fmla="*/ 463186 w 1459061"/>
                  <a:gd name="connsiteY5" fmla="*/ 226 h 578858"/>
                  <a:gd name="connsiteX6" fmla="*/ 441148 w 1459061"/>
                  <a:gd name="connsiteY6" fmla="*/ 7007 h 578858"/>
                  <a:gd name="connsiteX7" fmla="*/ 9478 w 1459061"/>
                  <a:gd name="connsiteY7" fmla="*/ 387549 h 578858"/>
                  <a:gd name="connsiteX8" fmla="*/ 23921 w 1459061"/>
                  <a:gd name="connsiteY8" fmla="*/ 436168 h 57885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9061" h="578858">
                    <a:moveTo>
                      <a:pt x="23853" y="436101"/>
                    </a:moveTo>
                    <a:lnTo>
                      <a:pt x="999755" y="578566"/>
                    </a:lnTo>
                    <a:cubicBezTo>
                      <a:pt x="1008164" y="579787"/>
                      <a:pt x="1016640" y="577142"/>
                      <a:pt x="1022810" y="571379"/>
                    </a:cubicBezTo>
                    <a:lnTo>
                      <a:pt x="1450141" y="173138"/>
                    </a:lnTo>
                    <a:cubicBezTo>
                      <a:pt x="1467432" y="157000"/>
                      <a:pt x="1458143" y="128045"/>
                      <a:pt x="1434680" y="124994"/>
                    </a:cubicBezTo>
                    <a:lnTo>
                      <a:pt x="463186" y="226"/>
                    </a:lnTo>
                    <a:cubicBezTo>
                      <a:pt x="455184" y="-791"/>
                      <a:pt x="447182" y="1650"/>
                      <a:pt x="441148" y="7007"/>
                    </a:cubicBezTo>
                    <a:lnTo>
                      <a:pt x="9478" y="387549"/>
                    </a:lnTo>
                    <a:cubicBezTo>
                      <a:pt x="-8356" y="403281"/>
                      <a:pt x="391" y="432710"/>
                      <a:pt x="23921" y="436168"/>
                    </a:cubicBezTo>
                    <a:close/>
                  </a:path>
                </a:pathLst>
              </a:custGeom>
              <a:solidFill>
                <a:srgbClr val="938FF9"/>
              </a:solidFill>
              <a:ln w="6781" cap="flat">
                <a:noFill/>
                <a:prstDash val="solid"/>
                <a:miter/>
              </a:ln>
            </p:spPr>
            <p:txBody>
              <a:bodyPr rtlCol="0" anchor="ctr"/>
              <a:lstStyle/>
              <a:p>
                <a:endParaRPr lang="zh-CN" altLang="en-US"/>
              </a:p>
            </p:txBody>
          </p:sp>
          <p:sp>
            <p:nvSpPr>
              <p:cNvPr id="118" name="" descr="f3beb3ba-ab98-4064-b742-92efafc7bc91"/>
              <p:cNvSpPr/>
              <p:nvPr/>
            </p:nvSpPr>
            <p:spPr>
              <a:xfrm>
                <a:off x="6952830" y="3855109"/>
                <a:ext cx="2819010" cy="238754"/>
              </a:xfrm>
              <a:custGeom>
                <a:gdLst>
                  <a:gd name="connsiteX0" fmla="*/ 2819010 w 2819010"/>
                  <a:gd name="connsiteY0" fmla="*/ 238754 h 238754"/>
                  <a:gd name="connsiteX1" fmla="*/ 0 w 2819010"/>
                  <a:gd name="connsiteY1" fmla="*/ 0 h 238754"/>
                </a:gdLst>
                <a:cxnLst>
                  <a:cxn ang="0">
                    <a:pos x="connsiteX0" y="connsiteY0"/>
                  </a:cxn>
                  <a:cxn ang="0">
                    <a:pos x="connsiteX1" y="connsiteY1"/>
                  </a:cxn>
                </a:cxnLst>
                <a:rect l="l" t="t" r="r" b="b"/>
                <a:pathLst>
                  <a:path w="2819010" h="238754">
                    <a:moveTo>
                      <a:pt x="2819010" y="238754"/>
                    </a:moveTo>
                    <a:lnTo>
                      <a:pt x="0" y="0"/>
                    </a:lnTo>
                  </a:path>
                </a:pathLst>
              </a:custGeom>
              <a:ln w="13562" cap="flat">
                <a:solidFill>
                  <a:srgbClr val="FFFFFF"/>
                </a:solidFill>
                <a:prstDash val="solid"/>
                <a:miter/>
              </a:ln>
            </p:spPr>
            <p:txBody>
              <a:bodyPr rtlCol="0" anchor="ctr"/>
              <a:lstStyle/>
              <a:p>
                <a:endParaRPr lang="zh-CN" altLang="en-US"/>
              </a:p>
            </p:txBody>
          </p:sp>
          <p:grpSp>
            <p:nvGrpSpPr>
              <p:cNvPr id="119" name="" descr="f7efbb2e-38db-40df-9be3-4a2d82faa9d8"/>
              <p:cNvGrpSpPr/>
              <p:nvPr/>
            </p:nvGrpSpPr>
            <p:grpSpPr>
              <a:xfrm>
                <a:off x="7492248" y="2857983"/>
                <a:ext cx="1968146" cy="799803"/>
                <a:chOff x="7492248" y="2857983"/>
                <a:chExt cx="1968146" cy="799803"/>
              </a:xfrm>
              <a:noFill/>
            </p:grpSpPr>
            <p:sp>
              <p:nvSpPr>
                <p:cNvPr id="128" name="" descr="aaef9fcf-82cb-417f-8c18-f6bc826a288b"/>
                <p:cNvSpPr/>
                <p:nvPr/>
              </p:nvSpPr>
              <p:spPr>
                <a:xfrm>
                  <a:off x="7492248" y="2857983"/>
                  <a:ext cx="1968146" cy="799803"/>
                </a:xfrm>
                <a:custGeom>
                  <a:gdLst>
                    <a:gd name="connsiteX0" fmla="*/ 0 w 1968146"/>
                    <a:gd name="connsiteY0" fmla="*/ 684732 h 799803"/>
                    <a:gd name="connsiteX1" fmla="*/ 1830834 w 1968146"/>
                    <a:gd name="connsiteY1" fmla="*/ 799803 h 799803"/>
                    <a:gd name="connsiteX2" fmla="*/ 1968147 w 1968146"/>
                    <a:gd name="connsiteY2" fmla="*/ 57841 h 799803"/>
                    <a:gd name="connsiteX3" fmla="*/ 144432 w 1968146"/>
                    <a:gd name="connsiteY3" fmla="*/ 0 h 799803"/>
                    <a:gd name="connsiteX4" fmla="*/ 0 w 1968146"/>
                    <a:gd name="connsiteY4" fmla="*/ 684732 h 799803"/>
                  </a:gdLst>
                  <a:cxnLst>
                    <a:cxn ang="0">
                      <a:pos x="connsiteX0" y="connsiteY0"/>
                    </a:cxn>
                    <a:cxn ang="0">
                      <a:pos x="connsiteX1" y="connsiteY1"/>
                    </a:cxn>
                    <a:cxn ang="0">
                      <a:pos x="connsiteX2" y="connsiteY2"/>
                    </a:cxn>
                    <a:cxn ang="0">
                      <a:pos x="connsiteX3" y="connsiteY3"/>
                    </a:cxn>
                    <a:cxn ang="0">
                      <a:pos x="connsiteX4" y="connsiteY4"/>
                    </a:cxn>
                  </a:cxnLst>
                  <a:rect l="l" t="t" r="r" b="b"/>
                  <a:pathLst>
                    <a:path w="1968146" h="799803">
                      <a:moveTo>
                        <a:pt x="0" y="684732"/>
                      </a:moveTo>
                      <a:lnTo>
                        <a:pt x="1830834" y="799803"/>
                      </a:lnTo>
                      <a:lnTo>
                        <a:pt x="1968147" y="57841"/>
                      </a:lnTo>
                      <a:lnTo>
                        <a:pt x="144432" y="0"/>
                      </a:lnTo>
                      <a:lnTo>
                        <a:pt x="0" y="684732"/>
                      </a:lnTo>
                      <a:close/>
                    </a:path>
                  </a:pathLst>
                </a:custGeom>
                <a:noFill/>
                <a:ln w="13562" cap="flat">
                  <a:solidFill>
                    <a:srgbClr val="FFFFFF"/>
                  </a:solidFill>
                  <a:prstDash val="solid"/>
                  <a:miter/>
                </a:ln>
              </p:spPr>
              <p:txBody>
                <a:bodyPr rtlCol="0" anchor="ctr"/>
                <a:lstStyle/>
                <a:p>
                  <a:endParaRPr lang="zh-CN" altLang="en-US"/>
                </a:p>
              </p:txBody>
            </p:sp>
            <p:sp>
              <p:nvSpPr>
                <p:cNvPr id="129" name="" descr="4bf49e24-a4ab-4598-bf8d-9ff78cc73738"/>
                <p:cNvSpPr/>
                <p:nvPr/>
              </p:nvSpPr>
              <p:spPr>
                <a:xfrm>
                  <a:off x="8806312" y="2899753"/>
                  <a:ext cx="145653" cy="725552"/>
                </a:xfrm>
                <a:custGeom>
                  <a:gdLst>
                    <a:gd name="connsiteX0" fmla="*/ 145653 w 145653"/>
                    <a:gd name="connsiteY0" fmla="*/ 0 h 725552"/>
                    <a:gd name="connsiteX1" fmla="*/ 0 w 145653"/>
                    <a:gd name="connsiteY1" fmla="*/ 725553 h 725552"/>
                  </a:gdLst>
                  <a:cxnLst>
                    <a:cxn ang="0">
                      <a:pos x="connsiteX0" y="connsiteY0"/>
                    </a:cxn>
                    <a:cxn ang="0">
                      <a:pos x="connsiteX1" y="connsiteY1"/>
                    </a:cxn>
                  </a:cxnLst>
                  <a:rect l="l" t="t" r="r" b="b"/>
                  <a:pathLst>
                    <a:path w="145653" h="725552">
                      <a:moveTo>
                        <a:pt x="145653" y="0"/>
                      </a:moveTo>
                      <a:lnTo>
                        <a:pt x="0" y="725553"/>
                      </a:lnTo>
                    </a:path>
                  </a:pathLst>
                </a:custGeom>
                <a:ln w="13562" cap="flat">
                  <a:solidFill>
                    <a:srgbClr val="FFFFFF"/>
                  </a:solidFill>
                  <a:prstDash val="solid"/>
                  <a:miter/>
                </a:ln>
              </p:spPr>
              <p:txBody>
                <a:bodyPr rtlCol="0" anchor="ctr"/>
                <a:lstStyle/>
                <a:p>
                  <a:endParaRPr lang="zh-CN" altLang="en-US"/>
                </a:p>
              </p:txBody>
            </p:sp>
            <p:sp>
              <p:nvSpPr>
                <p:cNvPr id="130" name="" descr="769b88c5-60d5-4106-a3b2-9af748548a6b"/>
                <p:cNvSpPr/>
                <p:nvPr/>
              </p:nvSpPr>
              <p:spPr>
                <a:xfrm>
                  <a:off x="7587994" y="3088871"/>
                  <a:ext cx="1821205" cy="74725"/>
                </a:xfrm>
                <a:custGeom>
                  <a:gdLst>
                    <a:gd name="connsiteX0" fmla="*/ 1821205 w 1821205"/>
                    <a:gd name="connsiteY0" fmla="*/ 74725 h 74725"/>
                    <a:gd name="connsiteX1" fmla="*/ 0 w 1821205"/>
                    <a:gd name="connsiteY1" fmla="*/ 0 h 74725"/>
                  </a:gdLst>
                  <a:cxnLst>
                    <a:cxn ang="0">
                      <a:pos x="connsiteX0" y="connsiteY0"/>
                    </a:cxn>
                    <a:cxn ang="0">
                      <a:pos x="connsiteX1" y="connsiteY1"/>
                    </a:cxn>
                  </a:cxnLst>
                  <a:rect l="l" t="t" r="r" b="b"/>
                  <a:pathLst>
                    <a:path w="1821205" h="74725">
                      <a:moveTo>
                        <a:pt x="1821205" y="74725"/>
                      </a:moveTo>
                      <a:lnTo>
                        <a:pt x="0" y="0"/>
                      </a:lnTo>
                    </a:path>
                  </a:pathLst>
                </a:custGeom>
                <a:ln w="13562" cap="flat">
                  <a:solidFill>
                    <a:srgbClr val="FFFFFF"/>
                  </a:solidFill>
                  <a:prstDash val="solid"/>
                  <a:miter/>
                </a:ln>
              </p:spPr>
              <p:txBody>
                <a:bodyPr rtlCol="0" anchor="ctr"/>
                <a:lstStyle/>
                <a:p>
                  <a:endParaRPr lang="zh-CN" altLang="en-US"/>
                </a:p>
              </p:txBody>
            </p:sp>
            <p:sp>
              <p:nvSpPr>
                <p:cNvPr id="131" name="" descr="f2e41764-c963-4e0c-8eb0-57fffc8055d7"/>
                <p:cNvSpPr/>
                <p:nvPr/>
              </p:nvSpPr>
              <p:spPr>
                <a:xfrm>
                  <a:off x="7540596" y="3313589"/>
                  <a:ext cx="1821137" cy="107273"/>
                </a:xfrm>
                <a:custGeom>
                  <a:gdLst>
                    <a:gd name="connsiteX0" fmla="*/ 1821138 w 1821137"/>
                    <a:gd name="connsiteY0" fmla="*/ 107273 h 107273"/>
                    <a:gd name="connsiteX1" fmla="*/ 0 w 1821137"/>
                    <a:gd name="connsiteY1" fmla="*/ 0 h 107273"/>
                  </a:gdLst>
                  <a:cxnLst>
                    <a:cxn ang="0">
                      <a:pos x="connsiteX0" y="connsiteY0"/>
                    </a:cxn>
                    <a:cxn ang="0">
                      <a:pos x="connsiteX1" y="connsiteY1"/>
                    </a:cxn>
                  </a:cxnLst>
                  <a:rect l="l" t="t" r="r" b="b"/>
                  <a:pathLst>
                    <a:path w="1821137" h="107272">
                      <a:moveTo>
                        <a:pt x="1821138" y="107273"/>
                      </a:moveTo>
                      <a:lnTo>
                        <a:pt x="0" y="0"/>
                      </a:lnTo>
                    </a:path>
                  </a:pathLst>
                </a:custGeom>
                <a:ln w="13562" cap="flat">
                  <a:solidFill>
                    <a:srgbClr val="FFFFFF"/>
                  </a:solidFill>
                  <a:prstDash val="solid"/>
                  <a:miter/>
                </a:ln>
              </p:spPr>
              <p:txBody>
                <a:bodyPr rtlCol="0" anchor="ctr"/>
                <a:lstStyle/>
                <a:p>
                  <a:endParaRPr lang="zh-CN" altLang="en-US"/>
                </a:p>
              </p:txBody>
            </p:sp>
          </p:grpSp>
          <p:grpSp>
            <p:nvGrpSpPr>
              <p:cNvPr id="120" name="" descr="58c22524-68a2-4ff9-9108-6fee2f392a94"/>
              <p:cNvGrpSpPr/>
              <p:nvPr/>
            </p:nvGrpSpPr>
            <p:grpSpPr>
              <a:xfrm>
                <a:off x="8225878" y="2588763"/>
                <a:ext cx="467065" cy="467065"/>
                <a:chOff x="8225878" y="2588763"/>
                <a:chExt cx="467065" cy="467065"/>
              </a:xfrm>
            </p:grpSpPr>
            <p:sp>
              <p:nvSpPr>
                <p:cNvPr id="122" name="" descr="38a2e44e-a451-45d1-aa72-b17e99d2b7ac"/>
                <p:cNvSpPr/>
                <p:nvPr/>
              </p:nvSpPr>
              <p:spPr>
                <a:xfrm rot="-3206999">
                  <a:off x="8292466" y="2655351"/>
                  <a:ext cx="333889" cy="333889"/>
                </a:xfrm>
                <a:custGeom>
                  <a:gdLst>
                    <a:gd name="connsiteX0" fmla="*/ 333890 w 333889"/>
                    <a:gd name="connsiteY0" fmla="*/ 166945 h 333889"/>
                    <a:gd name="connsiteX1" fmla="*/ 166945 w 333889"/>
                    <a:gd name="connsiteY1" fmla="*/ 333890 h 333889"/>
                    <a:gd name="connsiteX2" fmla="*/ 0 w 333889"/>
                    <a:gd name="connsiteY2" fmla="*/ 166945 h 333889"/>
                    <a:gd name="connsiteX3" fmla="*/ 166945 w 333889"/>
                    <a:gd name="connsiteY3" fmla="*/ 0 h 333889"/>
                    <a:gd name="connsiteX4" fmla="*/ 333890 w 333889"/>
                    <a:gd name="connsiteY4" fmla="*/ 166945 h 333889"/>
                  </a:gdLst>
                  <a:cxnLst>
                    <a:cxn ang="0">
                      <a:pos x="connsiteX0" y="connsiteY0"/>
                    </a:cxn>
                    <a:cxn ang="0">
                      <a:pos x="connsiteX1" y="connsiteY1"/>
                    </a:cxn>
                    <a:cxn ang="0">
                      <a:pos x="connsiteX2" y="connsiteY2"/>
                    </a:cxn>
                    <a:cxn ang="0">
                      <a:pos x="connsiteX3" y="connsiteY3"/>
                    </a:cxn>
                    <a:cxn ang="0">
                      <a:pos x="connsiteX4" y="connsiteY4"/>
                    </a:cxn>
                  </a:cxnLst>
                  <a:rect l="l" t="t" r="r" b="b"/>
                  <a:pathLst>
                    <a:path w="333889" h="333889">
                      <a:moveTo>
                        <a:pt x="333890" y="166945"/>
                      </a:moveTo>
                      <a:cubicBezTo>
                        <a:pt x="333890" y="259146"/>
                        <a:pt x="259146" y="333890"/>
                        <a:pt x="166945" y="333890"/>
                      </a:cubicBezTo>
                      <a:cubicBezTo>
                        <a:pt x="74744" y="333890"/>
                        <a:pt x="0" y="259146"/>
                        <a:pt x="0" y="166945"/>
                      </a:cubicBezTo>
                      <a:cubicBezTo>
                        <a:pt x="0" y="74744"/>
                        <a:pt x="74744" y="0"/>
                        <a:pt x="166945" y="0"/>
                      </a:cubicBezTo>
                      <a:cubicBezTo>
                        <a:pt x="259146" y="0"/>
                        <a:pt x="333890" y="74744"/>
                        <a:pt x="333890" y="166945"/>
                      </a:cubicBezTo>
                      <a:close/>
                    </a:path>
                  </a:pathLst>
                </a:custGeom>
                <a:solidFill>
                  <a:srgbClr val="DF7E9F"/>
                </a:solidFill>
                <a:ln w="6781" cap="flat">
                  <a:noFill/>
                  <a:prstDash val="solid"/>
                  <a:miter/>
                </a:ln>
              </p:spPr>
              <p:txBody>
                <a:bodyPr rtlCol="0" anchor="ctr"/>
                <a:lstStyle/>
                <a:p>
                  <a:endParaRPr lang="zh-CN" altLang="en-US"/>
                </a:p>
              </p:txBody>
            </p:sp>
            <p:sp>
              <p:nvSpPr>
                <p:cNvPr id="123" name="" descr="9a6dc99d-7ce8-4516-8542-a1bc3ca8bcb4"/>
                <p:cNvSpPr/>
                <p:nvPr/>
              </p:nvSpPr>
              <p:spPr>
                <a:xfrm rot="-3175802">
                  <a:off x="8315151" y="2677915"/>
                  <a:ext cx="288051" cy="288051"/>
                </a:xfrm>
                <a:custGeom>
                  <a:gdLst>
                    <a:gd name="connsiteX0" fmla="*/ 288051 w 288051"/>
                    <a:gd name="connsiteY0" fmla="*/ 144026 h 288051"/>
                    <a:gd name="connsiteX1" fmla="*/ 144026 w 288051"/>
                    <a:gd name="connsiteY1" fmla="*/ 288051 h 288051"/>
                    <a:gd name="connsiteX2" fmla="*/ 0 w 288051"/>
                    <a:gd name="connsiteY2" fmla="*/ 144026 h 288051"/>
                    <a:gd name="connsiteX3" fmla="*/ 144026 w 288051"/>
                    <a:gd name="connsiteY3" fmla="*/ 0 h 288051"/>
                    <a:gd name="connsiteX4" fmla="*/ 288051 w 288051"/>
                    <a:gd name="connsiteY4" fmla="*/ 144026 h 288051"/>
                  </a:gdLst>
                  <a:cxnLst>
                    <a:cxn ang="0">
                      <a:pos x="connsiteX0" y="connsiteY0"/>
                    </a:cxn>
                    <a:cxn ang="0">
                      <a:pos x="connsiteX1" y="connsiteY1"/>
                    </a:cxn>
                    <a:cxn ang="0">
                      <a:pos x="connsiteX2" y="connsiteY2"/>
                    </a:cxn>
                    <a:cxn ang="0">
                      <a:pos x="connsiteX3" y="connsiteY3"/>
                    </a:cxn>
                    <a:cxn ang="0">
                      <a:pos x="connsiteX4" y="connsiteY4"/>
                    </a:cxn>
                  </a:cxnLst>
                  <a:rect l="l" t="t" r="r" b="b"/>
                  <a:pathLst>
                    <a:path w="288051" h="288051">
                      <a:moveTo>
                        <a:pt x="288051" y="144026"/>
                      </a:moveTo>
                      <a:cubicBezTo>
                        <a:pt x="288051" y="223569"/>
                        <a:pt x="223569" y="288051"/>
                        <a:pt x="144026" y="288051"/>
                      </a:cubicBezTo>
                      <a:cubicBezTo>
                        <a:pt x="64483" y="288051"/>
                        <a:pt x="0" y="223569"/>
                        <a:pt x="0" y="144026"/>
                      </a:cubicBezTo>
                      <a:cubicBezTo>
                        <a:pt x="0" y="64482"/>
                        <a:pt x="64483" y="0"/>
                        <a:pt x="144026" y="0"/>
                      </a:cubicBezTo>
                      <a:cubicBezTo>
                        <a:pt x="223569" y="0"/>
                        <a:pt x="288051" y="64482"/>
                        <a:pt x="288051" y="144026"/>
                      </a:cubicBezTo>
                      <a:close/>
                    </a:path>
                  </a:pathLst>
                </a:custGeom>
                <a:noFill/>
                <a:ln w="13562" cap="flat">
                  <a:solidFill>
                    <a:srgbClr val="3D436C"/>
                  </a:solidFill>
                  <a:prstDash val="solid"/>
                  <a:miter/>
                </a:ln>
              </p:spPr>
              <p:txBody>
                <a:bodyPr rtlCol="0" anchor="ctr"/>
                <a:lstStyle/>
                <a:p>
                  <a:endParaRPr lang="zh-CN" altLang="en-US"/>
                </a:p>
              </p:txBody>
            </p:sp>
            <p:grpSp>
              <p:nvGrpSpPr>
                <p:cNvPr id="124" name="" descr="eb48f40a-7281-4929-ab5e-98c1db91e0af"/>
                <p:cNvGrpSpPr/>
                <p:nvPr/>
              </p:nvGrpSpPr>
              <p:grpSpPr>
                <a:xfrm>
                  <a:off x="8403325" y="2748200"/>
                  <a:ext cx="111816" cy="136837"/>
                  <a:chOff x="8403325" y="2748200"/>
                  <a:chExt cx="111816" cy="136837"/>
                </a:xfrm>
                <a:noFill/>
              </p:grpSpPr>
              <p:sp>
                <p:nvSpPr>
                  <p:cNvPr id="125" name="" descr="52a8611c-5901-4523-a74a-822421f753b8"/>
                  <p:cNvSpPr/>
                  <p:nvPr/>
                </p:nvSpPr>
                <p:spPr>
                  <a:xfrm>
                    <a:off x="8403325" y="2761559"/>
                    <a:ext cx="36616" cy="51466"/>
                  </a:xfrm>
                  <a:custGeom>
                    <a:gdLst>
                      <a:gd name="connsiteX0" fmla="*/ 18308 w 36616"/>
                      <a:gd name="connsiteY0" fmla="*/ 51467 h 51466"/>
                      <a:gd name="connsiteX1" fmla="*/ 18308 w 36616"/>
                      <a:gd name="connsiteY1" fmla="*/ 51467 h 51466"/>
                      <a:gd name="connsiteX2" fmla="*/ 0 w 36616"/>
                      <a:gd name="connsiteY2" fmla="*/ 33158 h 51466"/>
                      <a:gd name="connsiteX3" fmla="*/ 0 w 36616"/>
                      <a:gd name="connsiteY3" fmla="*/ 18308 h 51466"/>
                      <a:gd name="connsiteX4" fmla="*/ 18308 w 36616"/>
                      <a:gd name="connsiteY4" fmla="*/ 0 h 51466"/>
                      <a:gd name="connsiteX5" fmla="*/ 18308 w 36616"/>
                      <a:gd name="connsiteY5" fmla="*/ 0 h 51466"/>
                      <a:gd name="connsiteX6" fmla="*/ 36617 w 36616"/>
                      <a:gd name="connsiteY6" fmla="*/ 18308 h 51466"/>
                      <a:gd name="connsiteX7" fmla="*/ 36617 w 36616"/>
                      <a:gd name="connsiteY7" fmla="*/ 33158 h 51466"/>
                      <a:gd name="connsiteX8" fmla="*/ 18308 w 36616"/>
                      <a:gd name="connsiteY8" fmla="*/ 51467 h 514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16" h="51466">
                        <a:moveTo>
                          <a:pt x="18308" y="51467"/>
                        </a:moveTo>
                        <a:lnTo>
                          <a:pt x="18308" y="51467"/>
                        </a:lnTo>
                        <a:cubicBezTo>
                          <a:pt x="8205" y="51467"/>
                          <a:pt x="0" y="43262"/>
                          <a:pt x="0" y="33158"/>
                        </a:cubicBezTo>
                        <a:lnTo>
                          <a:pt x="0" y="18308"/>
                        </a:lnTo>
                        <a:cubicBezTo>
                          <a:pt x="0" y="8205"/>
                          <a:pt x="8205" y="0"/>
                          <a:pt x="18308" y="0"/>
                        </a:cubicBezTo>
                        <a:lnTo>
                          <a:pt x="18308" y="0"/>
                        </a:lnTo>
                        <a:cubicBezTo>
                          <a:pt x="28411" y="0"/>
                          <a:pt x="36617" y="8205"/>
                          <a:pt x="36617" y="18308"/>
                        </a:cubicBezTo>
                        <a:lnTo>
                          <a:pt x="36617" y="33158"/>
                        </a:lnTo>
                        <a:cubicBezTo>
                          <a:pt x="36617" y="43262"/>
                          <a:pt x="28411" y="51467"/>
                          <a:pt x="18308" y="51467"/>
                        </a:cubicBezTo>
                        <a:close/>
                      </a:path>
                    </a:pathLst>
                  </a:custGeom>
                  <a:noFill/>
                  <a:ln w="13562" cap="flat">
                    <a:solidFill>
                      <a:srgbClr val="3D436C"/>
                    </a:solidFill>
                    <a:prstDash val="solid"/>
                    <a:miter/>
                  </a:ln>
                </p:spPr>
                <p:txBody>
                  <a:bodyPr rtlCol="0" anchor="ctr"/>
                  <a:lstStyle/>
                  <a:p>
                    <a:endParaRPr lang="zh-CN" altLang="en-US"/>
                  </a:p>
                </p:txBody>
              </p:sp>
              <p:sp>
                <p:nvSpPr>
                  <p:cNvPr id="126" name="" descr="aad0147f-fa98-4377-8f1a-a9d82d15d8a2"/>
                  <p:cNvSpPr/>
                  <p:nvPr/>
                </p:nvSpPr>
                <p:spPr>
                  <a:xfrm>
                    <a:off x="8478525" y="2828079"/>
                    <a:ext cx="36616" cy="51466"/>
                  </a:xfrm>
                  <a:custGeom>
                    <a:gdLst>
                      <a:gd name="connsiteX0" fmla="*/ 18309 w 36616"/>
                      <a:gd name="connsiteY0" fmla="*/ 51467 h 51466"/>
                      <a:gd name="connsiteX1" fmla="*/ 18309 w 36616"/>
                      <a:gd name="connsiteY1" fmla="*/ 51467 h 51466"/>
                      <a:gd name="connsiteX2" fmla="*/ 0 w 36616"/>
                      <a:gd name="connsiteY2" fmla="*/ 33158 h 51466"/>
                      <a:gd name="connsiteX3" fmla="*/ 0 w 36616"/>
                      <a:gd name="connsiteY3" fmla="*/ 18308 h 51466"/>
                      <a:gd name="connsiteX4" fmla="*/ 18309 w 36616"/>
                      <a:gd name="connsiteY4" fmla="*/ 0 h 51466"/>
                      <a:gd name="connsiteX5" fmla="*/ 18309 w 36616"/>
                      <a:gd name="connsiteY5" fmla="*/ 0 h 51466"/>
                      <a:gd name="connsiteX6" fmla="*/ 36617 w 36616"/>
                      <a:gd name="connsiteY6" fmla="*/ 18308 h 51466"/>
                      <a:gd name="connsiteX7" fmla="*/ 36617 w 36616"/>
                      <a:gd name="connsiteY7" fmla="*/ 33158 h 51466"/>
                      <a:gd name="connsiteX8" fmla="*/ 18309 w 36616"/>
                      <a:gd name="connsiteY8" fmla="*/ 51467 h 514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16" h="51466">
                        <a:moveTo>
                          <a:pt x="18309" y="51467"/>
                        </a:moveTo>
                        <a:lnTo>
                          <a:pt x="18309" y="51467"/>
                        </a:lnTo>
                        <a:cubicBezTo>
                          <a:pt x="8205" y="51467"/>
                          <a:pt x="0" y="43262"/>
                          <a:pt x="0" y="33158"/>
                        </a:cubicBezTo>
                        <a:lnTo>
                          <a:pt x="0" y="18308"/>
                        </a:lnTo>
                        <a:cubicBezTo>
                          <a:pt x="0" y="8205"/>
                          <a:pt x="8205" y="0"/>
                          <a:pt x="18309" y="0"/>
                        </a:cubicBezTo>
                        <a:lnTo>
                          <a:pt x="18309" y="0"/>
                        </a:lnTo>
                        <a:cubicBezTo>
                          <a:pt x="28412" y="0"/>
                          <a:pt x="36617" y="8205"/>
                          <a:pt x="36617" y="18308"/>
                        </a:cubicBezTo>
                        <a:lnTo>
                          <a:pt x="36617" y="33158"/>
                        </a:lnTo>
                        <a:cubicBezTo>
                          <a:pt x="36617" y="43262"/>
                          <a:pt x="28412" y="51467"/>
                          <a:pt x="18309" y="51467"/>
                        </a:cubicBezTo>
                        <a:close/>
                      </a:path>
                    </a:pathLst>
                  </a:custGeom>
                  <a:noFill/>
                  <a:ln w="13562" cap="flat">
                    <a:solidFill>
                      <a:srgbClr val="3D436C"/>
                    </a:solidFill>
                    <a:prstDash val="solid"/>
                    <a:miter/>
                  </a:ln>
                </p:spPr>
                <p:txBody>
                  <a:bodyPr rtlCol="0" anchor="ctr"/>
                  <a:lstStyle/>
                  <a:p>
                    <a:endParaRPr lang="zh-CN" altLang="en-US"/>
                  </a:p>
                </p:txBody>
              </p:sp>
              <p:sp>
                <p:nvSpPr>
                  <p:cNvPr id="127" name="" descr="daa5b48f-e7ca-4cfb-9f84-2deb302a3531"/>
                  <p:cNvSpPr/>
                  <p:nvPr/>
                </p:nvSpPr>
                <p:spPr>
                  <a:xfrm>
                    <a:off x="8408411" y="2748200"/>
                    <a:ext cx="97169" cy="136837"/>
                  </a:xfrm>
                  <a:custGeom>
                    <a:gdLst>
                      <a:gd name="connsiteX0" fmla="*/ 0 w 97169"/>
                      <a:gd name="connsiteY0" fmla="*/ 136838 h 136837"/>
                      <a:gd name="connsiteX1" fmla="*/ 97170 w 97169"/>
                      <a:gd name="connsiteY1" fmla="*/ 0 h 136837"/>
                    </a:gdLst>
                    <a:cxnLst>
                      <a:cxn ang="0">
                        <a:pos x="connsiteX0" y="connsiteY0"/>
                      </a:cxn>
                      <a:cxn ang="0">
                        <a:pos x="connsiteX1" y="connsiteY1"/>
                      </a:cxn>
                    </a:cxnLst>
                    <a:rect l="l" t="t" r="r" b="b"/>
                    <a:pathLst>
                      <a:path w="97169" h="136837">
                        <a:moveTo>
                          <a:pt x="0" y="136838"/>
                        </a:moveTo>
                        <a:lnTo>
                          <a:pt x="97170" y="0"/>
                        </a:lnTo>
                      </a:path>
                    </a:pathLst>
                  </a:custGeom>
                  <a:ln w="13562" cap="flat">
                    <a:solidFill>
                      <a:srgbClr val="3D436C"/>
                    </a:solidFill>
                    <a:prstDash val="solid"/>
                    <a:miter/>
                  </a:ln>
                </p:spPr>
                <p:txBody>
                  <a:bodyPr rtlCol="0" anchor="ctr"/>
                  <a:lstStyle/>
                  <a:p>
                    <a:endParaRPr lang="zh-CN" altLang="en-US"/>
                  </a:p>
                </p:txBody>
              </p:sp>
            </p:grpSp>
          </p:grpSp>
          <p:sp>
            <p:nvSpPr>
              <p:cNvPr id="121" name="" descr="b233731f-f56a-4a7b-9fa2-fc4595985610"/>
              <p:cNvSpPr/>
              <p:nvPr/>
            </p:nvSpPr>
            <p:spPr>
              <a:xfrm>
                <a:off x="7094618" y="2143279"/>
                <a:ext cx="3105365" cy="1832325"/>
              </a:xfrm>
              <a:custGeom>
                <a:gdLst>
                  <a:gd name="connsiteX0" fmla="*/ 3105366 w 3105365"/>
                  <a:gd name="connsiteY0" fmla="*/ 25021 h 1832325"/>
                  <a:gd name="connsiteX1" fmla="*/ 2755677 w 3105365"/>
                  <a:gd name="connsiteY1" fmla="*/ 1832326 h 1832325"/>
                  <a:gd name="connsiteX2" fmla="*/ 0 w 3105365"/>
                  <a:gd name="connsiteY2" fmla="*/ 1608083 h 1832325"/>
                  <a:gd name="connsiteX3" fmla="*/ 295646 w 3105365"/>
                  <a:gd name="connsiteY3" fmla="*/ 0 h 1832325"/>
                  <a:gd name="connsiteX4" fmla="*/ 3105366 w 3105365"/>
                  <a:gd name="connsiteY4" fmla="*/ 25021 h 1832325"/>
                </a:gdLst>
                <a:cxnLst>
                  <a:cxn ang="0">
                    <a:pos x="connsiteX0" y="connsiteY0"/>
                  </a:cxn>
                  <a:cxn ang="0">
                    <a:pos x="connsiteX1" y="connsiteY1"/>
                  </a:cxn>
                  <a:cxn ang="0">
                    <a:pos x="connsiteX2" y="connsiteY2"/>
                  </a:cxn>
                  <a:cxn ang="0">
                    <a:pos x="connsiteX3" y="connsiteY3"/>
                  </a:cxn>
                  <a:cxn ang="0">
                    <a:pos x="connsiteX4" y="connsiteY4"/>
                  </a:cxn>
                </a:cxnLst>
                <a:rect l="l" t="t" r="r" b="b"/>
                <a:pathLst>
                  <a:path w="3105365" h="1832325">
                    <a:moveTo>
                      <a:pt x="3105366" y="25021"/>
                    </a:moveTo>
                    <a:lnTo>
                      <a:pt x="2755677" y="1832326"/>
                    </a:lnTo>
                    <a:lnTo>
                      <a:pt x="0" y="1608083"/>
                    </a:lnTo>
                    <a:lnTo>
                      <a:pt x="295646" y="0"/>
                    </a:lnTo>
                    <a:lnTo>
                      <a:pt x="3105366" y="25021"/>
                    </a:lnTo>
                    <a:close/>
                  </a:path>
                </a:pathLst>
              </a:custGeom>
              <a:noFill/>
              <a:ln w="13562" cap="flat">
                <a:solidFill>
                  <a:srgbClr val="938FF9"/>
                </a:solidFill>
                <a:prstDash val="solid"/>
                <a:miter/>
              </a:ln>
            </p:spPr>
            <p:txBody>
              <a:bodyPr rtlCol="0" anchor="ctr"/>
              <a:lstStyle/>
              <a:p>
                <a:endParaRPr lang="zh-CN" altLang="en-US"/>
              </a:p>
            </p:txBody>
          </p:sp>
        </p:grpSp>
        <p:grpSp>
          <p:nvGrpSpPr>
            <p:cNvPr id="19" name="" descr="50f38d80-6a79-41a7-90bf-2449e8a44109"/>
            <p:cNvGrpSpPr/>
            <p:nvPr/>
          </p:nvGrpSpPr>
          <p:grpSpPr>
            <a:xfrm>
              <a:off x="9856262" y="1965604"/>
              <a:ext cx="1086566" cy="257944"/>
              <a:chOff x="9856262" y="1649225"/>
              <a:chExt cx="1086566" cy="257944"/>
            </a:xfrm>
            <a:solidFill>
              <a:srgbClr val="938FF9"/>
            </a:solidFill>
          </p:grpSpPr>
          <p:sp>
            <p:nvSpPr>
              <p:cNvPr id="103" name="" descr="c3f18b54-8c2c-436b-a40a-bb8be4d5e52e"/>
              <p:cNvSpPr/>
              <p:nvPr/>
            </p:nvSpPr>
            <p:spPr>
              <a:xfrm>
                <a:off x="9856262" y="1685096"/>
                <a:ext cx="638147" cy="6780"/>
              </a:xfrm>
              <a:custGeom>
                <a:gdLst>
                  <a:gd name="connsiteX0" fmla="*/ 0 w 638147"/>
                  <a:gd name="connsiteY0" fmla="*/ 0 h 6780"/>
                  <a:gd name="connsiteX1" fmla="*/ 638148 w 638147"/>
                  <a:gd name="connsiteY1" fmla="*/ 0 h 6780"/>
                </a:gdLst>
                <a:cxnLst>
                  <a:cxn ang="0">
                    <a:pos x="connsiteX0" y="connsiteY0"/>
                  </a:cxn>
                  <a:cxn ang="0">
                    <a:pos x="connsiteX1" y="connsiteY1"/>
                  </a:cxn>
                </a:cxnLst>
                <a:rect l="l" t="t" r="r" b="b"/>
                <a:pathLst>
                  <a:path w="638147" h="6780">
                    <a:moveTo>
                      <a:pt x="0" y="0"/>
                    </a:moveTo>
                    <a:lnTo>
                      <a:pt x="638148" y="0"/>
                    </a:lnTo>
                  </a:path>
                </a:pathLst>
              </a:custGeom>
              <a:ln w="13562" cap="flat">
                <a:solidFill>
                  <a:srgbClr val="938FF9"/>
                </a:solidFill>
                <a:prstDash val="solid"/>
                <a:miter/>
              </a:ln>
            </p:spPr>
            <p:txBody>
              <a:bodyPr rtlCol="0" anchor="ctr"/>
              <a:lstStyle/>
              <a:p>
                <a:endParaRPr lang="zh-CN" altLang="en-US"/>
              </a:p>
            </p:txBody>
          </p:sp>
          <p:sp>
            <p:nvSpPr>
              <p:cNvPr id="104" name="" descr="39cc0d10-2d81-4376-90e4-0b0f33f78726"/>
              <p:cNvSpPr/>
              <p:nvPr/>
            </p:nvSpPr>
            <p:spPr>
              <a:xfrm>
                <a:off x="10478949" y="1649225"/>
                <a:ext cx="71741" cy="71741"/>
              </a:xfrm>
              <a:custGeom>
                <a:gdLst>
                  <a:gd name="connsiteX0" fmla="*/ 71741 w 71741"/>
                  <a:gd name="connsiteY0" fmla="*/ 35871 h 71741"/>
                  <a:gd name="connsiteX1" fmla="*/ 35870 w 71741"/>
                  <a:gd name="connsiteY1" fmla="*/ 71742 h 71741"/>
                  <a:gd name="connsiteX2" fmla="*/ -1 w 71741"/>
                  <a:gd name="connsiteY2" fmla="*/ 35871 h 71741"/>
                  <a:gd name="connsiteX3" fmla="*/ 35870 w 71741"/>
                  <a:gd name="connsiteY3" fmla="*/ 0 h 71741"/>
                  <a:gd name="connsiteX4" fmla="*/ 71741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1" y="35871"/>
                    </a:moveTo>
                    <a:cubicBezTo>
                      <a:pt x="71741" y="55682"/>
                      <a:pt x="55681" y="71742"/>
                      <a:pt x="35870" y="71742"/>
                    </a:cubicBezTo>
                    <a:cubicBezTo>
                      <a:pt x="16059" y="71742"/>
                      <a:pt x="-1" y="55682"/>
                      <a:pt x="-1" y="35871"/>
                    </a:cubicBezTo>
                    <a:cubicBezTo>
                      <a:pt x="-1" y="16060"/>
                      <a:pt x="16059" y="0"/>
                      <a:pt x="35870" y="0"/>
                    </a:cubicBezTo>
                    <a:cubicBezTo>
                      <a:pt x="55681" y="0"/>
                      <a:pt x="71741" y="16060"/>
                      <a:pt x="71741" y="35871"/>
                    </a:cubicBezTo>
                    <a:close/>
                  </a:path>
                </a:pathLst>
              </a:custGeom>
              <a:solidFill>
                <a:srgbClr val="938FF9"/>
              </a:solidFill>
              <a:ln w="6781" cap="flat">
                <a:noFill/>
                <a:prstDash val="solid"/>
                <a:miter/>
              </a:ln>
            </p:spPr>
            <p:txBody>
              <a:bodyPr rtlCol="0" anchor="ctr"/>
              <a:lstStyle/>
              <a:p>
                <a:endParaRPr lang="zh-CN" altLang="en-US"/>
              </a:p>
            </p:txBody>
          </p:sp>
          <p:grpSp>
            <p:nvGrpSpPr>
              <p:cNvPr id="105" name="" descr="0e185084-a1a3-4d6e-b764-cf3667e64904"/>
              <p:cNvGrpSpPr/>
              <p:nvPr/>
            </p:nvGrpSpPr>
            <p:grpSpPr>
              <a:xfrm>
                <a:off x="10624602" y="1685096"/>
                <a:ext cx="318226" cy="222073"/>
                <a:chOff x="10624602" y="1685096"/>
                <a:chExt cx="318226" cy="222073"/>
              </a:xfrm>
            </p:grpSpPr>
            <p:sp>
              <p:nvSpPr>
                <p:cNvPr id="106" name="" descr="3abebd0d-a456-4ad1-8f65-d48a336c203a"/>
                <p:cNvSpPr/>
                <p:nvPr/>
              </p:nvSpPr>
              <p:spPr>
                <a:xfrm>
                  <a:off x="10624602" y="1685096"/>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107" name="" descr="025c9828-a502-41fa-81e7-97e902d37c9e"/>
                <p:cNvSpPr/>
                <p:nvPr/>
              </p:nvSpPr>
              <p:spPr>
                <a:xfrm>
                  <a:off x="10624602" y="1759143"/>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108" name="" descr="b7ff3855-6dda-47fc-8a7a-ba31092dc779"/>
                <p:cNvSpPr/>
                <p:nvPr/>
              </p:nvSpPr>
              <p:spPr>
                <a:xfrm>
                  <a:off x="10624602" y="1833122"/>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sp>
              <p:nvSpPr>
                <p:cNvPr id="109" name="" descr="d5bd1130-1c15-45fd-9b42-7372cfa92dd5"/>
                <p:cNvSpPr/>
                <p:nvPr/>
              </p:nvSpPr>
              <p:spPr>
                <a:xfrm>
                  <a:off x="10624602" y="1907169"/>
                  <a:ext cx="318226" cy="6780"/>
                </a:xfrm>
                <a:custGeom>
                  <a:gdLst>
                    <a:gd name="connsiteX0" fmla="*/ 0 w 318226"/>
                    <a:gd name="connsiteY0" fmla="*/ 0 h 6780"/>
                    <a:gd name="connsiteX1" fmla="*/ 318226 w 318226"/>
                    <a:gd name="connsiteY1" fmla="*/ 0 h 6780"/>
                  </a:gdLst>
                  <a:cxnLst>
                    <a:cxn ang="0">
                      <a:pos x="connsiteX0" y="connsiteY0"/>
                    </a:cxn>
                    <a:cxn ang="0">
                      <a:pos x="connsiteX1" y="connsiteY1"/>
                    </a:cxn>
                  </a:cxnLst>
                  <a:rect l="l" t="t" r="r" b="b"/>
                  <a:pathLst>
                    <a:path w="318226" h="6780">
                      <a:moveTo>
                        <a:pt x="0" y="0"/>
                      </a:moveTo>
                      <a:lnTo>
                        <a:pt x="318226" y="0"/>
                      </a:lnTo>
                    </a:path>
                  </a:pathLst>
                </a:custGeom>
                <a:ln w="13562" cap="flat">
                  <a:solidFill>
                    <a:srgbClr val="3D436C"/>
                  </a:solidFill>
                  <a:prstDash val="solid"/>
                  <a:miter/>
                </a:ln>
              </p:spPr>
              <p:txBody>
                <a:bodyPr rtlCol="0" anchor="ctr"/>
                <a:lstStyle/>
                <a:p>
                  <a:endParaRPr lang="zh-CN" altLang="en-US"/>
                </a:p>
              </p:txBody>
            </p:sp>
          </p:grpSp>
        </p:grpSp>
        <p:grpSp>
          <p:nvGrpSpPr>
            <p:cNvPr id="20" name="" descr="ef8d18ab-e10d-4442-ac4b-d92591aca930"/>
            <p:cNvGrpSpPr/>
            <p:nvPr/>
          </p:nvGrpSpPr>
          <p:grpSpPr>
            <a:xfrm>
              <a:off x="5694030" y="3447224"/>
              <a:ext cx="1086566" cy="257876"/>
              <a:chOff x="5694030" y="3130845"/>
              <a:chExt cx="1086566" cy="257876"/>
            </a:xfrm>
            <a:solidFill>
              <a:srgbClr val="938FF9"/>
            </a:solidFill>
          </p:grpSpPr>
          <p:sp>
            <p:nvSpPr>
              <p:cNvPr id="96" name="" descr="d5f0153c-548c-40ae-b13f-5a9cf2860ece"/>
              <p:cNvSpPr/>
              <p:nvPr/>
            </p:nvSpPr>
            <p:spPr>
              <a:xfrm>
                <a:off x="6142448" y="3166716"/>
                <a:ext cx="638147" cy="6780"/>
              </a:xfrm>
              <a:custGeom>
                <a:gdLst>
                  <a:gd name="connsiteX0" fmla="*/ 638148 w 638147"/>
                  <a:gd name="connsiteY0" fmla="*/ 0 h 6780"/>
                  <a:gd name="connsiteX1" fmla="*/ 0 w 638147"/>
                  <a:gd name="connsiteY1" fmla="*/ 0 h 6780"/>
                </a:gdLst>
                <a:cxnLst>
                  <a:cxn ang="0">
                    <a:pos x="connsiteX0" y="connsiteY0"/>
                  </a:cxn>
                  <a:cxn ang="0">
                    <a:pos x="connsiteX1" y="connsiteY1"/>
                  </a:cxn>
                </a:cxnLst>
                <a:rect l="l" t="t" r="r" b="b"/>
                <a:pathLst>
                  <a:path w="638147" h="6780">
                    <a:moveTo>
                      <a:pt x="638148" y="0"/>
                    </a:moveTo>
                    <a:lnTo>
                      <a:pt x="0" y="0"/>
                    </a:lnTo>
                  </a:path>
                </a:pathLst>
              </a:custGeom>
              <a:ln w="13562" cap="flat">
                <a:solidFill>
                  <a:srgbClr val="938FF9"/>
                </a:solidFill>
                <a:prstDash val="solid"/>
                <a:miter/>
              </a:ln>
            </p:spPr>
            <p:txBody>
              <a:bodyPr rtlCol="0" anchor="ctr"/>
              <a:lstStyle/>
              <a:p>
                <a:endParaRPr lang="zh-CN" altLang="en-US"/>
              </a:p>
            </p:txBody>
          </p:sp>
          <p:sp>
            <p:nvSpPr>
              <p:cNvPr id="97" name="" descr="9ef2d2d4-7174-4e1d-a141-697eacc3ce8e"/>
              <p:cNvSpPr/>
              <p:nvPr/>
            </p:nvSpPr>
            <p:spPr>
              <a:xfrm>
                <a:off x="6086167" y="3130845"/>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938FF9"/>
              </a:solidFill>
              <a:ln w="6781" cap="flat">
                <a:noFill/>
                <a:prstDash val="solid"/>
                <a:miter/>
              </a:ln>
            </p:spPr>
            <p:txBody>
              <a:bodyPr rtlCol="0" anchor="ctr"/>
              <a:lstStyle/>
              <a:p>
                <a:endParaRPr lang="zh-CN" altLang="en-US"/>
              </a:p>
            </p:txBody>
          </p:sp>
          <p:grpSp>
            <p:nvGrpSpPr>
              <p:cNvPr id="98" name="" descr="3d10880e-7407-4eef-8ba1-209a2928e99c"/>
              <p:cNvGrpSpPr/>
              <p:nvPr/>
            </p:nvGrpSpPr>
            <p:grpSpPr>
              <a:xfrm>
                <a:off x="5694030" y="3166716"/>
                <a:ext cx="318226" cy="222005"/>
                <a:chOff x="5694030" y="3166716"/>
                <a:chExt cx="318226" cy="222005"/>
              </a:xfrm>
            </p:grpSpPr>
            <p:sp>
              <p:nvSpPr>
                <p:cNvPr id="99" name="" descr="2b6f0833-e3d8-42fa-a70e-35c4a0473bdb"/>
                <p:cNvSpPr/>
                <p:nvPr/>
              </p:nvSpPr>
              <p:spPr>
                <a:xfrm>
                  <a:off x="5694030" y="3166716"/>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100" name="" descr="7d0097a1-86c7-40cd-8076-b1272c70bd81"/>
                <p:cNvSpPr/>
                <p:nvPr/>
              </p:nvSpPr>
              <p:spPr>
                <a:xfrm>
                  <a:off x="5694030" y="3240695"/>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101" name="" descr="7b54a5ab-32d1-45ba-ba1a-82e48ea5db5e"/>
                <p:cNvSpPr/>
                <p:nvPr/>
              </p:nvSpPr>
              <p:spPr>
                <a:xfrm>
                  <a:off x="5694030" y="3314742"/>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sp>
              <p:nvSpPr>
                <p:cNvPr id="102" name="" descr="3a6e8cd8-0a4e-443f-9026-73395703e96b"/>
                <p:cNvSpPr/>
                <p:nvPr/>
              </p:nvSpPr>
              <p:spPr>
                <a:xfrm>
                  <a:off x="5694030" y="3388721"/>
                  <a:ext cx="318226" cy="6780"/>
                </a:xfrm>
                <a:custGeom>
                  <a:gdLst>
                    <a:gd name="connsiteX0" fmla="*/ 318226 w 318226"/>
                    <a:gd name="connsiteY0" fmla="*/ 0 h 6780"/>
                    <a:gd name="connsiteX1" fmla="*/ 0 w 318226"/>
                    <a:gd name="connsiteY1" fmla="*/ 0 h 6780"/>
                  </a:gdLst>
                  <a:cxnLst>
                    <a:cxn ang="0">
                      <a:pos x="connsiteX0" y="connsiteY0"/>
                    </a:cxn>
                    <a:cxn ang="0">
                      <a:pos x="connsiteX1" y="connsiteY1"/>
                    </a:cxn>
                  </a:cxnLst>
                  <a:rect l="l" t="t" r="r" b="b"/>
                  <a:pathLst>
                    <a:path w="318226" h="6780">
                      <a:moveTo>
                        <a:pt x="318226" y="0"/>
                      </a:moveTo>
                      <a:lnTo>
                        <a:pt x="0" y="0"/>
                      </a:lnTo>
                    </a:path>
                  </a:pathLst>
                </a:custGeom>
                <a:ln w="13562" cap="flat">
                  <a:solidFill>
                    <a:srgbClr val="3D436C"/>
                  </a:solidFill>
                  <a:prstDash val="solid"/>
                  <a:miter/>
                </a:ln>
              </p:spPr>
              <p:txBody>
                <a:bodyPr rtlCol="0" anchor="ctr"/>
                <a:lstStyle/>
                <a:p>
                  <a:endParaRPr lang="zh-CN" altLang="en-US"/>
                </a:p>
              </p:txBody>
            </p:sp>
          </p:grpSp>
        </p:grpSp>
        <p:grpSp>
          <p:nvGrpSpPr>
            <p:cNvPr id="21" name="" descr="a2b14600-6208-4bc5-b38d-0a4ff4abe475"/>
            <p:cNvGrpSpPr/>
            <p:nvPr/>
          </p:nvGrpSpPr>
          <p:grpSpPr>
            <a:xfrm>
              <a:off x="10073992" y="3846953"/>
              <a:ext cx="1360994" cy="1434363"/>
              <a:chOff x="10073992" y="3530574"/>
              <a:chExt cx="1360994" cy="1434363"/>
            </a:xfrm>
          </p:grpSpPr>
          <p:sp>
            <p:nvSpPr>
              <p:cNvPr id="78" name="" descr="ae92450a-a271-48ef-9909-08d7da5d0e97"/>
              <p:cNvSpPr/>
              <p:nvPr/>
            </p:nvSpPr>
            <p:spPr>
              <a:xfrm>
                <a:off x="10073992" y="3530574"/>
                <a:ext cx="1360994" cy="1434363"/>
              </a:xfrm>
              <a:custGeom>
                <a:gdLst>
                  <a:gd name="connsiteX0" fmla="*/ 872769 w 1360994"/>
                  <a:gd name="connsiteY0" fmla="*/ 1429614 h 1434363"/>
                  <a:gd name="connsiteX1" fmla="*/ 37027 w 1360994"/>
                  <a:gd name="connsiteY1" fmla="*/ 1078501 h 1434363"/>
                  <a:gd name="connsiteX2" fmla="*/ 4750 w 1360994"/>
                  <a:gd name="connsiteY2" fmla="*/ 999367 h 1434363"/>
                  <a:gd name="connsiteX3" fmla="*/ 409093 w 1360994"/>
                  <a:gd name="connsiteY3" fmla="*/ 37027 h 1434363"/>
                  <a:gd name="connsiteX4" fmla="*/ 488226 w 1360994"/>
                  <a:gd name="connsiteY4" fmla="*/ 4750 h 1434363"/>
                  <a:gd name="connsiteX5" fmla="*/ 1323968 w 1360994"/>
                  <a:gd name="connsiteY5" fmla="*/ 355863 h 1434363"/>
                  <a:gd name="connsiteX6" fmla="*/ 1356245 w 1360994"/>
                  <a:gd name="connsiteY6" fmla="*/ 434996 h 1434363"/>
                  <a:gd name="connsiteX7" fmla="*/ 951902 w 1360994"/>
                  <a:gd name="connsiteY7" fmla="*/ 1397337 h 1434363"/>
                  <a:gd name="connsiteX8" fmla="*/ 872769 w 1360994"/>
                  <a:gd name="connsiteY8" fmla="*/ 1429614 h 143436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0994" h="1434363">
                    <a:moveTo>
                      <a:pt x="872769" y="1429614"/>
                    </a:moveTo>
                    <a:lnTo>
                      <a:pt x="37027" y="1078501"/>
                    </a:lnTo>
                    <a:cubicBezTo>
                      <a:pt x="6242" y="1065549"/>
                      <a:pt x="-8202" y="1030153"/>
                      <a:pt x="4750" y="999367"/>
                    </a:cubicBezTo>
                    <a:lnTo>
                      <a:pt x="409093" y="37027"/>
                    </a:lnTo>
                    <a:cubicBezTo>
                      <a:pt x="422045" y="6242"/>
                      <a:pt x="457441" y="-8202"/>
                      <a:pt x="488226" y="4750"/>
                    </a:cubicBezTo>
                    <a:lnTo>
                      <a:pt x="1323968" y="355863"/>
                    </a:lnTo>
                    <a:cubicBezTo>
                      <a:pt x="1354753" y="368815"/>
                      <a:pt x="1369196" y="404211"/>
                      <a:pt x="1356245" y="434996"/>
                    </a:cubicBezTo>
                    <a:lnTo>
                      <a:pt x="951902" y="1397337"/>
                    </a:lnTo>
                    <a:cubicBezTo>
                      <a:pt x="938950" y="1428122"/>
                      <a:pt x="903554" y="1442565"/>
                      <a:pt x="872769" y="1429614"/>
                    </a:cubicBezTo>
                    <a:close/>
                  </a:path>
                </a:pathLst>
              </a:custGeom>
              <a:solidFill>
                <a:srgbClr val="46AEF7"/>
              </a:solidFill>
              <a:ln w="6781" cap="flat">
                <a:noFill/>
                <a:prstDash val="solid"/>
                <a:miter/>
              </a:ln>
            </p:spPr>
            <p:txBody>
              <a:bodyPr rtlCol="0" anchor="ctr"/>
              <a:lstStyle/>
              <a:p>
                <a:endParaRPr lang="zh-CN" altLang="en-US"/>
              </a:p>
            </p:txBody>
          </p:sp>
          <p:sp>
            <p:nvSpPr>
              <p:cNvPr id="79" name="" descr="6d79e3bb-4289-43cb-ac7e-bacd9f940e2c"/>
              <p:cNvSpPr/>
              <p:nvPr/>
            </p:nvSpPr>
            <p:spPr>
              <a:xfrm>
                <a:off x="10836233" y="3839988"/>
                <a:ext cx="532555" cy="1096371"/>
              </a:xfrm>
              <a:custGeom>
                <a:gdLst>
                  <a:gd name="connsiteX0" fmla="*/ 451198 w 532555"/>
                  <a:gd name="connsiteY0" fmla="*/ 0 h 1096371"/>
                  <a:gd name="connsiteX1" fmla="*/ 492087 w 532555"/>
                  <a:gd name="connsiteY1" fmla="*/ 17156 h 1096371"/>
                  <a:gd name="connsiteX2" fmla="*/ 528500 w 532555"/>
                  <a:gd name="connsiteY2" fmla="*/ 94322 h 1096371"/>
                  <a:gd name="connsiteX3" fmla="*/ 121513 w 532555"/>
                  <a:gd name="connsiteY3" fmla="*/ 1062901 h 1096371"/>
                  <a:gd name="connsiteX4" fmla="*/ 40888 w 532555"/>
                  <a:gd name="connsiteY4" fmla="*/ 1090906 h 1096371"/>
                  <a:gd name="connsiteX5" fmla="*/ 0 w 532555"/>
                  <a:gd name="connsiteY5" fmla="*/ 1073751 h 109637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2555" h="1096371">
                    <a:moveTo>
                      <a:pt x="451198" y="0"/>
                    </a:moveTo>
                    <a:lnTo>
                      <a:pt x="492087" y="17156"/>
                    </a:lnTo>
                    <a:cubicBezTo>
                      <a:pt x="524432" y="30718"/>
                      <a:pt x="540706" y="65300"/>
                      <a:pt x="528500" y="94322"/>
                    </a:cubicBezTo>
                    <a:lnTo>
                      <a:pt x="121513" y="1062901"/>
                    </a:lnTo>
                    <a:cubicBezTo>
                      <a:pt x="109308" y="1091923"/>
                      <a:pt x="73233" y="1104468"/>
                      <a:pt x="40888" y="1090906"/>
                    </a:cubicBezTo>
                    <a:lnTo>
                      <a:pt x="0" y="1073751"/>
                    </a:lnTo>
                  </a:path>
                </a:pathLst>
              </a:custGeom>
              <a:noFill/>
              <a:ln w="13562" cap="flat">
                <a:solidFill>
                  <a:srgbClr val="3D436C"/>
                </a:solidFill>
                <a:prstDash val="solid"/>
                <a:miter/>
              </a:ln>
            </p:spPr>
            <p:txBody>
              <a:bodyPr rtlCol="0" anchor="ctr"/>
              <a:lstStyle/>
              <a:p>
                <a:endParaRPr lang="zh-CN" altLang="en-US"/>
              </a:p>
            </p:txBody>
          </p:sp>
          <p:sp>
            <p:nvSpPr>
              <p:cNvPr id="80" name="" descr="ee4fbe11-6967-4a93-88a0-cb54f85be379"/>
              <p:cNvSpPr/>
              <p:nvPr/>
            </p:nvSpPr>
            <p:spPr>
              <a:xfrm rot="1367401">
                <a:off x="10456586" y="3768142"/>
                <a:ext cx="766441" cy="209596"/>
              </a:xfrm>
              <a:custGeom>
                <a:gdLst>
                  <a:gd name="connsiteX0" fmla="*/ 746438 w 766441"/>
                  <a:gd name="connsiteY0" fmla="*/ 0 h 209596"/>
                  <a:gd name="connsiteX1" fmla="*/ 766442 w 766441"/>
                  <a:gd name="connsiteY1" fmla="*/ 20004 h 209596"/>
                  <a:gd name="connsiteX2" fmla="*/ 766442 w 766441"/>
                  <a:gd name="connsiteY2" fmla="*/ 189593 h 209596"/>
                  <a:gd name="connsiteX3" fmla="*/ 746438 w 766441"/>
                  <a:gd name="connsiteY3" fmla="*/ 209597 h 209596"/>
                  <a:gd name="connsiteX4" fmla="*/ 20004 w 766441"/>
                  <a:gd name="connsiteY4" fmla="*/ 209597 h 209596"/>
                  <a:gd name="connsiteX5" fmla="*/ 0 w 766441"/>
                  <a:gd name="connsiteY5" fmla="*/ 189593 h 209596"/>
                  <a:gd name="connsiteX6" fmla="*/ 0 w 766441"/>
                  <a:gd name="connsiteY6" fmla="*/ 20003 h 209596"/>
                  <a:gd name="connsiteX7" fmla="*/ 20004 w 766441"/>
                  <a:gd name="connsiteY7" fmla="*/ 0 h 20959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6441" h="209595">
                    <a:moveTo>
                      <a:pt x="746438" y="0"/>
                    </a:moveTo>
                    <a:cubicBezTo>
                      <a:pt x="757486" y="0"/>
                      <a:pt x="766442" y="8956"/>
                      <a:pt x="766442" y="20004"/>
                    </a:cubicBezTo>
                    <a:lnTo>
                      <a:pt x="766442" y="189593"/>
                    </a:lnTo>
                    <a:cubicBezTo>
                      <a:pt x="766442" y="200640"/>
                      <a:pt x="757485" y="209597"/>
                      <a:pt x="746438" y="209597"/>
                    </a:cubicBezTo>
                    <a:lnTo>
                      <a:pt x="20004" y="209597"/>
                    </a:lnTo>
                    <a:cubicBezTo>
                      <a:pt x="8956" y="209597"/>
                      <a:pt x="0" y="200641"/>
                      <a:pt x="0" y="189593"/>
                    </a:cubicBezTo>
                    <a:lnTo>
                      <a:pt x="0" y="20003"/>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1" name="" descr="9cac8a15-f29c-44b1-abe2-22f830fd9896"/>
              <p:cNvSpPr/>
              <p:nvPr/>
            </p:nvSpPr>
            <p:spPr>
              <a:xfrm rot="1367401">
                <a:off x="10386215" y="3915225"/>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4 h 123683"/>
                  <a:gd name="connsiteX4" fmla="*/ 20004 w 137651"/>
                  <a:gd name="connsiteY4" fmla="*/ 123684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4"/>
                      <a:pt x="117648" y="123684"/>
                    </a:cubicBezTo>
                    <a:lnTo>
                      <a:pt x="20004" y="123684"/>
                    </a:lnTo>
                    <a:cubicBezTo>
                      <a:pt x="8956" y="123684"/>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2" name="" descr="db652e76-18ff-4b05-a643-a1fa2b31cb23"/>
              <p:cNvSpPr/>
              <p:nvPr/>
            </p:nvSpPr>
            <p:spPr>
              <a:xfrm rot="1367401">
                <a:off x="10579433" y="3996557"/>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3" name="" descr="201bd2b9-e64d-444b-ae05-a2d4ffef296f"/>
              <p:cNvSpPr/>
              <p:nvPr/>
            </p:nvSpPr>
            <p:spPr>
              <a:xfrm rot="1367401">
                <a:off x="10772614" y="4077664"/>
                <a:ext cx="137651" cy="123683"/>
              </a:xfrm>
              <a:custGeom>
                <a:gdLst>
                  <a:gd name="connsiteX0" fmla="*/ 117648 w 137651"/>
                  <a:gd name="connsiteY0" fmla="*/ 0 h 123683"/>
                  <a:gd name="connsiteX1" fmla="*/ 137652 w 137651"/>
                  <a:gd name="connsiteY1" fmla="*/ 20003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3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3"/>
                    </a:cubicBezTo>
                    <a:lnTo>
                      <a:pt x="137652" y="103680"/>
                    </a:lnTo>
                    <a:cubicBezTo>
                      <a:pt x="137652" y="114727"/>
                      <a:pt x="128695" y="123683"/>
                      <a:pt x="117648" y="123683"/>
                    </a:cubicBezTo>
                    <a:lnTo>
                      <a:pt x="20004" y="123683"/>
                    </a:lnTo>
                    <a:cubicBezTo>
                      <a:pt x="8956" y="123683"/>
                      <a:pt x="0" y="114727"/>
                      <a:pt x="0" y="103680"/>
                    </a:cubicBezTo>
                    <a:lnTo>
                      <a:pt x="0" y="20003"/>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84" name="" descr="26e0e477-1ae4-4608-a18e-a05fb8e92e86"/>
              <p:cNvSpPr/>
              <p:nvPr/>
            </p:nvSpPr>
            <p:spPr>
              <a:xfrm rot="1367401">
                <a:off x="10965926" y="4158866"/>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9B65D"/>
              </a:solidFill>
              <a:ln w="6781" cap="flat">
                <a:noFill/>
                <a:prstDash val="solid"/>
                <a:miter/>
              </a:ln>
            </p:spPr>
            <p:txBody>
              <a:bodyPr rtlCol="0" anchor="ctr"/>
              <a:lstStyle/>
              <a:p>
                <a:endParaRPr lang="zh-CN" altLang="en-US"/>
              </a:p>
            </p:txBody>
          </p:sp>
          <p:sp>
            <p:nvSpPr>
              <p:cNvPr id="85" name="" descr="c0ab0c42-88a9-4c53-a98d-848d5a52eec7"/>
              <p:cNvSpPr/>
              <p:nvPr/>
            </p:nvSpPr>
            <p:spPr>
              <a:xfrm rot="1367401">
                <a:off x="10314563" y="4085711"/>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86" name="" descr="b3491d37-251b-48ef-ae6b-f8ff9c27ae4f"/>
              <p:cNvSpPr/>
              <p:nvPr/>
            </p:nvSpPr>
            <p:spPr>
              <a:xfrm rot="1367401">
                <a:off x="10507781" y="4167043"/>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4 h 123683"/>
                  <a:gd name="connsiteX4" fmla="*/ 20003 w 137651"/>
                  <a:gd name="connsiteY4" fmla="*/ 123684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4"/>
                      <a:pt x="117648" y="123684"/>
                    </a:cubicBezTo>
                    <a:lnTo>
                      <a:pt x="20003" y="123684"/>
                    </a:lnTo>
                    <a:cubicBezTo>
                      <a:pt x="8955" y="123684"/>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87" name="" descr="e105bb57-ddda-4691-bf7d-1d179ffc7678"/>
              <p:cNvSpPr/>
              <p:nvPr/>
            </p:nvSpPr>
            <p:spPr>
              <a:xfrm rot="1367401">
                <a:off x="10701030" y="4248150"/>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88" name="" descr="9b64a1ca-52b7-4ff4-bcff-1f0c76f6d910"/>
              <p:cNvSpPr/>
              <p:nvPr/>
            </p:nvSpPr>
            <p:spPr>
              <a:xfrm rot="1367401">
                <a:off x="10894206" y="4329352"/>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4 h 123683"/>
                  <a:gd name="connsiteX4" fmla="*/ 20003 w 137651"/>
                  <a:gd name="connsiteY4" fmla="*/ 123684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4"/>
                      <a:pt x="117648" y="123684"/>
                    </a:cubicBezTo>
                    <a:lnTo>
                      <a:pt x="20003" y="123684"/>
                    </a:lnTo>
                    <a:cubicBezTo>
                      <a:pt x="8955" y="123684"/>
                      <a:pt x="0" y="114728"/>
                      <a:pt x="0" y="103680"/>
                    </a:cubicBezTo>
                    <a:lnTo>
                      <a:pt x="0" y="20004"/>
                    </a:lnTo>
                    <a:cubicBezTo>
                      <a:pt x="0" y="8956"/>
                      <a:pt x="8956" y="0"/>
                      <a:pt x="20003" y="0"/>
                    </a:cubicBezTo>
                    <a:close/>
                  </a:path>
                </a:pathLst>
              </a:custGeom>
              <a:solidFill>
                <a:srgbClr val="DF7E9F"/>
              </a:solidFill>
              <a:ln w="6781" cap="flat">
                <a:noFill/>
                <a:prstDash val="solid"/>
                <a:miter/>
              </a:ln>
            </p:spPr>
            <p:txBody>
              <a:bodyPr rtlCol="0" anchor="ctr"/>
              <a:lstStyle/>
              <a:p>
                <a:endParaRPr lang="zh-CN" altLang="en-US"/>
              </a:p>
            </p:txBody>
          </p:sp>
          <p:sp>
            <p:nvSpPr>
              <p:cNvPr id="89" name="" descr="33a894c5-1cac-47ae-8f32-46a08ff2fca5"/>
              <p:cNvSpPr/>
              <p:nvPr/>
            </p:nvSpPr>
            <p:spPr>
              <a:xfrm rot="1367401">
                <a:off x="10242974" y="4256291"/>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0" name="" descr="d87ee556-afbe-42e5-acf1-bcbe5dd970fc"/>
              <p:cNvSpPr/>
              <p:nvPr/>
            </p:nvSpPr>
            <p:spPr>
              <a:xfrm rot="1367401">
                <a:off x="10436061" y="4337529"/>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4 w 137651"/>
                  <a:gd name="connsiteY4" fmla="*/ 123683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4" y="123683"/>
                    </a:lnTo>
                    <a:cubicBezTo>
                      <a:pt x="8956" y="123683"/>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1" name="" descr="179957e2-a562-4439-9238-4748730be318"/>
              <p:cNvSpPr/>
              <p:nvPr/>
            </p:nvSpPr>
            <p:spPr>
              <a:xfrm rot="1367401">
                <a:off x="10629373" y="4418663"/>
                <a:ext cx="137651" cy="123683"/>
              </a:xfrm>
              <a:custGeom>
                <a:gdLst>
                  <a:gd name="connsiteX0" fmla="*/ 117648 w 137651"/>
                  <a:gd name="connsiteY0" fmla="*/ 0 h 123683"/>
                  <a:gd name="connsiteX1" fmla="*/ 137652 w 137651"/>
                  <a:gd name="connsiteY1" fmla="*/ 20004 h 123683"/>
                  <a:gd name="connsiteX2" fmla="*/ 137652 w 137651"/>
                  <a:gd name="connsiteY2" fmla="*/ 103680 h 123683"/>
                  <a:gd name="connsiteX3" fmla="*/ 117648 w 137651"/>
                  <a:gd name="connsiteY3" fmla="*/ 123684 h 123683"/>
                  <a:gd name="connsiteX4" fmla="*/ 20004 w 137651"/>
                  <a:gd name="connsiteY4" fmla="*/ 123684 h 123683"/>
                  <a:gd name="connsiteX5" fmla="*/ 0 w 137651"/>
                  <a:gd name="connsiteY5" fmla="*/ 103680 h 123683"/>
                  <a:gd name="connsiteX6" fmla="*/ 0 w 137651"/>
                  <a:gd name="connsiteY6" fmla="*/ 20004 h 123683"/>
                  <a:gd name="connsiteX7" fmla="*/ 20004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2" y="8956"/>
                      <a:pt x="137652" y="20004"/>
                    </a:cubicBezTo>
                    <a:lnTo>
                      <a:pt x="137652" y="103680"/>
                    </a:lnTo>
                    <a:cubicBezTo>
                      <a:pt x="137652" y="114727"/>
                      <a:pt x="128695" y="123684"/>
                      <a:pt x="117648" y="123684"/>
                    </a:cubicBezTo>
                    <a:lnTo>
                      <a:pt x="20004" y="123684"/>
                    </a:lnTo>
                    <a:cubicBezTo>
                      <a:pt x="8956" y="123684"/>
                      <a:pt x="0" y="114728"/>
                      <a:pt x="0" y="103680"/>
                    </a:cubicBezTo>
                    <a:lnTo>
                      <a:pt x="0" y="20004"/>
                    </a:lnTo>
                    <a:cubicBezTo>
                      <a:pt x="0" y="8956"/>
                      <a:pt x="8957" y="0"/>
                      <a:pt x="20004" y="0"/>
                    </a:cubicBezTo>
                    <a:close/>
                  </a:path>
                </a:pathLst>
              </a:custGeom>
              <a:solidFill>
                <a:srgbClr val="FFFFFF"/>
              </a:solidFill>
              <a:ln w="6781" cap="flat">
                <a:noFill/>
                <a:prstDash val="solid"/>
                <a:miter/>
              </a:ln>
            </p:spPr>
            <p:txBody>
              <a:bodyPr rtlCol="0" anchor="ctr"/>
              <a:lstStyle/>
              <a:p>
                <a:endParaRPr lang="zh-CN" altLang="en-US"/>
              </a:p>
            </p:txBody>
          </p:sp>
          <p:sp>
            <p:nvSpPr>
              <p:cNvPr id="92" name="" descr="66d9cf26-1f47-4185-b4f0-7f5411720486"/>
              <p:cNvSpPr/>
              <p:nvPr/>
            </p:nvSpPr>
            <p:spPr>
              <a:xfrm rot="1367401">
                <a:off x="10786746" y="4492736"/>
                <a:ext cx="137651" cy="308665"/>
              </a:xfrm>
              <a:custGeom>
                <a:gdLst>
                  <a:gd name="connsiteX0" fmla="*/ 117648 w 137651"/>
                  <a:gd name="connsiteY0" fmla="*/ 0 h 308665"/>
                  <a:gd name="connsiteX1" fmla="*/ 137651 w 137651"/>
                  <a:gd name="connsiteY1" fmla="*/ 20004 h 308665"/>
                  <a:gd name="connsiteX2" fmla="*/ 137651 w 137651"/>
                  <a:gd name="connsiteY2" fmla="*/ 288662 h 308665"/>
                  <a:gd name="connsiteX3" fmla="*/ 117648 w 137651"/>
                  <a:gd name="connsiteY3" fmla="*/ 308665 h 308665"/>
                  <a:gd name="connsiteX4" fmla="*/ 20003 w 137651"/>
                  <a:gd name="connsiteY4" fmla="*/ 308665 h 308665"/>
                  <a:gd name="connsiteX5" fmla="*/ 0 w 137651"/>
                  <a:gd name="connsiteY5" fmla="*/ 288662 h 308665"/>
                  <a:gd name="connsiteX6" fmla="*/ 0 w 137651"/>
                  <a:gd name="connsiteY6" fmla="*/ 20004 h 308665"/>
                  <a:gd name="connsiteX7" fmla="*/ 20003 w 137651"/>
                  <a:gd name="connsiteY7" fmla="*/ 0 h 30866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308665">
                    <a:moveTo>
                      <a:pt x="117648" y="0"/>
                    </a:moveTo>
                    <a:cubicBezTo>
                      <a:pt x="128696" y="0"/>
                      <a:pt x="137651" y="8956"/>
                      <a:pt x="137651" y="20004"/>
                    </a:cubicBezTo>
                    <a:lnTo>
                      <a:pt x="137651" y="288662"/>
                    </a:lnTo>
                    <a:cubicBezTo>
                      <a:pt x="137651" y="299709"/>
                      <a:pt x="128695" y="308665"/>
                      <a:pt x="117648" y="308665"/>
                    </a:cubicBezTo>
                    <a:lnTo>
                      <a:pt x="20003" y="308665"/>
                    </a:lnTo>
                    <a:cubicBezTo>
                      <a:pt x="8955" y="308665"/>
                      <a:pt x="0" y="299710"/>
                      <a:pt x="0" y="288662"/>
                    </a:cubicBezTo>
                    <a:lnTo>
                      <a:pt x="0" y="20004"/>
                    </a:lnTo>
                    <a:cubicBezTo>
                      <a:pt x="0" y="8956"/>
                      <a:pt x="8956" y="0"/>
                      <a:pt x="20003" y="0"/>
                    </a:cubicBezTo>
                    <a:close/>
                  </a:path>
                </a:pathLst>
              </a:custGeom>
              <a:solidFill>
                <a:srgbClr val="F9B65D"/>
              </a:solidFill>
              <a:ln w="6781" cap="flat">
                <a:noFill/>
                <a:prstDash val="solid"/>
                <a:miter/>
              </a:ln>
            </p:spPr>
            <p:txBody>
              <a:bodyPr rtlCol="0" anchor="ctr"/>
              <a:lstStyle/>
              <a:p>
                <a:endParaRPr lang="zh-CN" altLang="en-US"/>
              </a:p>
            </p:txBody>
          </p:sp>
          <p:sp>
            <p:nvSpPr>
              <p:cNvPr id="93" name="" descr="13083778-2ea5-4fd5-9537-0aa4fb85e04b"/>
              <p:cNvSpPr/>
              <p:nvPr/>
            </p:nvSpPr>
            <p:spPr>
              <a:xfrm rot="1367401">
                <a:off x="10171322" y="4426845"/>
                <a:ext cx="137651" cy="123683"/>
              </a:xfrm>
              <a:custGeom>
                <a:gdLst>
                  <a:gd name="connsiteX0" fmla="*/ 117648 w 137651"/>
                  <a:gd name="connsiteY0" fmla="*/ 0 h 123683"/>
                  <a:gd name="connsiteX1" fmla="*/ 137651 w 137651"/>
                  <a:gd name="connsiteY1" fmla="*/ 20003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3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3"/>
                    </a:cubicBezTo>
                    <a:lnTo>
                      <a:pt x="137651" y="103680"/>
                    </a:lnTo>
                    <a:cubicBezTo>
                      <a:pt x="137651" y="114727"/>
                      <a:pt x="128695" y="123683"/>
                      <a:pt x="117648" y="123683"/>
                    </a:cubicBezTo>
                    <a:lnTo>
                      <a:pt x="20003" y="123683"/>
                    </a:lnTo>
                    <a:cubicBezTo>
                      <a:pt x="8955" y="123683"/>
                      <a:pt x="0" y="114727"/>
                      <a:pt x="0" y="103680"/>
                    </a:cubicBezTo>
                    <a:lnTo>
                      <a:pt x="0" y="20003"/>
                    </a:lnTo>
                    <a:cubicBezTo>
                      <a:pt x="0" y="8956"/>
                      <a:pt x="8956" y="0"/>
                      <a:pt x="20003" y="0"/>
                    </a:cubicBezTo>
                    <a:close/>
                  </a:path>
                </a:pathLst>
              </a:custGeom>
              <a:solidFill>
                <a:srgbClr val="7162EF"/>
              </a:solidFill>
              <a:ln w="6781" cap="flat">
                <a:noFill/>
                <a:prstDash val="solid"/>
                <a:miter/>
              </a:ln>
            </p:spPr>
            <p:txBody>
              <a:bodyPr rtlCol="0" anchor="ctr"/>
              <a:lstStyle/>
              <a:p>
                <a:endParaRPr lang="zh-CN" altLang="en-US"/>
              </a:p>
            </p:txBody>
          </p:sp>
          <p:sp>
            <p:nvSpPr>
              <p:cNvPr id="94" name="" descr="6c939d05-0696-402a-93a2-a45ab15d368c"/>
              <p:cNvSpPr/>
              <p:nvPr/>
            </p:nvSpPr>
            <p:spPr>
              <a:xfrm rot="1367401">
                <a:off x="10364498" y="4508046"/>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FFFFFF"/>
              </a:solidFill>
              <a:ln w="6781" cap="flat">
                <a:noFill/>
                <a:prstDash val="solid"/>
                <a:miter/>
              </a:ln>
            </p:spPr>
            <p:txBody>
              <a:bodyPr rtlCol="0" anchor="ctr"/>
              <a:lstStyle/>
              <a:p>
                <a:endParaRPr lang="zh-CN" altLang="en-US"/>
              </a:p>
            </p:txBody>
          </p:sp>
          <p:sp>
            <p:nvSpPr>
              <p:cNvPr id="95" name="" descr="8f9a0b74-84a6-46ef-9060-b3cc9bc153aa"/>
              <p:cNvSpPr/>
              <p:nvPr/>
            </p:nvSpPr>
            <p:spPr>
              <a:xfrm rot="1367401">
                <a:off x="10557721" y="4589217"/>
                <a:ext cx="137651" cy="123683"/>
              </a:xfrm>
              <a:custGeom>
                <a:gdLst>
                  <a:gd name="connsiteX0" fmla="*/ 117648 w 137651"/>
                  <a:gd name="connsiteY0" fmla="*/ 0 h 123683"/>
                  <a:gd name="connsiteX1" fmla="*/ 137651 w 137651"/>
                  <a:gd name="connsiteY1" fmla="*/ 20004 h 123683"/>
                  <a:gd name="connsiteX2" fmla="*/ 137651 w 137651"/>
                  <a:gd name="connsiteY2" fmla="*/ 103680 h 123683"/>
                  <a:gd name="connsiteX3" fmla="*/ 117648 w 137651"/>
                  <a:gd name="connsiteY3" fmla="*/ 123683 h 123683"/>
                  <a:gd name="connsiteX4" fmla="*/ 20003 w 137651"/>
                  <a:gd name="connsiteY4" fmla="*/ 123683 h 123683"/>
                  <a:gd name="connsiteX5" fmla="*/ 0 w 137651"/>
                  <a:gd name="connsiteY5" fmla="*/ 103680 h 123683"/>
                  <a:gd name="connsiteX6" fmla="*/ 0 w 137651"/>
                  <a:gd name="connsiteY6" fmla="*/ 20004 h 123683"/>
                  <a:gd name="connsiteX7" fmla="*/ 20003 w 137651"/>
                  <a:gd name="connsiteY7" fmla="*/ 0 h 123683"/>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51" h="123683">
                    <a:moveTo>
                      <a:pt x="117648" y="0"/>
                    </a:moveTo>
                    <a:cubicBezTo>
                      <a:pt x="128696" y="0"/>
                      <a:pt x="137651" y="8956"/>
                      <a:pt x="137651" y="20004"/>
                    </a:cubicBezTo>
                    <a:lnTo>
                      <a:pt x="137651" y="103680"/>
                    </a:lnTo>
                    <a:cubicBezTo>
                      <a:pt x="137651" y="114727"/>
                      <a:pt x="128695" y="123683"/>
                      <a:pt x="117648" y="123683"/>
                    </a:cubicBezTo>
                    <a:lnTo>
                      <a:pt x="20003" y="123683"/>
                    </a:lnTo>
                    <a:cubicBezTo>
                      <a:pt x="8955" y="123683"/>
                      <a:pt x="0" y="114728"/>
                      <a:pt x="0" y="103680"/>
                    </a:cubicBezTo>
                    <a:lnTo>
                      <a:pt x="0" y="20004"/>
                    </a:lnTo>
                    <a:cubicBezTo>
                      <a:pt x="0" y="8956"/>
                      <a:pt x="8956" y="0"/>
                      <a:pt x="20003" y="0"/>
                    </a:cubicBezTo>
                    <a:close/>
                  </a:path>
                </a:pathLst>
              </a:custGeom>
              <a:solidFill>
                <a:srgbClr val="7162EF"/>
              </a:solidFill>
              <a:ln w="6781" cap="flat">
                <a:noFill/>
                <a:prstDash val="solid"/>
                <a:miter/>
              </a:ln>
            </p:spPr>
            <p:txBody>
              <a:bodyPr rtlCol="0" anchor="ctr"/>
              <a:lstStyle/>
              <a:p>
                <a:endParaRPr lang="zh-CN" altLang="en-US"/>
              </a:p>
            </p:txBody>
          </p:sp>
        </p:grpSp>
        <p:grpSp>
          <p:nvGrpSpPr>
            <p:cNvPr id="22" name="" descr="1c0c0614-119b-460a-b58a-3608dbd6484f"/>
            <p:cNvGrpSpPr/>
            <p:nvPr/>
          </p:nvGrpSpPr>
          <p:grpSpPr>
            <a:xfrm>
              <a:off x="5813037" y="4921108"/>
              <a:ext cx="1138736" cy="1138736"/>
              <a:chOff x="5813037" y="4604729"/>
              <a:chExt cx="1138736" cy="1138736"/>
            </a:xfrm>
          </p:grpSpPr>
          <p:sp>
            <p:nvSpPr>
              <p:cNvPr id="71" name="" descr="ef216134-f017-4a6d-8e33-304e397985b5"/>
              <p:cNvSpPr/>
              <p:nvPr/>
            </p:nvSpPr>
            <p:spPr>
              <a:xfrm rot="-1640400">
                <a:off x="5959890" y="4751581"/>
                <a:ext cx="845031" cy="845031"/>
              </a:xfrm>
              <a:custGeom>
                <a:gdLst>
                  <a:gd name="connsiteX0" fmla="*/ 845032 w 845031"/>
                  <a:gd name="connsiteY0" fmla="*/ 422516 h 845031"/>
                  <a:gd name="connsiteX1" fmla="*/ 422516 w 845031"/>
                  <a:gd name="connsiteY1" fmla="*/ 845032 h 845031"/>
                  <a:gd name="connsiteX2" fmla="*/ 0 w 845031"/>
                  <a:gd name="connsiteY2" fmla="*/ 422516 h 845031"/>
                  <a:gd name="connsiteX3" fmla="*/ 422516 w 845031"/>
                  <a:gd name="connsiteY3" fmla="*/ 0 h 845031"/>
                  <a:gd name="connsiteX4" fmla="*/ 845032 w 845031"/>
                  <a:gd name="connsiteY4" fmla="*/ 422516 h 845031"/>
                </a:gdLst>
                <a:cxnLst>
                  <a:cxn ang="0">
                    <a:pos x="connsiteX0" y="connsiteY0"/>
                  </a:cxn>
                  <a:cxn ang="0">
                    <a:pos x="connsiteX1" y="connsiteY1"/>
                  </a:cxn>
                  <a:cxn ang="0">
                    <a:pos x="connsiteX2" y="connsiteY2"/>
                  </a:cxn>
                  <a:cxn ang="0">
                    <a:pos x="connsiteX3" y="connsiteY3"/>
                  </a:cxn>
                  <a:cxn ang="0">
                    <a:pos x="connsiteX4" y="connsiteY4"/>
                  </a:cxn>
                </a:cxnLst>
                <a:rect l="l" t="t" r="r" b="b"/>
                <a:pathLst>
                  <a:path w="845031" h="845031">
                    <a:moveTo>
                      <a:pt x="845032" y="422516"/>
                    </a:moveTo>
                    <a:cubicBezTo>
                      <a:pt x="845032" y="655865"/>
                      <a:pt x="655865" y="845032"/>
                      <a:pt x="422516" y="845032"/>
                    </a:cubicBezTo>
                    <a:cubicBezTo>
                      <a:pt x="189167" y="845032"/>
                      <a:pt x="0" y="655865"/>
                      <a:pt x="0" y="422516"/>
                    </a:cubicBezTo>
                    <a:cubicBezTo>
                      <a:pt x="0" y="189167"/>
                      <a:pt x="189167" y="0"/>
                      <a:pt x="422516" y="0"/>
                    </a:cubicBezTo>
                    <a:cubicBezTo>
                      <a:pt x="655865" y="0"/>
                      <a:pt x="845032" y="189167"/>
                      <a:pt x="845032" y="422516"/>
                    </a:cubicBezTo>
                    <a:close/>
                  </a:path>
                </a:pathLst>
              </a:custGeom>
              <a:solidFill>
                <a:srgbClr val="F9B65D"/>
              </a:solidFill>
              <a:ln w="6781" cap="flat">
                <a:noFill/>
                <a:prstDash val="solid"/>
                <a:miter/>
              </a:ln>
            </p:spPr>
            <p:txBody>
              <a:bodyPr rtlCol="0" anchor="ctr"/>
              <a:lstStyle/>
              <a:p>
                <a:endParaRPr lang="zh-CN" altLang="en-US"/>
              </a:p>
            </p:txBody>
          </p:sp>
          <p:sp>
            <p:nvSpPr>
              <p:cNvPr id="72" name="" descr="10f89b0f-e28e-4fa4-a5e0-c8ec25e5283e"/>
              <p:cNvSpPr/>
              <p:nvPr/>
            </p:nvSpPr>
            <p:spPr>
              <a:xfrm rot="-2700000">
                <a:off x="6017740" y="4809843"/>
                <a:ext cx="729214" cy="729214"/>
              </a:xfrm>
              <a:custGeom>
                <a:gdLst>
                  <a:gd name="connsiteX0" fmla="*/ 729215 w 729214"/>
                  <a:gd name="connsiteY0" fmla="*/ 364607 h 729214"/>
                  <a:gd name="connsiteX1" fmla="*/ 364607 w 729214"/>
                  <a:gd name="connsiteY1" fmla="*/ 729215 h 729214"/>
                  <a:gd name="connsiteX2" fmla="*/ 0 w 729214"/>
                  <a:gd name="connsiteY2" fmla="*/ 364607 h 729214"/>
                  <a:gd name="connsiteX3" fmla="*/ 364607 w 729214"/>
                  <a:gd name="connsiteY3" fmla="*/ 0 h 729214"/>
                  <a:gd name="connsiteX4" fmla="*/ 729215 w 729214"/>
                  <a:gd name="connsiteY4" fmla="*/ 364607 h 729214"/>
                </a:gdLst>
                <a:cxnLst>
                  <a:cxn ang="0">
                    <a:pos x="connsiteX0" y="connsiteY0"/>
                  </a:cxn>
                  <a:cxn ang="0">
                    <a:pos x="connsiteX1" y="connsiteY1"/>
                  </a:cxn>
                  <a:cxn ang="0">
                    <a:pos x="connsiteX2" y="connsiteY2"/>
                  </a:cxn>
                  <a:cxn ang="0">
                    <a:pos x="connsiteX3" y="connsiteY3"/>
                  </a:cxn>
                  <a:cxn ang="0">
                    <a:pos x="connsiteX4" y="connsiteY4"/>
                  </a:cxn>
                </a:cxnLst>
                <a:rect l="l" t="t" r="r" b="b"/>
                <a:pathLst>
                  <a:path w="729214" h="729214">
                    <a:moveTo>
                      <a:pt x="729215" y="364607"/>
                    </a:moveTo>
                    <a:cubicBezTo>
                      <a:pt x="729215" y="565974"/>
                      <a:pt x="565974" y="729215"/>
                      <a:pt x="364607" y="729215"/>
                    </a:cubicBezTo>
                    <a:cubicBezTo>
                      <a:pt x="163240" y="729215"/>
                      <a:pt x="0" y="565974"/>
                      <a:pt x="0" y="364607"/>
                    </a:cubicBezTo>
                    <a:cubicBezTo>
                      <a:pt x="0" y="163240"/>
                      <a:pt x="163240" y="0"/>
                      <a:pt x="364607" y="0"/>
                    </a:cubicBezTo>
                    <a:cubicBezTo>
                      <a:pt x="565974" y="0"/>
                      <a:pt x="729215" y="163240"/>
                      <a:pt x="729215" y="364607"/>
                    </a:cubicBezTo>
                    <a:close/>
                  </a:path>
                </a:pathLst>
              </a:custGeom>
              <a:noFill/>
              <a:ln w="13562" cap="flat">
                <a:solidFill>
                  <a:srgbClr val="3D436C"/>
                </a:solidFill>
                <a:prstDash val="solid"/>
                <a:miter/>
              </a:ln>
            </p:spPr>
            <p:txBody>
              <a:bodyPr rtlCol="0" anchor="ctr"/>
              <a:lstStyle/>
              <a:p>
                <a:endParaRPr lang="zh-CN" altLang="en-US"/>
              </a:p>
            </p:txBody>
          </p:sp>
          <p:grpSp>
            <p:nvGrpSpPr>
              <p:cNvPr id="73" name="" descr="7cfa9551-8d4c-4907-8104-fe12262ff40f"/>
              <p:cNvGrpSpPr/>
              <p:nvPr/>
            </p:nvGrpSpPr>
            <p:grpSpPr>
              <a:xfrm>
                <a:off x="6276447" y="5005619"/>
                <a:ext cx="211409" cy="334974"/>
                <a:chOff x="6276447" y="5005619"/>
                <a:chExt cx="211409" cy="334974"/>
              </a:xfrm>
              <a:noFill/>
            </p:grpSpPr>
            <p:sp>
              <p:nvSpPr>
                <p:cNvPr id="75" name="" descr="541c4c48-f5e7-44b6-8a09-26394ee1b292"/>
                <p:cNvSpPr/>
                <p:nvPr/>
              </p:nvSpPr>
              <p:spPr>
                <a:xfrm>
                  <a:off x="6276447" y="5047525"/>
                  <a:ext cx="211409" cy="253197"/>
                </a:xfrm>
                <a:custGeom>
                  <a:gdLst>
                    <a:gd name="connsiteX0" fmla="*/ 140491 w 211409"/>
                    <a:gd name="connsiteY0" fmla="*/ 0 h 253197"/>
                    <a:gd name="connsiteX1" fmla="*/ 38710 w 211409"/>
                    <a:gd name="connsiteY1" fmla="*/ 35600 h 253197"/>
                    <a:gd name="connsiteX2" fmla="*/ 5551 w 211409"/>
                    <a:gd name="connsiteY2" fmla="*/ 114800 h 253197"/>
                    <a:gd name="connsiteX3" fmla="*/ 7586 w 211409"/>
                    <a:gd name="connsiteY3" fmla="*/ 119140 h 253197"/>
                    <a:gd name="connsiteX4" fmla="*/ 62239 w 211409"/>
                    <a:gd name="connsiteY4" fmla="*/ 141924 h 253197"/>
                    <a:gd name="connsiteX5" fmla="*/ 149170 w 211409"/>
                    <a:gd name="connsiteY5" fmla="*/ 111274 h 253197"/>
                    <a:gd name="connsiteX6" fmla="*/ 203824 w 211409"/>
                    <a:gd name="connsiteY6" fmla="*/ 134058 h 253197"/>
                    <a:gd name="connsiteX7" fmla="*/ 205858 w 211409"/>
                    <a:gd name="connsiteY7" fmla="*/ 138397 h 253197"/>
                    <a:gd name="connsiteX8" fmla="*/ 172700 w 211409"/>
                    <a:gd name="connsiteY8" fmla="*/ 217598 h 253197"/>
                    <a:gd name="connsiteX9" fmla="*/ 70919 w 211409"/>
                    <a:gd name="connsiteY9" fmla="*/ 253198 h 25319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09" h="253197">
                      <a:moveTo>
                        <a:pt x="140491" y="0"/>
                      </a:moveTo>
                      <a:lnTo>
                        <a:pt x="38710" y="35600"/>
                      </a:lnTo>
                      <a:cubicBezTo>
                        <a:pt x="6365" y="46923"/>
                        <a:pt x="-9095" y="83811"/>
                        <a:pt x="5551" y="114800"/>
                      </a:cubicBezTo>
                      <a:lnTo>
                        <a:pt x="7586" y="119140"/>
                      </a:lnTo>
                      <a:cubicBezTo>
                        <a:pt x="17282" y="139618"/>
                        <a:pt x="40880" y="149450"/>
                        <a:pt x="62239" y="141924"/>
                      </a:cubicBezTo>
                      <a:lnTo>
                        <a:pt x="149170" y="111274"/>
                      </a:lnTo>
                      <a:cubicBezTo>
                        <a:pt x="170530" y="103747"/>
                        <a:pt x="194127" y="113580"/>
                        <a:pt x="203824" y="134058"/>
                      </a:cubicBezTo>
                      <a:lnTo>
                        <a:pt x="205858" y="138397"/>
                      </a:lnTo>
                      <a:cubicBezTo>
                        <a:pt x="220505" y="169386"/>
                        <a:pt x="205044" y="206274"/>
                        <a:pt x="172700" y="217598"/>
                      </a:cubicBezTo>
                      <a:lnTo>
                        <a:pt x="70919" y="253198"/>
                      </a:lnTo>
                    </a:path>
                  </a:pathLst>
                </a:custGeom>
                <a:noFill/>
                <a:ln w="13562" cap="flat">
                  <a:solidFill>
                    <a:srgbClr val="3D436C"/>
                  </a:solidFill>
                  <a:prstDash val="solid"/>
                  <a:miter/>
                </a:ln>
              </p:spPr>
              <p:txBody>
                <a:bodyPr rtlCol="0" anchor="ctr"/>
                <a:lstStyle/>
                <a:p>
                  <a:endParaRPr lang="zh-CN" altLang="en-US"/>
                </a:p>
              </p:txBody>
            </p:sp>
            <p:sp>
              <p:nvSpPr>
                <p:cNvPr id="76" name="" descr="e040fe27-c089-405e-921d-0b10eaf5f324"/>
                <p:cNvSpPr/>
                <p:nvPr/>
              </p:nvSpPr>
              <p:spPr>
                <a:xfrm>
                  <a:off x="6302613" y="5005619"/>
                  <a:ext cx="33158" cy="70249"/>
                </a:xfrm>
                <a:custGeom>
                  <a:gdLst>
                    <a:gd name="connsiteX0" fmla="*/ 0 w 33158"/>
                    <a:gd name="connsiteY0" fmla="*/ 0 h 70249"/>
                    <a:gd name="connsiteX1" fmla="*/ 33158 w 33158"/>
                    <a:gd name="connsiteY1" fmla="*/ 70250 h 70249"/>
                  </a:gdLst>
                  <a:cxnLst>
                    <a:cxn ang="0">
                      <a:pos x="connsiteX0" y="connsiteY0"/>
                    </a:cxn>
                    <a:cxn ang="0">
                      <a:pos x="connsiteX1" y="connsiteY1"/>
                    </a:cxn>
                  </a:cxnLst>
                  <a:rect l="l" t="t" r="r" b="b"/>
                  <a:pathLst>
                    <a:path w="33158" h="70249">
                      <a:moveTo>
                        <a:pt x="0" y="0"/>
                      </a:moveTo>
                      <a:lnTo>
                        <a:pt x="33158" y="70250"/>
                      </a:lnTo>
                    </a:path>
                  </a:pathLst>
                </a:custGeom>
                <a:ln w="13562" cap="flat">
                  <a:solidFill>
                    <a:srgbClr val="3D436C"/>
                  </a:solidFill>
                  <a:prstDash val="solid"/>
                  <a:miter/>
                </a:ln>
              </p:spPr>
              <p:txBody>
                <a:bodyPr rtlCol="0" anchor="ctr"/>
                <a:lstStyle/>
                <a:p>
                  <a:endParaRPr lang="zh-CN" altLang="en-US"/>
                </a:p>
              </p:txBody>
            </p:sp>
            <p:sp>
              <p:nvSpPr>
                <p:cNvPr id="77" name="" descr="a1f17bbd-233f-40d8-9e3e-0298bc1f784f"/>
                <p:cNvSpPr/>
                <p:nvPr/>
              </p:nvSpPr>
              <p:spPr>
                <a:xfrm>
                  <a:off x="6427584" y="5270344"/>
                  <a:ext cx="33158" cy="70249"/>
                </a:xfrm>
                <a:custGeom>
                  <a:gdLst>
                    <a:gd name="connsiteX0" fmla="*/ 0 w 33158"/>
                    <a:gd name="connsiteY0" fmla="*/ 0 h 70249"/>
                    <a:gd name="connsiteX1" fmla="*/ 33158 w 33158"/>
                    <a:gd name="connsiteY1" fmla="*/ 70250 h 70249"/>
                  </a:gdLst>
                  <a:cxnLst>
                    <a:cxn ang="0">
                      <a:pos x="connsiteX0" y="connsiteY0"/>
                    </a:cxn>
                    <a:cxn ang="0">
                      <a:pos x="connsiteX1" y="connsiteY1"/>
                    </a:cxn>
                  </a:cxnLst>
                  <a:rect l="l" t="t" r="r" b="b"/>
                  <a:pathLst>
                    <a:path w="33158" h="70249">
                      <a:moveTo>
                        <a:pt x="0" y="0"/>
                      </a:moveTo>
                      <a:lnTo>
                        <a:pt x="33158" y="70250"/>
                      </a:lnTo>
                    </a:path>
                  </a:pathLst>
                </a:custGeom>
                <a:ln w="13562" cap="flat">
                  <a:solidFill>
                    <a:srgbClr val="3D436C"/>
                  </a:solidFill>
                  <a:prstDash val="solid"/>
                  <a:miter/>
                </a:ln>
              </p:spPr>
              <p:txBody>
                <a:bodyPr rtlCol="0" anchor="ctr"/>
                <a:lstStyle/>
                <a:p>
                  <a:endParaRPr lang="zh-CN" altLang="en-US"/>
                </a:p>
              </p:txBody>
            </p:sp>
          </p:grpSp>
          <p:sp>
            <p:nvSpPr>
              <p:cNvPr id="74" name="" descr="f8c711d0-4d9f-4284-a15d-44ee3e510a4d"/>
              <p:cNvSpPr/>
              <p:nvPr/>
            </p:nvSpPr>
            <p:spPr>
              <a:xfrm rot="-4236001">
                <a:off x="6127763" y="4920001"/>
                <a:ext cx="509785" cy="509785"/>
              </a:xfrm>
              <a:custGeom>
                <a:gdLst>
                  <a:gd name="connsiteX0" fmla="*/ 509786 w 509785"/>
                  <a:gd name="connsiteY0" fmla="*/ 254893 h 509785"/>
                  <a:gd name="connsiteX1" fmla="*/ 254893 w 509785"/>
                  <a:gd name="connsiteY1" fmla="*/ 509786 h 509785"/>
                  <a:gd name="connsiteX2" fmla="*/ 0 w 509785"/>
                  <a:gd name="connsiteY2" fmla="*/ 254893 h 509785"/>
                  <a:gd name="connsiteX3" fmla="*/ 254893 w 509785"/>
                  <a:gd name="connsiteY3" fmla="*/ 0 h 509785"/>
                  <a:gd name="connsiteX4" fmla="*/ 509786 w 509785"/>
                  <a:gd name="connsiteY4" fmla="*/ 254893 h 509785"/>
                </a:gdLst>
                <a:cxnLst>
                  <a:cxn ang="0">
                    <a:pos x="connsiteX0" y="connsiteY0"/>
                  </a:cxn>
                  <a:cxn ang="0">
                    <a:pos x="connsiteX1" y="connsiteY1"/>
                  </a:cxn>
                  <a:cxn ang="0">
                    <a:pos x="connsiteX2" y="connsiteY2"/>
                  </a:cxn>
                  <a:cxn ang="0">
                    <a:pos x="connsiteX3" y="connsiteY3"/>
                  </a:cxn>
                  <a:cxn ang="0">
                    <a:pos x="connsiteX4" y="connsiteY4"/>
                  </a:cxn>
                </a:cxnLst>
                <a:rect l="l" t="t" r="r" b="b"/>
                <a:pathLst>
                  <a:path w="509785" h="509785">
                    <a:moveTo>
                      <a:pt x="509786" y="254893"/>
                    </a:moveTo>
                    <a:cubicBezTo>
                      <a:pt x="509786" y="395666"/>
                      <a:pt x="395667" y="509786"/>
                      <a:pt x="254893" y="509786"/>
                    </a:cubicBezTo>
                    <a:cubicBezTo>
                      <a:pt x="114119" y="509786"/>
                      <a:pt x="0" y="395667"/>
                      <a:pt x="0" y="254893"/>
                    </a:cubicBezTo>
                    <a:cubicBezTo>
                      <a:pt x="0" y="114119"/>
                      <a:pt x="114119" y="0"/>
                      <a:pt x="254893" y="0"/>
                    </a:cubicBezTo>
                    <a:cubicBezTo>
                      <a:pt x="395666" y="0"/>
                      <a:pt x="509786" y="114119"/>
                      <a:pt x="509786" y="254893"/>
                    </a:cubicBezTo>
                    <a:close/>
                  </a:path>
                </a:pathLst>
              </a:custGeom>
              <a:noFill/>
              <a:ln w="13562" cap="flat">
                <a:solidFill>
                  <a:srgbClr val="FFFFFF"/>
                </a:solidFill>
                <a:prstDash val="solid"/>
                <a:miter/>
              </a:ln>
            </p:spPr>
            <p:txBody>
              <a:bodyPr rtlCol="0" anchor="ctr"/>
              <a:lstStyle/>
              <a:p>
                <a:endParaRPr lang="zh-CN" altLang="en-US"/>
              </a:p>
            </p:txBody>
          </p:sp>
        </p:grpSp>
        <p:grpSp>
          <p:nvGrpSpPr>
            <p:cNvPr id="23" name="" descr="91564621-24c4-4329-963f-db7f02a807ef"/>
            <p:cNvGrpSpPr/>
            <p:nvPr/>
          </p:nvGrpSpPr>
          <p:grpSpPr>
            <a:xfrm>
              <a:off x="9612347" y="4880497"/>
              <a:ext cx="863530" cy="514243"/>
              <a:chOff x="9612347" y="4564118"/>
              <a:chExt cx="863530" cy="514243"/>
            </a:xfrm>
            <a:solidFill>
              <a:srgbClr val="F9B65D"/>
            </a:solidFill>
          </p:grpSpPr>
          <p:sp>
            <p:nvSpPr>
              <p:cNvPr id="62" name="" descr="f8c061e5-6e43-4d12-9ab7-405cad02b7be"/>
              <p:cNvSpPr/>
              <p:nvPr/>
            </p:nvSpPr>
            <p:spPr>
              <a:xfrm rot="-1636799">
                <a:off x="9585556" y="4768418"/>
                <a:ext cx="917111" cy="105645"/>
              </a:xfrm>
              <a:custGeom>
                <a:gdLst>
                  <a:gd name="connsiteX0" fmla="*/ 0 w 917111"/>
                  <a:gd name="connsiteY0" fmla="*/ 0 h 105645"/>
                  <a:gd name="connsiteX1" fmla="*/ 917112 w 917111"/>
                  <a:gd name="connsiteY1" fmla="*/ 0 h 105645"/>
                  <a:gd name="connsiteX2" fmla="*/ 917112 w 917111"/>
                  <a:gd name="connsiteY2" fmla="*/ 105646 h 105645"/>
                  <a:gd name="connsiteX3" fmla="*/ 0 w 917111"/>
                  <a:gd name="connsiteY3" fmla="*/ 105646 h 105645"/>
                </a:gdLst>
                <a:cxnLst>
                  <a:cxn ang="0">
                    <a:pos x="connsiteX0" y="connsiteY0"/>
                  </a:cxn>
                  <a:cxn ang="0">
                    <a:pos x="connsiteX1" y="connsiteY1"/>
                  </a:cxn>
                  <a:cxn ang="0">
                    <a:pos x="connsiteX2" y="connsiteY2"/>
                  </a:cxn>
                  <a:cxn ang="0">
                    <a:pos x="connsiteX3" y="connsiteY3"/>
                  </a:cxn>
                </a:cxnLst>
                <a:rect l="l" t="t" r="r" b="b"/>
                <a:pathLst>
                  <a:path w="917111" h="105645">
                    <a:moveTo>
                      <a:pt x="0" y="0"/>
                    </a:moveTo>
                    <a:lnTo>
                      <a:pt x="917112" y="0"/>
                    </a:lnTo>
                    <a:lnTo>
                      <a:pt x="917112" y="105646"/>
                    </a:lnTo>
                    <a:lnTo>
                      <a:pt x="0" y="105646"/>
                    </a:lnTo>
                    <a:close/>
                  </a:path>
                </a:pathLst>
              </a:custGeom>
              <a:solidFill>
                <a:srgbClr val="F9B65D"/>
              </a:solidFill>
              <a:ln w="6781" cap="flat">
                <a:noFill/>
                <a:prstDash val="solid"/>
                <a:miter/>
              </a:ln>
            </p:spPr>
            <p:txBody>
              <a:bodyPr rtlCol="0" anchor="ctr"/>
              <a:lstStyle/>
              <a:p>
                <a:endParaRPr lang="zh-CN" altLang="en-US"/>
              </a:p>
            </p:txBody>
          </p:sp>
          <p:grpSp>
            <p:nvGrpSpPr>
              <p:cNvPr id="63" name="" descr="fc1e2112-9012-413f-8a88-34fb4a278600"/>
              <p:cNvGrpSpPr/>
              <p:nvPr/>
            </p:nvGrpSpPr>
            <p:grpSpPr>
              <a:xfrm>
                <a:off x="9713321" y="4636875"/>
                <a:ext cx="676188" cy="396680"/>
                <a:chOff x="9713321" y="4636875"/>
                <a:chExt cx="676188" cy="396680"/>
              </a:xfrm>
            </p:grpSpPr>
            <p:sp>
              <p:nvSpPr>
                <p:cNvPr id="65" name="" descr="93cd56a5-4092-49b3-850f-847d82592853"/>
                <p:cNvSpPr/>
                <p:nvPr/>
              </p:nvSpPr>
              <p:spPr>
                <a:xfrm>
                  <a:off x="9713321" y="4968256"/>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66" name="" descr="489a2044-9d62-4fae-ab7d-8828048534d0"/>
                <p:cNvSpPr/>
                <p:nvPr/>
              </p:nvSpPr>
              <p:spPr>
                <a:xfrm>
                  <a:off x="9841819" y="4902007"/>
                  <a:ext cx="33700" cy="65231"/>
                </a:xfrm>
                <a:custGeom>
                  <a:gdLst>
                    <a:gd name="connsiteX0" fmla="*/ 0 w 33700"/>
                    <a:gd name="connsiteY0" fmla="*/ 0 h 65231"/>
                    <a:gd name="connsiteX1" fmla="*/ 33701 w 33700"/>
                    <a:gd name="connsiteY1" fmla="*/ 65232 h 65231"/>
                  </a:gdLst>
                  <a:cxnLst>
                    <a:cxn ang="0">
                      <a:pos x="connsiteX0" y="connsiteY0"/>
                    </a:cxn>
                    <a:cxn ang="0">
                      <a:pos x="connsiteX1" y="connsiteY1"/>
                    </a:cxn>
                  </a:cxnLst>
                  <a:rect l="l" t="t" r="r" b="b"/>
                  <a:pathLst>
                    <a:path w="33700" h="65231">
                      <a:moveTo>
                        <a:pt x="0" y="0"/>
                      </a:moveTo>
                      <a:lnTo>
                        <a:pt x="33701" y="65232"/>
                      </a:lnTo>
                    </a:path>
                  </a:pathLst>
                </a:custGeom>
                <a:ln w="13562" cap="flat">
                  <a:solidFill>
                    <a:srgbClr val="3D436C"/>
                  </a:solidFill>
                  <a:prstDash val="solid"/>
                  <a:miter/>
                </a:ln>
              </p:spPr>
              <p:txBody>
                <a:bodyPr rtlCol="0" anchor="ctr"/>
                <a:lstStyle/>
                <a:p>
                  <a:endParaRPr lang="zh-CN" altLang="en-US"/>
                </a:p>
              </p:txBody>
            </p:sp>
            <p:sp>
              <p:nvSpPr>
                <p:cNvPr id="67" name="" descr="96e8c633-e665-4eaf-821e-fe2892c41c3a"/>
                <p:cNvSpPr/>
                <p:nvPr/>
              </p:nvSpPr>
              <p:spPr>
                <a:xfrm>
                  <a:off x="9970316" y="4835690"/>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68" name="" descr="3d01be15-a345-4311-b616-de7069679523"/>
                <p:cNvSpPr/>
                <p:nvPr/>
              </p:nvSpPr>
              <p:spPr>
                <a:xfrm>
                  <a:off x="10098813" y="4769441"/>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69" name="" descr="2e72c7a9-a834-4c86-b6c2-839a2c562728"/>
                <p:cNvSpPr/>
                <p:nvPr/>
              </p:nvSpPr>
              <p:spPr>
                <a:xfrm>
                  <a:off x="10227311" y="4703192"/>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sp>
              <p:nvSpPr>
                <p:cNvPr id="70" name="" descr="eb3c9298-a50a-4e25-9bc8-dd271482c611"/>
                <p:cNvSpPr/>
                <p:nvPr/>
              </p:nvSpPr>
              <p:spPr>
                <a:xfrm>
                  <a:off x="10355808" y="4636875"/>
                  <a:ext cx="33700" cy="65299"/>
                </a:xfrm>
                <a:custGeom>
                  <a:gdLst>
                    <a:gd name="connsiteX0" fmla="*/ 0 w 33700"/>
                    <a:gd name="connsiteY0" fmla="*/ 0 h 65299"/>
                    <a:gd name="connsiteX1" fmla="*/ 33701 w 33700"/>
                    <a:gd name="connsiteY1" fmla="*/ 65300 h 65299"/>
                  </a:gdLst>
                  <a:cxnLst>
                    <a:cxn ang="0">
                      <a:pos x="connsiteX0" y="connsiteY0"/>
                    </a:cxn>
                    <a:cxn ang="0">
                      <a:pos x="connsiteX1" y="connsiteY1"/>
                    </a:cxn>
                  </a:cxnLst>
                  <a:rect l="l" t="t" r="r" b="b"/>
                  <a:pathLst>
                    <a:path w="33700" h="65298">
                      <a:moveTo>
                        <a:pt x="0" y="0"/>
                      </a:moveTo>
                      <a:lnTo>
                        <a:pt x="33701" y="65300"/>
                      </a:lnTo>
                    </a:path>
                  </a:pathLst>
                </a:custGeom>
                <a:ln w="13562" cap="flat">
                  <a:solidFill>
                    <a:srgbClr val="3D436C"/>
                  </a:solidFill>
                  <a:prstDash val="solid"/>
                  <a:miter/>
                </a:ln>
              </p:spPr>
              <p:txBody>
                <a:bodyPr rtlCol="0" anchor="ctr"/>
                <a:lstStyle/>
                <a:p>
                  <a:endParaRPr lang="zh-CN" altLang="en-US"/>
                </a:p>
              </p:txBody>
            </p:sp>
          </p:grpSp>
          <p:sp>
            <p:nvSpPr>
              <p:cNvPr id="64" name="" descr="c31ea642-466f-4b75-93a3-1b3ef9c479bc"/>
              <p:cNvSpPr/>
              <p:nvPr/>
            </p:nvSpPr>
            <p:spPr>
              <a:xfrm>
                <a:off x="9627069" y="4592393"/>
                <a:ext cx="815060" cy="420345"/>
              </a:xfrm>
              <a:custGeom>
                <a:gdLst>
                  <a:gd name="connsiteX0" fmla="*/ 0 w 815060"/>
                  <a:gd name="connsiteY0" fmla="*/ 420346 h 420345"/>
                  <a:gd name="connsiteX1" fmla="*/ 815060 w 815060"/>
                  <a:gd name="connsiteY1" fmla="*/ 0 h 420345"/>
                </a:gdLst>
                <a:cxnLst>
                  <a:cxn ang="0">
                    <a:pos x="connsiteX0" y="connsiteY0"/>
                  </a:cxn>
                  <a:cxn ang="0">
                    <a:pos x="connsiteX1" y="connsiteY1"/>
                  </a:cxn>
                </a:cxnLst>
                <a:rect l="l" t="t" r="r" b="b"/>
                <a:pathLst>
                  <a:path w="815060" h="420345">
                    <a:moveTo>
                      <a:pt x="0" y="420346"/>
                    </a:moveTo>
                    <a:lnTo>
                      <a:pt x="815060" y="0"/>
                    </a:lnTo>
                  </a:path>
                </a:pathLst>
              </a:custGeom>
              <a:ln w="13562" cap="flat">
                <a:solidFill>
                  <a:srgbClr val="3D436C"/>
                </a:solidFill>
                <a:prstDash val="solid"/>
                <a:miter/>
              </a:ln>
            </p:spPr>
            <p:txBody>
              <a:bodyPr rtlCol="0" anchor="ctr"/>
              <a:lstStyle/>
              <a:p>
                <a:endParaRPr lang="zh-CN" altLang="en-US"/>
              </a:p>
            </p:txBody>
          </p:sp>
        </p:grpSp>
        <p:grpSp>
          <p:nvGrpSpPr>
            <p:cNvPr id="24" name="" descr="931782ef-f103-4091-bfe1-4a9737092fa9"/>
            <p:cNvGrpSpPr/>
            <p:nvPr/>
          </p:nvGrpSpPr>
          <p:grpSpPr>
            <a:xfrm>
              <a:off x="8499450" y="1340117"/>
              <a:ext cx="1557399" cy="1531566"/>
              <a:chOff x="8499450" y="1023738"/>
              <a:chExt cx="1557399" cy="1531566"/>
            </a:xfrm>
          </p:grpSpPr>
          <p:grpSp>
            <p:nvGrpSpPr>
              <p:cNvPr id="29" name="" descr="5fb971ef-54df-4952-8f43-aa3852f9953d"/>
              <p:cNvGrpSpPr/>
              <p:nvPr/>
            </p:nvGrpSpPr>
            <p:grpSpPr>
              <a:xfrm>
                <a:off x="8499450" y="1700740"/>
                <a:ext cx="1225814" cy="854564"/>
                <a:chOff x="8499450" y="1700740"/>
                <a:chExt cx="1225814" cy="854564"/>
              </a:xfrm>
            </p:grpSpPr>
            <p:sp>
              <p:nvSpPr>
                <p:cNvPr id="60" name="" descr="7d70e02d-2148-438d-b621-f8d47ba491e7"/>
                <p:cNvSpPr/>
                <p:nvPr/>
              </p:nvSpPr>
              <p:spPr>
                <a:xfrm>
                  <a:off x="8499450" y="1700740"/>
                  <a:ext cx="1109920" cy="854564"/>
                </a:xfrm>
                <a:custGeom>
                  <a:gdLst>
                    <a:gd name="connsiteX0" fmla="*/ 980881 w 1109920"/>
                    <a:gd name="connsiteY0" fmla="*/ 14870 h 854564"/>
                    <a:gd name="connsiteX1" fmla="*/ 264143 w 1109920"/>
                    <a:gd name="connsiteY1" fmla="*/ 20 h 854564"/>
                    <a:gd name="connsiteX2" fmla="*/ 167109 w 1109920"/>
                    <a:gd name="connsiteY2" fmla="*/ 85594 h 854564"/>
                    <a:gd name="connsiteX3" fmla="*/ 159446 w 1109920"/>
                    <a:gd name="connsiteY3" fmla="*/ 155912 h 854564"/>
                    <a:gd name="connsiteX4" fmla="*/ 102216 w 1109920"/>
                    <a:gd name="connsiteY4" fmla="*/ 681768 h 854564"/>
                    <a:gd name="connsiteX5" fmla="*/ 99097 w 1109920"/>
                    <a:gd name="connsiteY5" fmla="*/ 710587 h 854564"/>
                    <a:gd name="connsiteX6" fmla="*/ 7216 w 1109920"/>
                    <a:gd name="connsiteY6" fmla="*/ 811215 h 854564"/>
                    <a:gd name="connsiteX7" fmla="*/ 14269 w 1109920"/>
                    <a:gd name="connsiteY7" fmla="*/ 838203 h 854564"/>
                    <a:gd name="connsiteX8" fmla="*/ 84993 w 1109920"/>
                    <a:gd name="connsiteY8" fmla="*/ 839695 h 854564"/>
                    <a:gd name="connsiteX9" fmla="*/ 802341 w 1109920"/>
                    <a:gd name="connsiteY9" fmla="*/ 854545 h 854564"/>
                    <a:gd name="connsiteX10" fmla="*/ 899375 w 1109920"/>
                    <a:gd name="connsiteY10" fmla="*/ 768835 h 854564"/>
                    <a:gd name="connsiteX11" fmla="*/ 906969 w 1109920"/>
                    <a:gd name="connsiteY11" fmla="*/ 698449 h 854564"/>
                    <a:gd name="connsiteX12" fmla="*/ 963793 w 1109920"/>
                    <a:gd name="connsiteY12" fmla="*/ 172593 h 854564"/>
                    <a:gd name="connsiteX13" fmla="*/ 966913 w 1109920"/>
                    <a:gd name="connsiteY13" fmla="*/ 143774 h 854564"/>
                    <a:gd name="connsiteX14" fmla="*/ 1109921 w 1109920"/>
                    <a:gd name="connsiteY14" fmla="*/ 17514 h 854564"/>
                    <a:gd name="connsiteX15" fmla="*/ 980881 w 1109920"/>
                    <a:gd name="connsiteY15" fmla="*/ 14870 h 854564"/>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9920" h="854564">
                      <a:moveTo>
                        <a:pt x="980881" y="14870"/>
                      </a:moveTo>
                      <a:lnTo>
                        <a:pt x="264143" y="20"/>
                      </a:lnTo>
                      <a:cubicBezTo>
                        <a:pt x="215796" y="-997"/>
                        <a:pt x="172398" y="37315"/>
                        <a:pt x="167109" y="85594"/>
                      </a:cubicBezTo>
                      <a:lnTo>
                        <a:pt x="159446" y="155912"/>
                      </a:lnTo>
                      <a:lnTo>
                        <a:pt x="102216" y="681768"/>
                      </a:lnTo>
                      <a:lnTo>
                        <a:pt x="99097" y="710587"/>
                      </a:lnTo>
                      <a:cubicBezTo>
                        <a:pt x="94554" y="752221"/>
                        <a:pt x="46478" y="788364"/>
                        <a:pt x="7216" y="811215"/>
                      </a:cubicBezTo>
                      <a:cubicBezTo>
                        <a:pt x="-5464" y="818606"/>
                        <a:pt x="-378" y="837932"/>
                        <a:pt x="14269" y="838203"/>
                      </a:cubicBezTo>
                      <a:lnTo>
                        <a:pt x="84993" y="839695"/>
                      </a:lnTo>
                      <a:lnTo>
                        <a:pt x="802341" y="854545"/>
                      </a:lnTo>
                      <a:cubicBezTo>
                        <a:pt x="850688" y="855562"/>
                        <a:pt x="894154" y="817182"/>
                        <a:pt x="899375" y="768835"/>
                      </a:cubicBezTo>
                      <a:lnTo>
                        <a:pt x="906969" y="698449"/>
                      </a:lnTo>
                      <a:lnTo>
                        <a:pt x="963793" y="172593"/>
                      </a:lnTo>
                      <a:lnTo>
                        <a:pt x="966913" y="143774"/>
                      </a:lnTo>
                      <a:cubicBezTo>
                        <a:pt x="974575" y="72575"/>
                        <a:pt x="1038654" y="16023"/>
                        <a:pt x="1109921" y="17514"/>
                      </a:cubicBezTo>
                      <a:lnTo>
                        <a:pt x="980881" y="14870"/>
                      </a:lnTo>
                      <a:close/>
                    </a:path>
                  </a:pathLst>
                </a:custGeom>
                <a:solidFill>
                  <a:srgbClr val="FFFFFF"/>
                </a:solidFill>
                <a:ln w="6781" cap="flat">
                  <a:noFill/>
                  <a:prstDash val="solid"/>
                  <a:miter/>
                </a:ln>
              </p:spPr>
              <p:txBody>
                <a:bodyPr rtlCol="0" anchor="ctr"/>
                <a:lstStyle/>
                <a:p>
                  <a:endParaRPr lang="zh-CN" altLang="en-US"/>
                </a:p>
              </p:txBody>
            </p:sp>
            <p:sp>
              <p:nvSpPr>
                <p:cNvPr id="61" name="" descr="2d016d23-7494-4333-a852-2fffb6515428"/>
                <p:cNvSpPr/>
                <p:nvPr/>
              </p:nvSpPr>
              <p:spPr>
                <a:xfrm>
                  <a:off x="9455445" y="1718187"/>
                  <a:ext cx="269819" cy="230368"/>
                </a:xfrm>
                <a:custGeom>
                  <a:gdLst>
                    <a:gd name="connsiteX0" fmla="*/ 153925 w 269819"/>
                    <a:gd name="connsiteY0" fmla="*/ 68 h 230368"/>
                    <a:gd name="connsiteX1" fmla="*/ 153925 w 269819"/>
                    <a:gd name="connsiteY1" fmla="*/ 68 h 230368"/>
                    <a:gd name="connsiteX2" fmla="*/ 10917 w 269819"/>
                    <a:gd name="connsiteY2" fmla="*/ 126328 h 230368"/>
                    <a:gd name="connsiteX3" fmla="*/ 0 w 269819"/>
                    <a:gd name="connsiteY3" fmla="*/ 227091 h 230368"/>
                    <a:gd name="connsiteX4" fmla="*/ 157316 w 269819"/>
                    <a:gd name="connsiteY4" fmla="*/ 230346 h 230368"/>
                    <a:gd name="connsiteX5" fmla="*/ 269064 w 269819"/>
                    <a:gd name="connsiteY5" fmla="*/ 131617 h 230368"/>
                    <a:gd name="connsiteX6" fmla="*/ 269064 w 269819"/>
                    <a:gd name="connsiteY6" fmla="*/ 131617 h 230368"/>
                    <a:gd name="connsiteX7" fmla="*/ 153925 w 269819"/>
                    <a:gd name="connsiteY7" fmla="*/ 0 h 23036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819" h="230368">
                      <a:moveTo>
                        <a:pt x="153925" y="68"/>
                      </a:moveTo>
                      <a:lnTo>
                        <a:pt x="153925" y="68"/>
                      </a:lnTo>
                      <a:cubicBezTo>
                        <a:pt x="82658" y="-1424"/>
                        <a:pt x="18647" y="55128"/>
                        <a:pt x="10917" y="126328"/>
                      </a:cubicBezTo>
                      <a:lnTo>
                        <a:pt x="0" y="227091"/>
                      </a:lnTo>
                      <a:lnTo>
                        <a:pt x="157316" y="230346"/>
                      </a:lnTo>
                      <a:cubicBezTo>
                        <a:pt x="213054" y="231499"/>
                        <a:pt x="263029" y="187288"/>
                        <a:pt x="269064" y="131617"/>
                      </a:cubicBezTo>
                      <a:lnTo>
                        <a:pt x="269064" y="131617"/>
                      </a:lnTo>
                      <a:cubicBezTo>
                        <a:pt x="276727" y="60418"/>
                        <a:pt x="225192" y="1492"/>
                        <a:pt x="153925" y="0"/>
                      </a:cubicBezTo>
                      <a:close/>
                    </a:path>
                  </a:pathLst>
                </a:custGeom>
                <a:solidFill>
                  <a:srgbClr val="938FF9"/>
                </a:solidFill>
                <a:ln w="6781" cap="flat">
                  <a:noFill/>
                  <a:prstDash val="solid"/>
                  <a:miter/>
                </a:ln>
              </p:spPr>
              <p:txBody>
                <a:bodyPr rtlCol="0" anchor="ctr"/>
                <a:lstStyle/>
                <a:p>
                  <a:endParaRPr lang="zh-CN" altLang="en-US"/>
                </a:p>
              </p:txBody>
            </p:sp>
          </p:grpSp>
          <p:grpSp>
            <p:nvGrpSpPr>
              <p:cNvPr id="30" name="" descr="ac1e5b6d-3be4-4fb6-9e10-68514ddc8186"/>
              <p:cNvGrpSpPr/>
              <p:nvPr/>
            </p:nvGrpSpPr>
            <p:grpSpPr>
              <a:xfrm>
                <a:off x="8934267" y="1023738"/>
                <a:ext cx="1122582" cy="826200"/>
                <a:chOff x="8934267" y="1023738"/>
                <a:chExt cx="1122582" cy="826200"/>
              </a:xfrm>
            </p:grpSpPr>
            <p:sp>
              <p:nvSpPr>
                <p:cNvPr id="58" name="" descr="1b2fdb25-9874-4fe5-aed2-3cd074c07ac1"/>
                <p:cNvSpPr/>
                <p:nvPr/>
              </p:nvSpPr>
              <p:spPr>
                <a:xfrm>
                  <a:off x="8934267" y="1023738"/>
                  <a:ext cx="1006688" cy="826200"/>
                </a:xfrm>
                <a:custGeom>
                  <a:gdLst>
                    <a:gd name="connsiteX0" fmla="*/ 877716 w 1006688"/>
                    <a:gd name="connsiteY0" fmla="*/ 14870 h 826200"/>
                    <a:gd name="connsiteX1" fmla="*/ 161521 w 1006688"/>
                    <a:gd name="connsiteY1" fmla="*/ 20 h 826200"/>
                    <a:gd name="connsiteX2" fmla="*/ 64622 w 1006688"/>
                    <a:gd name="connsiteY2" fmla="*/ 85527 h 826200"/>
                    <a:gd name="connsiteX3" fmla="*/ 0 w 1006688"/>
                    <a:gd name="connsiteY3" fmla="*/ 680819 h 826200"/>
                    <a:gd name="connsiteX4" fmla="*/ 679782 w 1006688"/>
                    <a:gd name="connsiteY4" fmla="*/ 694923 h 826200"/>
                    <a:gd name="connsiteX5" fmla="*/ 790310 w 1006688"/>
                    <a:gd name="connsiteY5" fmla="*/ 826201 h 826200"/>
                    <a:gd name="connsiteX6" fmla="*/ 863883 w 1006688"/>
                    <a:gd name="connsiteY6" fmla="*/ 143639 h 826200"/>
                    <a:gd name="connsiteX7" fmla="*/ 1006688 w 1006688"/>
                    <a:gd name="connsiteY7" fmla="*/ 17582 h 826200"/>
                    <a:gd name="connsiteX8" fmla="*/ 877716 w 1006688"/>
                    <a:gd name="connsiteY8" fmla="*/ 14938 h 8262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687" h="826200">
                      <a:moveTo>
                        <a:pt x="877716" y="14870"/>
                      </a:moveTo>
                      <a:lnTo>
                        <a:pt x="161521" y="20"/>
                      </a:lnTo>
                      <a:cubicBezTo>
                        <a:pt x="113241" y="-997"/>
                        <a:pt x="69843" y="37315"/>
                        <a:pt x="64622" y="85527"/>
                      </a:cubicBezTo>
                      <a:lnTo>
                        <a:pt x="0" y="680819"/>
                      </a:lnTo>
                      <a:lnTo>
                        <a:pt x="679782" y="694923"/>
                      </a:lnTo>
                      <a:cubicBezTo>
                        <a:pt x="748608" y="698788"/>
                        <a:pt x="797837" y="756561"/>
                        <a:pt x="790310" y="826201"/>
                      </a:cubicBezTo>
                      <a:lnTo>
                        <a:pt x="863883" y="143639"/>
                      </a:lnTo>
                      <a:cubicBezTo>
                        <a:pt x="871545" y="72507"/>
                        <a:pt x="935489" y="16090"/>
                        <a:pt x="1006688" y="17582"/>
                      </a:cubicBezTo>
                      <a:lnTo>
                        <a:pt x="877716" y="14938"/>
                      </a:lnTo>
                      <a:close/>
                    </a:path>
                  </a:pathLst>
                </a:custGeom>
                <a:solidFill>
                  <a:srgbClr val="FFFFFF"/>
                </a:solidFill>
                <a:ln w="6781" cap="flat">
                  <a:noFill/>
                  <a:prstDash val="solid"/>
                  <a:miter/>
                </a:ln>
              </p:spPr>
              <p:txBody>
                <a:bodyPr rtlCol="0" anchor="ctr"/>
                <a:lstStyle/>
                <a:p>
                  <a:endParaRPr lang="zh-CN" altLang="en-US"/>
                </a:p>
              </p:txBody>
            </p:sp>
            <p:sp>
              <p:nvSpPr>
                <p:cNvPr id="59" name="" descr="1bbe2563-a8d2-476f-b47c-73d2fb84ee07"/>
                <p:cNvSpPr/>
                <p:nvPr/>
              </p:nvSpPr>
              <p:spPr>
                <a:xfrm>
                  <a:off x="9775230" y="1041224"/>
                  <a:ext cx="281618" cy="343886"/>
                </a:xfrm>
                <a:custGeom>
                  <a:gdLst>
                    <a:gd name="connsiteX0" fmla="*/ 165725 w 281618"/>
                    <a:gd name="connsiteY0" fmla="*/ 29 h 343886"/>
                    <a:gd name="connsiteX1" fmla="*/ 165725 w 281618"/>
                    <a:gd name="connsiteY1" fmla="*/ 29 h 343886"/>
                    <a:gd name="connsiteX2" fmla="*/ 22919 w 281618"/>
                    <a:gd name="connsiteY2" fmla="*/ 126085 h 343886"/>
                    <a:gd name="connsiteX3" fmla="*/ 0 w 281618"/>
                    <a:gd name="connsiteY3" fmla="*/ 338530 h 343886"/>
                    <a:gd name="connsiteX4" fmla="*/ 258012 w 281618"/>
                    <a:gd name="connsiteY4" fmla="*/ 343887 h 343886"/>
                    <a:gd name="connsiteX5" fmla="*/ 280864 w 281618"/>
                    <a:gd name="connsiteY5" fmla="*/ 131442 h 343886"/>
                    <a:gd name="connsiteX6" fmla="*/ 165725 w 281618"/>
                    <a:gd name="connsiteY6" fmla="*/ 29 h 34388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618" h="343886">
                      <a:moveTo>
                        <a:pt x="165725" y="29"/>
                      </a:moveTo>
                      <a:lnTo>
                        <a:pt x="165725" y="29"/>
                      </a:lnTo>
                      <a:cubicBezTo>
                        <a:pt x="94526" y="-1463"/>
                        <a:pt x="30582" y="55022"/>
                        <a:pt x="22919" y="126085"/>
                      </a:cubicBezTo>
                      <a:lnTo>
                        <a:pt x="0" y="338530"/>
                      </a:lnTo>
                      <a:lnTo>
                        <a:pt x="258012" y="343887"/>
                      </a:lnTo>
                      <a:lnTo>
                        <a:pt x="280864" y="131442"/>
                      </a:lnTo>
                      <a:cubicBezTo>
                        <a:pt x="288526" y="60311"/>
                        <a:pt x="236992" y="1521"/>
                        <a:pt x="165725" y="29"/>
                      </a:cubicBezTo>
                      <a:close/>
                    </a:path>
                  </a:pathLst>
                </a:custGeom>
                <a:solidFill>
                  <a:srgbClr val="938FF9"/>
                </a:solidFill>
                <a:ln w="6781" cap="flat">
                  <a:noFill/>
                  <a:prstDash val="solid"/>
                  <a:miter/>
                </a:ln>
              </p:spPr>
              <p:txBody>
                <a:bodyPr rtlCol="0" anchor="ctr"/>
                <a:lstStyle/>
                <a:p>
                  <a:endParaRPr lang="zh-CN" altLang="en-US"/>
                </a:p>
              </p:txBody>
            </p:sp>
          </p:grpSp>
          <p:sp>
            <p:nvSpPr>
              <p:cNvPr id="31" name="" descr="18ea4166-3bae-4d92-a65f-c3ccfb0e8e39"/>
              <p:cNvSpPr/>
              <p:nvPr/>
            </p:nvSpPr>
            <p:spPr>
              <a:xfrm>
                <a:off x="8806041" y="1701574"/>
                <a:ext cx="807940" cy="16816"/>
              </a:xfrm>
              <a:custGeom>
                <a:gdLst>
                  <a:gd name="connsiteX0" fmla="*/ 0 w 807940"/>
                  <a:gd name="connsiteY0" fmla="*/ 0 h 16816"/>
                  <a:gd name="connsiteX1" fmla="*/ 807941 w 807940"/>
                  <a:gd name="connsiteY1" fmla="*/ 16817 h 16816"/>
                </a:gdLst>
                <a:cxnLst>
                  <a:cxn ang="0">
                    <a:pos x="connsiteX0" y="connsiteY0"/>
                  </a:cxn>
                  <a:cxn ang="0">
                    <a:pos x="connsiteX1" y="connsiteY1"/>
                  </a:cxn>
                </a:cxnLst>
                <a:rect l="l" t="t" r="r" b="b"/>
                <a:pathLst>
                  <a:path w="807940" h="16816">
                    <a:moveTo>
                      <a:pt x="0" y="0"/>
                    </a:moveTo>
                    <a:lnTo>
                      <a:pt x="807941" y="16817"/>
                    </a:lnTo>
                  </a:path>
                </a:pathLst>
              </a:custGeom>
              <a:ln w="13562" cap="flat">
                <a:solidFill>
                  <a:srgbClr val="3D436C"/>
                </a:solidFill>
                <a:prstDash val="solid"/>
                <a:miter/>
              </a:ln>
            </p:spPr>
            <p:txBody>
              <a:bodyPr rtlCol="0" anchor="ctr"/>
              <a:lstStyle/>
              <a:p>
                <a:endParaRPr lang="zh-CN" altLang="en-US"/>
              </a:p>
            </p:txBody>
          </p:sp>
          <p:grpSp>
            <p:nvGrpSpPr>
              <p:cNvPr id="32" name="" descr="248f0869-0379-419f-8ccc-2863b5121a90"/>
              <p:cNvGrpSpPr/>
              <p:nvPr/>
            </p:nvGrpSpPr>
            <p:grpSpPr>
              <a:xfrm>
                <a:off x="9062493" y="1268751"/>
                <a:ext cx="584849" cy="350638"/>
                <a:chOff x="9062493" y="1268751"/>
                <a:chExt cx="584849" cy="350638"/>
              </a:xfrm>
            </p:grpSpPr>
            <p:sp>
              <p:nvSpPr>
                <p:cNvPr id="48" name="" descr="899d9ef6-f826-4eee-8821-5b97a4a66cde"/>
                <p:cNvSpPr/>
                <p:nvPr/>
              </p:nvSpPr>
              <p:spPr>
                <a:xfrm>
                  <a:off x="9062493" y="1608065"/>
                  <a:ext cx="298019" cy="6170"/>
                </a:xfrm>
                <a:custGeom>
                  <a:gdLst>
                    <a:gd name="connsiteX0" fmla="*/ 0 w 298019"/>
                    <a:gd name="connsiteY0" fmla="*/ 0 h 6170"/>
                    <a:gd name="connsiteX1" fmla="*/ 298020 w 298019"/>
                    <a:gd name="connsiteY1" fmla="*/ 6171 h 6170"/>
                  </a:gdLst>
                  <a:cxnLst>
                    <a:cxn ang="0">
                      <a:pos x="connsiteX0" y="connsiteY0"/>
                    </a:cxn>
                    <a:cxn ang="0">
                      <a:pos x="connsiteX1" y="connsiteY1"/>
                    </a:cxn>
                  </a:cxnLst>
                  <a:rect l="l" t="t" r="r" b="b"/>
                  <a:pathLst>
                    <a:path w="298019" h="6170">
                      <a:moveTo>
                        <a:pt x="0" y="0"/>
                      </a:moveTo>
                      <a:lnTo>
                        <a:pt x="298020" y="6171"/>
                      </a:lnTo>
                    </a:path>
                  </a:pathLst>
                </a:custGeom>
                <a:ln w="13562" cap="flat">
                  <a:solidFill>
                    <a:srgbClr val="3D436C"/>
                  </a:solidFill>
                  <a:prstDash val="solid"/>
                  <a:miter/>
                </a:ln>
              </p:spPr>
              <p:txBody>
                <a:bodyPr rtlCol="0" anchor="ctr"/>
                <a:lstStyle/>
                <a:p>
                  <a:endParaRPr lang="zh-CN" altLang="en-US"/>
                </a:p>
              </p:txBody>
            </p:sp>
            <p:sp>
              <p:nvSpPr>
                <p:cNvPr id="49" name="" descr="8c0cc79e-1b13-4882-bd62-92264d363fc4"/>
                <p:cNvSpPr/>
                <p:nvPr/>
              </p:nvSpPr>
              <p:spPr>
                <a:xfrm>
                  <a:off x="9071648" y="1523237"/>
                  <a:ext cx="298019" cy="6170"/>
                </a:xfrm>
                <a:custGeom>
                  <a:gdLst>
                    <a:gd name="connsiteX0" fmla="*/ 0 w 298019"/>
                    <a:gd name="connsiteY0" fmla="*/ 0 h 6170"/>
                    <a:gd name="connsiteX1" fmla="*/ 298019 w 298019"/>
                    <a:gd name="connsiteY1" fmla="*/ 6171 h 6170"/>
                  </a:gdLst>
                  <a:cxnLst>
                    <a:cxn ang="0">
                      <a:pos x="connsiteX0" y="connsiteY0"/>
                    </a:cxn>
                    <a:cxn ang="0">
                      <a:pos x="connsiteX1" y="connsiteY1"/>
                    </a:cxn>
                  </a:cxnLst>
                  <a:rect l="l" t="t" r="r" b="b"/>
                  <a:pathLst>
                    <a:path w="298019" h="6170">
                      <a:moveTo>
                        <a:pt x="0" y="0"/>
                      </a:moveTo>
                      <a:lnTo>
                        <a:pt x="298019" y="6171"/>
                      </a:lnTo>
                    </a:path>
                  </a:pathLst>
                </a:custGeom>
                <a:ln w="13562" cap="flat">
                  <a:solidFill>
                    <a:srgbClr val="3D436C"/>
                  </a:solidFill>
                  <a:prstDash val="solid"/>
                  <a:miter/>
                </a:ln>
              </p:spPr>
              <p:txBody>
                <a:bodyPr rtlCol="0" anchor="ctr"/>
                <a:lstStyle/>
                <a:p>
                  <a:endParaRPr lang="zh-CN" altLang="en-US"/>
                </a:p>
              </p:txBody>
            </p:sp>
            <p:sp>
              <p:nvSpPr>
                <p:cNvPr id="50" name="" descr="71dfa07e-8d75-4817-8d30-bd5b88eea457"/>
                <p:cNvSpPr/>
                <p:nvPr/>
              </p:nvSpPr>
              <p:spPr>
                <a:xfrm>
                  <a:off x="9080870" y="1438408"/>
                  <a:ext cx="298019" cy="6170"/>
                </a:xfrm>
                <a:custGeom>
                  <a:gdLst>
                    <a:gd name="connsiteX0" fmla="*/ 0 w 298019"/>
                    <a:gd name="connsiteY0" fmla="*/ 0 h 6170"/>
                    <a:gd name="connsiteX1" fmla="*/ 298019 w 298019"/>
                    <a:gd name="connsiteY1" fmla="*/ 6171 h 6170"/>
                  </a:gdLst>
                  <a:cxnLst>
                    <a:cxn ang="0">
                      <a:pos x="connsiteX0" y="connsiteY0"/>
                    </a:cxn>
                    <a:cxn ang="0">
                      <a:pos x="connsiteX1" y="connsiteY1"/>
                    </a:cxn>
                  </a:cxnLst>
                  <a:rect l="l" t="t" r="r" b="b"/>
                  <a:pathLst>
                    <a:path w="298019" h="6170">
                      <a:moveTo>
                        <a:pt x="0" y="0"/>
                      </a:moveTo>
                      <a:lnTo>
                        <a:pt x="298019" y="6171"/>
                      </a:lnTo>
                    </a:path>
                  </a:pathLst>
                </a:custGeom>
                <a:ln w="13562" cap="flat">
                  <a:solidFill>
                    <a:srgbClr val="3D436C"/>
                  </a:solidFill>
                  <a:prstDash val="solid"/>
                  <a:miter/>
                </a:ln>
              </p:spPr>
              <p:txBody>
                <a:bodyPr rtlCol="0" anchor="ctr"/>
                <a:lstStyle/>
                <a:p>
                  <a:endParaRPr lang="zh-CN" altLang="en-US"/>
                </a:p>
              </p:txBody>
            </p:sp>
            <p:sp>
              <p:nvSpPr>
                <p:cNvPr id="51" name="" descr="99b85cf0-34d9-4aa5-a756-69dcfdb83299"/>
                <p:cNvSpPr/>
                <p:nvPr/>
              </p:nvSpPr>
              <p:spPr>
                <a:xfrm>
                  <a:off x="9090092" y="1353580"/>
                  <a:ext cx="297951" cy="6170"/>
                </a:xfrm>
                <a:custGeom>
                  <a:gdLst>
                    <a:gd name="connsiteX0" fmla="*/ 0 w 297951"/>
                    <a:gd name="connsiteY0" fmla="*/ 0 h 6170"/>
                    <a:gd name="connsiteX1" fmla="*/ 297951 w 297951"/>
                    <a:gd name="connsiteY1" fmla="*/ 6171 h 6170"/>
                  </a:gdLst>
                  <a:cxnLst>
                    <a:cxn ang="0">
                      <a:pos x="connsiteX0" y="connsiteY0"/>
                    </a:cxn>
                    <a:cxn ang="0">
                      <a:pos x="connsiteX1" y="connsiteY1"/>
                    </a:cxn>
                  </a:cxnLst>
                  <a:rect l="l" t="t" r="r" b="b"/>
                  <a:pathLst>
                    <a:path w="297951" h="6170">
                      <a:moveTo>
                        <a:pt x="0" y="0"/>
                      </a:moveTo>
                      <a:lnTo>
                        <a:pt x="297951" y="6171"/>
                      </a:lnTo>
                    </a:path>
                  </a:pathLst>
                </a:custGeom>
                <a:ln w="13562" cap="flat">
                  <a:solidFill>
                    <a:srgbClr val="3D436C"/>
                  </a:solidFill>
                  <a:prstDash val="solid"/>
                  <a:miter/>
                </a:ln>
              </p:spPr>
              <p:txBody>
                <a:bodyPr rtlCol="0" anchor="ctr"/>
                <a:lstStyle/>
                <a:p>
                  <a:endParaRPr lang="zh-CN" altLang="en-US"/>
                </a:p>
              </p:txBody>
            </p:sp>
            <p:sp>
              <p:nvSpPr>
                <p:cNvPr id="52" name="" descr="ea147157-e668-49f8-8bf8-5ee3c1f88e4a"/>
                <p:cNvSpPr/>
                <p:nvPr/>
              </p:nvSpPr>
              <p:spPr>
                <a:xfrm>
                  <a:off x="9099314" y="1268751"/>
                  <a:ext cx="297883" cy="6170"/>
                </a:xfrm>
                <a:custGeom>
                  <a:gdLst>
                    <a:gd name="connsiteX0" fmla="*/ 0 w 297883"/>
                    <a:gd name="connsiteY0" fmla="*/ 0 h 6170"/>
                    <a:gd name="connsiteX1" fmla="*/ 297883 w 297883"/>
                    <a:gd name="connsiteY1" fmla="*/ 6171 h 6170"/>
                  </a:gdLst>
                  <a:cxnLst>
                    <a:cxn ang="0">
                      <a:pos x="connsiteX0" y="connsiteY0"/>
                    </a:cxn>
                    <a:cxn ang="0">
                      <a:pos x="connsiteX1" y="connsiteY1"/>
                    </a:cxn>
                  </a:cxnLst>
                  <a:rect l="l" t="t" r="r" b="b"/>
                  <a:pathLst>
                    <a:path w="297883" h="6170">
                      <a:moveTo>
                        <a:pt x="0" y="0"/>
                      </a:moveTo>
                      <a:lnTo>
                        <a:pt x="297883" y="6171"/>
                      </a:lnTo>
                    </a:path>
                  </a:pathLst>
                </a:custGeom>
                <a:ln w="13562" cap="flat">
                  <a:solidFill>
                    <a:srgbClr val="3D436C"/>
                  </a:solidFill>
                  <a:prstDash val="solid"/>
                  <a:miter/>
                </a:ln>
              </p:spPr>
              <p:txBody>
                <a:bodyPr rtlCol="0" anchor="ctr"/>
                <a:lstStyle/>
                <a:p>
                  <a:endParaRPr lang="zh-CN" altLang="en-US"/>
                </a:p>
              </p:txBody>
            </p:sp>
            <p:sp>
              <p:nvSpPr>
                <p:cNvPr id="53" name="" descr="cd81621e-cff6-499b-a7cb-812b8bb6fb58"/>
                <p:cNvSpPr/>
                <p:nvPr/>
              </p:nvSpPr>
              <p:spPr>
                <a:xfrm>
                  <a:off x="9530984" y="1617762"/>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54" name="" descr="6db671f1-02e4-4c6e-a110-5f903f899d84"/>
                <p:cNvSpPr/>
                <p:nvPr/>
              </p:nvSpPr>
              <p:spPr>
                <a:xfrm>
                  <a:off x="9540138" y="1532933"/>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55" name="" descr="4f8d1252-38bf-4805-ab15-4a36e525db43"/>
                <p:cNvSpPr/>
                <p:nvPr/>
              </p:nvSpPr>
              <p:spPr>
                <a:xfrm>
                  <a:off x="9549292" y="1448105"/>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56" name="" descr="e5c5a890-b245-4abb-9a3a-43530312a69b"/>
                <p:cNvSpPr/>
                <p:nvPr/>
              </p:nvSpPr>
              <p:spPr>
                <a:xfrm>
                  <a:off x="9558446" y="1363276"/>
                  <a:ext cx="79743" cy="1627"/>
                </a:xfrm>
                <a:custGeom>
                  <a:gdLst>
                    <a:gd name="connsiteX0" fmla="*/ 0 w 79743"/>
                    <a:gd name="connsiteY0" fmla="*/ 0 h 1627"/>
                    <a:gd name="connsiteX1" fmla="*/ 79743 w 79743"/>
                    <a:gd name="connsiteY1" fmla="*/ 1627 h 1627"/>
                  </a:gdLst>
                  <a:cxnLst>
                    <a:cxn ang="0">
                      <a:pos x="connsiteX0" y="connsiteY0"/>
                    </a:cxn>
                    <a:cxn ang="0">
                      <a:pos x="connsiteX1" y="connsiteY1"/>
                    </a:cxn>
                  </a:cxnLst>
                  <a:rect l="l" t="t" r="r" b="b"/>
                  <a:pathLst>
                    <a:path w="79743" h="1627">
                      <a:moveTo>
                        <a:pt x="0" y="0"/>
                      </a:moveTo>
                      <a:lnTo>
                        <a:pt x="79743" y="1627"/>
                      </a:lnTo>
                    </a:path>
                  </a:pathLst>
                </a:custGeom>
                <a:ln w="13562" cap="flat">
                  <a:solidFill>
                    <a:srgbClr val="3D436C"/>
                  </a:solidFill>
                  <a:prstDash val="solid"/>
                  <a:miter/>
                </a:ln>
              </p:spPr>
              <p:txBody>
                <a:bodyPr rtlCol="0" anchor="ctr"/>
                <a:lstStyle/>
                <a:p>
                  <a:endParaRPr lang="zh-CN" altLang="en-US"/>
                </a:p>
              </p:txBody>
            </p:sp>
            <p:sp>
              <p:nvSpPr>
                <p:cNvPr id="57" name="" descr="1e38f259-6d0c-4d94-8bb9-31acbeb66be9"/>
                <p:cNvSpPr/>
                <p:nvPr/>
              </p:nvSpPr>
              <p:spPr>
                <a:xfrm>
                  <a:off x="9567600" y="1278447"/>
                  <a:ext cx="79743" cy="1695"/>
                </a:xfrm>
                <a:custGeom>
                  <a:gdLst>
                    <a:gd name="connsiteX0" fmla="*/ 0 w 79743"/>
                    <a:gd name="connsiteY0" fmla="*/ 0 h 1695"/>
                    <a:gd name="connsiteX1" fmla="*/ 79743 w 79743"/>
                    <a:gd name="connsiteY1" fmla="*/ 1695 h 1695"/>
                  </a:gdLst>
                  <a:cxnLst>
                    <a:cxn ang="0">
                      <a:pos x="connsiteX0" y="connsiteY0"/>
                    </a:cxn>
                    <a:cxn ang="0">
                      <a:pos x="connsiteX1" y="connsiteY1"/>
                    </a:cxn>
                  </a:cxnLst>
                  <a:rect l="l" t="t" r="r" b="b"/>
                  <a:pathLst>
                    <a:path w="79743" h="1695">
                      <a:moveTo>
                        <a:pt x="0" y="0"/>
                      </a:moveTo>
                      <a:lnTo>
                        <a:pt x="79743" y="1695"/>
                      </a:lnTo>
                    </a:path>
                  </a:pathLst>
                </a:custGeom>
                <a:ln w="13562" cap="flat">
                  <a:solidFill>
                    <a:srgbClr val="3D436C"/>
                  </a:solidFill>
                  <a:prstDash val="solid"/>
                  <a:miter/>
                </a:ln>
              </p:spPr>
              <p:txBody>
                <a:bodyPr rtlCol="0" anchor="ctr"/>
                <a:lstStyle/>
                <a:p>
                  <a:endParaRPr lang="zh-CN" altLang="en-US"/>
                </a:p>
              </p:txBody>
            </p:sp>
          </p:grpSp>
          <p:grpSp>
            <p:nvGrpSpPr>
              <p:cNvPr id="33" name="" descr="7ef593ab-42f7-4c37-b925-32aca7c605e2"/>
              <p:cNvGrpSpPr/>
              <p:nvPr/>
            </p:nvGrpSpPr>
            <p:grpSpPr>
              <a:xfrm>
                <a:off x="8706294" y="1848651"/>
                <a:ext cx="603700" cy="519278"/>
                <a:chOff x="8706294" y="1848651"/>
                <a:chExt cx="603700" cy="519278"/>
              </a:xfrm>
            </p:grpSpPr>
            <p:sp>
              <p:nvSpPr>
                <p:cNvPr id="34" name="" descr="26528ab8-b09b-4c6c-adf6-992ba9c2f146"/>
                <p:cNvSpPr/>
                <p:nvPr/>
              </p:nvSpPr>
              <p:spPr>
                <a:xfrm>
                  <a:off x="8724603" y="2188372"/>
                  <a:ext cx="298222" cy="6170"/>
                </a:xfrm>
                <a:custGeom>
                  <a:gdLst>
                    <a:gd name="connsiteX0" fmla="*/ 0 w 298222"/>
                    <a:gd name="connsiteY0" fmla="*/ 0 h 6170"/>
                    <a:gd name="connsiteX1" fmla="*/ 298223 w 298222"/>
                    <a:gd name="connsiteY1" fmla="*/ 6171 h 6170"/>
                  </a:gdLst>
                  <a:cxnLst>
                    <a:cxn ang="0">
                      <a:pos x="connsiteX0" y="connsiteY0"/>
                    </a:cxn>
                    <a:cxn ang="0">
                      <a:pos x="connsiteX1" y="connsiteY1"/>
                    </a:cxn>
                  </a:cxnLst>
                  <a:rect l="l" t="t" r="r" b="b"/>
                  <a:pathLst>
                    <a:path w="298222" h="6170">
                      <a:moveTo>
                        <a:pt x="0" y="0"/>
                      </a:moveTo>
                      <a:lnTo>
                        <a:pt x="298223" y="6171"/>
                      </a:lnTo>
                    </a:path>
                  </a:pathLst>
                </a:custGeom>
                <a:ln w="13562" cap="flat">
                  <a:solidFill>
                    <a:srgbClr val="3D436C"/>
                  </a:solidFill>
                  <a:prstDash val="solid"/>
                  <a:miter/>
                </a:ln>
              </p:spPr>
              <p:txBody>
                <a:bodyPr rtlCol="0" anchor="ctr"/>
                <a:lstStyle/>
                <a:p>
                  <a:endParaRPr lang="zh-CN" altLang="en-US"/>
                </a:p>
              </p:txBody>
            </p:sp>
            <p:sp>
              <p:nvSpPr>
                <p:cNvPr id="35" name="" descr="04e9140d-fa57-4dd9-80ae-3af1e0c137b3"/>
                <p:cNvSpPr/>
                <p:nvPr/>
              </p:nvSpPr>
              <p:spPr>
                <a:xfrm>
                  <a:off x="8733825" y="2103408"/>
                  <a:ext cx="298222" cy="6170"/>
                </a:xfrm>
                <a:custGeom>
                  <a:gdLst>
                    <a:gd name="connsiteX0" fmla="*/ 0 w 298222"/>
                    <a:gd name="connsiteY0" fmla="*/ 0 h 6170"/>
                    <a:gd name="connsiteX1" fmla="*/ 298223 w 298222"/>
                    <a:gd name="connsiteY1" fmla="*/ 6171 h 6170"/>
                  </a:gdLst>
                  <a:cxnLst>
                    <a:cxn ang="0">
                      <a:pos x="connsiteX0" y="connsiteY0"/>
                    </a:cxn>
                    <a:cxn ang="0">
                      <a:pos x="connsiteX1" y="connsiteY1"/>
                    </a:cxn>
                  </a:cxnLst>
                  <a:rect l="l" t="t" r="r" b="b"/>
                  <a:pathLst>
                    <a:path w="298222" h="6170">
                      <a:moveTo>
                        <a:pt x="0" y="0"/>
                      </a:moveTo>
                      <a:lnTo>
                        <a:pt x="298223" y="6171"/>
                      </a:lnTo>
                    </a:path>
                  </a:pathLst>
                </a:custGeom>
                <a:ln w="13562" cap="flat">
                  <a:solidFill>
                    <a:srgbClr val="3D436C"/>
                  </a:solidFill>
                  <a:prstDash val="solid"/>
                  <a:miter/>
                </a:ln>
              </p:spPr>
              <p:txBody>
                <a:bodyPr rtlCol="0" anchor="ctr"/>
                <a:lstStyle/>
                <a:p>
                  <a:endParaRPr lang="zh-CN" altLang="en-US"/>
                </a:p>
              </p:txBody>
            </p:sp>
            <p:sp>
              <p:nvSpPr>
                <p:cNvPr id="36" name="" descr="2344ce33-a2ab-4546-89aa-7f29c298a670"/>
                <p:cNvSpPr/>
                <p:nvPr/>
              </p:nvSpPr>
              <p:spPr>
                <a:xfrm>
                  <a:off x="8743047" y="2018444"/>
                  <a:ext cx="298222" cy="6238"/>
                </a:xfrm>
                <a:custGeom>
                  <a:gdLst>
                    <a:gd name="connsiteX0" fmla="*/ 0 w 298222"/>
                    <a:gd name="connsiteY0" fmla="*/ 0 h 6238"/>
                    <a:gd name="connsiteX1" fmla="*/ 298222 w 298222"/>
                    <a:gd name="connsiteY1" fmla="*/ 6238 h 6238"/>
                  </a:gdLst>
                  <a:cxnLst>
                    <a:cxn ang="0">
                      <a:pos x="connsiteX0" y="connsiteY0"/>
                    </a:cxn>
                    <a:cxn ang="0">
                      <a:pos x="connsiteX1" y="connsiteY1"/>
                    </a:cxn>
                  </a:cxnLst>
                  <a:rect l="l" t="t" r="r" b="b"/>
                  <a:pathLst>
                    <a:path w="298222" h="6238">
                      <a:moveTo>
                        <a:pt x="0" y="0"/>
                      </a:moveTo>
                      <a:lnTo>
                        <a:pt x="298222" y="6238"/>
                      </a:lnTo>
                    </a:path>
                  </a:pathLst>
                </a:custGeom>
                <a:ln w="13562" cap="flat">
                  <a:solidFill>
                    <a:srgbClr val="3D436C"/>
                  </a:solidFill>
                  <a:prstDash val="solid"/>
                  <a:miter/>
                </a:ln>
              </p:spPr>
              <p:txBody>
                <a:bodyPr rtlCol="0" anchor="ctr"/>
                <a:lstStyle/>
                <a:p>
                  <a:endParaRPr lang="zh-CN" altLang="en-US"/>
                </a:p>
              </p:txBody>
            </p:sp>
            <p:sp>
              <p:nvSpPr>
                <p:cNvPr id="37" name="" descr="00b771a2-9904-4ad0-b5b5-d47ab4c0a80f"/>
                <p:cNvSpPr/>
                <p:nvPr/>
              </p:nvSpPr>
              <p:spPr>
                <a:xfrm>
                  <a:off x="8752337" y="1933547"/>
                  <a:ext cx="298086" cy="6170"/>
                </a:xfrm>
                <a:custGeom>
                  <a:gdLst>
                    <a:gd name="connsiteX0" fmla="*/ 0 w 298086"/>
                    <a:gd name="connsiteY0" fmla="*/ 0 h 6170"/>
                    <a:gd name="connsiteX1" fmla="*/ 298087 w 298086"/>
                    <a:gd name="connsiteY1" fmla="*/ 6171 h 6170"/>
                  </a:gdLst>
                  <a:cxnLst>
                    <a:cxn ang="0">
                      <a:pos x="connsiteX0" y="connsiteY0"/>
                    </a:cxn>
                    <a:cxn ang="0">
                      <a:pos x="connsiteX1" y="connsiteY1"/>
                    </a:cxn>
                  </a:cxnLst>
                  <a:rect l="l" t="t" r="r" b="b"/>
                  <a:pathLst>
                    <a:path w="298086" h="6170">
                      <a:moveTo>
                        <a:pt x="0" y="0"/>
                      </a:moveTo>
                      <a:lnTo>
                        <a:pt x="298087" y="6171"/>
                      </a:lnTo>
                    </a:path>
                  </a:pathLst>
                </a:custGeom>
                <a:ln w="13562" cap="flat">
                  <a:solidFill>
                    <a:srgbClr val="3D436C"/>
                  </a:solidFill>
                  <a:prstDash val="solid"/>
                  <a:miter/>
                </a:ln>
              </p:spPr>
              <p:txBody>
                <a:bodyPr rtlCol="0" anchor="ctr"/>
                <a:lstStyle/>
                <a:p>
                  <a:endParaRPr lang="zh-CN" altLang="en-US"/>
                </a:p>
              </p:txBody>
            </p:sp>
            <p:sp>
              <p:nvSpPr>
                <p:cNvPr id="38" name="" descr="475dc748-d225-4ae3-99e9-02e4b07e6c64"/>
                <p:cNvSpPr/>
                <p:nvPr/>
              </p:nvSpPr>
              <p:spPr>
                <a:xfrm>
                  <a:off x="8761559" y="1848651"/>
                  <a:ext cx="298086" cy="6170"/>
                </a:xfrm>
                <a:custGeom>
                  <a:gdLst>
                    <a:gd name="connsiteX0" fmla="*/ 0 w 298086"/>
                    <a:gd name="connsiteY0" fmla="*/ 0 h 6170"/>
                    <a:gd name="connsiteX1" fmla="*/ 298087 w 298086"/>
                    <a:gd name="connsiteY1" fmla="*/ 6171 h 6170"/>
                  </a:gdLst>
                  <a:cxnLst>
                    <a:cxn ang="0">
                      <a:pos x="connsiteX0" y="connsiteY0"/>
                    </a:cxn>
                    <a:cxn ang="0">
                      <a:pos x="connsiteX1" y="connsiteY1"/>
                    </a:cxn>
                  </a:cxnLst>
                  <a:rect l="l" t="t" r="r" b="b"/>
                  <a:pathLst>
                    <a:path w="298086" h="6170">
                      <a:moveTo>
                        <a:pt x="0" y="0"/>
                      </a:moveTo>
                      <a:lnTo>
                        <a:pt x="298087" y="6171"/>
                      </a:lnTo>
                    </a:path>
                  </a:pathLst>
                </a:custGeom>
                <a:ln w="13562" cap="flat">
                  <a:solidFill>
                    <a:srgbClr val="3D436C"/>
                  </a:solidFill>
                  <a:prstDash val="solid"/>
                  <a:miter/>
                </a:ln>
              </p:spPr>
              <p:txBody>
                <a:bodyPr rtlCol="0" anchor="ctr"/>
                <a:lstStyle/>
                <a:p>
                  <a:endParaRPr lang="zh-CN" altLang="en-US"/>
                </a:p>
              </p:txBody>
            </p:sp>
            <p:sp>
              <p:nvSpPr>
                <p:cNvPr id="39" name="" descr="171d46f0-e251-42c5-8562-d4a33eda7515"/>
                <p:cNvSpPr/>
                <p:nvPr/>
              </p:nvSpPr>
              <p:spPr>
                <a:xfrm>
                  <a:off x="9193432" y="2198069"/>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0" name="" descr="b1629fa9-1c74-4784-8382-dacc5757cf3d"/>
                <p:cNvSpPr/>
                <p:nvPr/>
              </p:nvSpPr>
              <p:spPr>
                <a:xfrm>
                  <a:off x="9202586" y="211310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1" name="" descr="67cc401d-1343-44ac-a1cb-0715927ec660"/>
                <p:cNvSpPr/>
                <p:nvPr/>
              </p:nvSpPr>
              <p:spPr>
                <a:xfrm>
                  <a:off x="9211808" y="2028208"/>
                  <a:ext cx="79810" cy="1627"/>
                </a:xfrm>
                <a:custGeom>
                  <a:gdLst>
                    <a:gd name="connsiteX0" fmla="*/ 0 w 79810"/>
                    <a:gd name="connsiteY0" fmla="*/ 0 h 1627"/>
                    <a:gd name="connsiteX1" fmla="*/ 79811 w 79810"/>
                    <a:gd name="connsiteY1" fmla="*/ 1627 h 1627"/>
                  </a:gdLst>
                  <a:cxnLst>
                    <a:cxn ang="0">
                      <a:pos x="connsiteX0" y="connsiteY0"/>
                    </a:cxn>
                    <a:cxn ang="0">
                      <a:pos x="connsiteX1" y="connsiteY1"/>
                    </a:cxn>
                  </a:cxnLst>
                  <a:rect l="l" t="t" r="r" b="b"/>
                  <a:pathLst>
                    <a:path w="79810" h="1627">
                      <a:moveTo>
                        <a:pt x="0" y="0"/>
                      </a:moveTo>
                      <a:lnTo>
                        <a:pt x="79811" y="1627"/>
                      </a:lnTo>
                    </a:path>
                  </a:pathLst>
                </a:custGeom>
                <a:ln w="13562" cap="flat">
                  <a:solidFill>
                    <a:srgbClr val="3D436C"/>
                  </a:solidFill>
                  <a:prstDash val="solid"/>
                  <a:miter/>
                </a:ln>
              </p:spPr>
              <p:txBody>
                <a:bodyPr rtlCol="0" anchor="ctr"/>
                <a:lstStyle/>
                <a:p>
                  <a:endParaRPr lang="zh-CN" altLang="en-US"/>
                </a:p>
              </p:txBody>
            </p:sp>
            <p:sp>
              <p:nvSpPr>
                <p:cNvPr id="42" name="" descr="929aa2ec-e0a3-40c7-a0c8-45f6e4374c3e"/>
                <p:cNvSpPr/>
                <p:nvPr/>
              </p:nvSpPr>
              <p:spPr>
                <a:xfrm>
                  <a:off x="8706294" y="2356538"/>
                  <a:ext cx="298290" cy="6170"/>
                </a:xfrm>
                <a:custGeom>
                  <a:gdLst>
                    <a:gd name="connsiteX0" fmla="*/ 0 w 298290"/>
                    <a:gd name="connsiteY0" fmla="*/ 0 h 6170"/>
                    <a:gd name="connsiteX1" fmla="*/ 298290 w 298290"/>
                    <a:gd name="connsiteY1" fmla="*/ 6171 h 6170"/>
                  </a:gdLst>
                  <a:cxnLst>
                    <a:cxn ang="0">
                      <a:pos x="connsiteX0" y="connsiteY0"/>
                    </a:cxn>
                    <a:cxn ang="0">
                      <a:pos x="connsiteX1" y="connsiteY1"/>
                    </a:cxn>
                  </a:cxnLst>
                  <a:rect l="l" t="t" r="r" b="b"/>
                  <a:pathLst>
                    <a:path w="298290" h="6170">
                      <a:moveTo>
                        <a:pt x="0" y="0"/>
                      </a:moveTo>
                      <a:lnTo>
                        <a:pt x="298290" y="6171"/>
                      </a:lnTo>
                    </a:path>
                  </a:pathLst>
                </a:custGeom>
                <a:ln w="13562" cap="flat">
                  <a:solidFill>
                    <a:srgbClr val="3D436C"/>
                  </a:solidFill>
                  <a:prstDash val="solid"/>
                  <a:miter/>
                </a:ln>
              </p:spPr>
              <p:txBody>
                <a:bodyPr rtlCol="0" anchor="ctr"/>
                <a:lstStyle/>
                <a:p>
                  <a:endParaRPr lang="zh-CN" altLang="en-US"/>
                </a:p>
              </p:txBody>
            </p:sp>
            <p:sp>
              <p:nvSpPr>
                <p:cNvPr id="43" name="" descr="689dedbd-4b65-4087-bfae-33a00a6ba5f4"/>
                <p:cNvSpPr/>
                <p:nvPr/>
              </p:nvSpPr>
              <p:spPr>
                <a:xfrm>
                  <a:off x="8715516" y="2271573"/>
                  <a:ext cx="298290" cy="6170"/>
                </a:xfrm>
                <a:custGeom>
                  <a:gdLst>
                    <a:gd name="connsiteX0" fmla="*/ 0 w 298290"/>
                    <a:gd name="connsiteY0" fmla="*/ 0 h 6170"/>
                    <a:gd name="connsiteX1" fmla="*/ 298291 w 298290"/>
                    <a:gd name="connsiteY1" fmla="*/ 6171 h 6170"/>
                  </a:gdLst>
                  <a:cxnLst>
                    <a:cxn ang="0">
                      <a:pos x="connsiteX0" y="connsiteY0"/>
                    </a:cxn>
                    <a:cxn ang="0">
                      <a:pos x="connsiteX1" y="connsiteY1"/>
                    </a:cxn>
                  </a:cxnLst>
                  <a:rect l="l" t="t" r="r" b="b"/>
                  <a:pathLst>
                    <a:path w="298290" h="6170">
                      <a:moveTo>
                        <a:pt x="0" y="0"/>
                      </a:moveTo>
                      <a:lnTo>
                        <a:pt x="298291" y="6171"/>
                      </a:lnTo>
                    </a:path>
                  </a:pathLst>
                </a:custGeom>
                <a:ln w="13562" cap="flat">
                  <a:solidFill>
                    <a:srgbClr val="3D436C"/>
                  </a:solidFill>
                  <a:prstDash val="solid"/>
                  <a:miter/>
                </a:ln>
              </p:spPr>
              <p:txBody>
                <a:bodyPr rtlCol="0" anchor="ctr"/>
                <a:lstStyle/>
                <a:p>
                  <a:endParaRPr lang="zh-CN" altLang="en-US"/>
                </a:p>
              </p:txBody>
            </p:sp>
            <p:sp>
              <p:nvSpPr>
                <p:cNvPr id="44" name="" descr="88e66f0d-1f1a-4ca9-9d3d-e8cbc1f57850"/>
                <p:cNvSpPr/>
                <p:nvPr/>
              </p:nvSpPr>
              <p:spPr>
                <a:xfrm>
                  <a:off x="9175191" y="236623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5" name="" descr="d84ce2f2-ab97-4cf4-bb56-ea4e1217269e"/>
                <p:cNvSpPr/>
                <p:nvPr/>
              </p:nvSpPr>
              <p:spPr>
                <a:xfrm>
                  <a:off x="9184413" y="2281270"/>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6" name="" descr="18ca3364-9c0b-4c21-9826-60bfd8395cd0"/>
                <p:cNvSpPr/>
                <p:nvPr/>
              </p:nvSpPr>
              <p:spPr>
                <a:xfrm>
                  <a:off x="9220962" y="1943244"/>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sp>
              <p:nvSpPr>
                <p:cNvPr id="47" name="" descr="d1c5d843-8a46-4075-a990-967af740dfaa"/>
                <p:cNvSpPr/>
                <p:nvPr/>
              </p:nvSpPr>
              <p:spPr>
                <a:xfrm>
                  <a:off x="9230184" y="1858347"/>
                  <a:ext cx="79810" cy="1695"/>
                </a:xfrm>
                <a:custGeom>
                  <a:gdLst>
                    <a:gd name="connsiteX0" fmla="*/ 0 w 79810"/>
                    <a:gd name="connsiteY0" fmla="*/ 0 h 1695"/>
                    <a:gd name="connsiteX1" fmla="*/ 79811 w 79810"/>
                    <a:gd name="connsiteY1" fmla="*/ 1695 h 1695"/>
                  </a:gdLst>
                  <a:cxnLst>
                    <a:cxn ang="0">
                      <a:pos x="connsiteX0" y="connsiteY0"/>
                    </a:cxn>
                    <a:cxn ang="0">
                      <a:pos x="connsiteX1" y="connsiteY1"/>
                    </a:cxn>
                  </a:cxnLst>
                  <a:rect l="l" t="t" r="r" b="b"/>
                  <a:pathLst>
                    <a:path w="79810" h="1695">
                      <a:moveTo>
                        <a:pt x="0" y="0"/>
                      </a:moveTo>
                      <a:lnTo>
                        <a:pt x="79811" y="1695"/>
                      </a:lnTo>
                    </a:path>
                  </a:pathLst>
                </a:custGeom>
                <a:ln w="13562" cap="flat">
                  <a:solidFill>
                    <a:srgbClr val="3D436C"/>
                  </a:solidFill>
                  <a:prstDash val="solid"/>
                  <a:miter/>
                </a:ln>
              </p:spPr>
              <p:txBody>
                <a:bodyPr rtlCol="0" anchor="ctr"/>
                <a:lstStyle/>
                <a:p>
                  <a:endParaRPr lang="zh-CN" altLang="en-US"/>
                </a:p>
              </p:txBody>
            </p:sp>
          </p:grpSp>
        </p:grpSp>
        <p:sp>
          <p:nvSpPr>
            <p:cNvPr id="25" name="" descr="f8846aed-339f-429c-970d-d7bd4ad5d89b"/>
            <p:cNvSpPr/>
            <p:nvPr/>
          </p:nvSpPr>
          <p:spPr>
            <a:xfrm>
              <a:off x="10645762" y="926915"/>
              <a:ext cx="1101277" cy="787933"/>
            </a:xfrm>
            <a:custGeom>
              <a:gdLst>
                <a:gd name="connsiteX0" fmla="*/ 42512 w 1101277"/>
                <a:gd name="connsiteY0" fmla="*/ 787865 h 787933"/>
                <a:gd name="connsiteX1" fmla="*/ 355924 w 1101277"/>
                <a:gd name="connsiteY1" fmla="*/ 42513 h 787933"/>
                <a:gd name="connsiteX2" fmla="*/ 1101277 w 1101277"/>
                <a:gd name="connsiteY2" fmla="*/ 355924 h 787933"/>
                <a:gd name="connsiteX3" fmla="*/ 42512 w 1101277"/>
                <a:gd name="connsiteY3" fmla="*/ 787933 h 787933"/>
              </a:gdLst>
              <a:cxnLst>
                <a:cxn ang="0">
                  <a:pos x="connsiteX0" y="connsiteY0"/>
                </a:cxn>
                <a:cxn ang="0">
                  <a:pos x="connsiteX1" y="connsiteY1"/>
                </a:cxn>
                <a:cxn ang="0">
                  <a:pos x="connsiteX2" y="connsiteY2"/>
                </a:cxn>
                <a:cxn ang="0">
                  <a:pos x="connsiteX3" y="connsiteY3"/>
                </a:cxn>
              </a:cxnLst>
              <a:rect l="l" t="t" r="r" b="b"/>
              <a:pathLst>
                <a:path w="1101277" h="787933">
                  <a:moveTo>
                    <a:pt x="42512" y="787865"/>
                  </a:moveTo>
                  <a:cubicBezTo>
                    <a:pt x="-76763" y="495474"/>
                    <a:pt x="63533" y="161788"/>
                    <a:pt x="355924" y="42513"/>
                  </a:cubicBezTo>
                  <a:cubicBezTo>
                    <a:pt x="648315" y="-76763"/>
                    <a:pt x="982002" y="63533"/>
                    <a:pt x="1101277" y="355924"/>
                  </a:cubicBezTo>
                  <a:lnTo>
                    <a:pt x="42512" y="787933"/>
                  </a:lnTo>
                  <a:close/>
                </a:path>
              </a:pathLst>
            </a:custGeom>
            <a:noFill/>
            <a:ln w="13562" cap="flat">
              <a:solidFill>
                <a:srgbClr val="3D436C"/>
              </a:solidFill>
              <a:prstDash val="solid"/>
              <a:miter/>
            </a:ln>
          </p:spPr>
          <p:txBody>
            <a:bodyPr rtlCol="0" anchor="ctr"/>
            <a:lstStyle/>
            <a:p>
              <a:endParaRPr lang="zh-CN" altLang="en-US"/>
            </a:p>
          </p:txBody>
        </p:sp>
        <p:sp>
          <p:nvSpPr>
            <p:cNvPr id="26" name="" descr="25fdbaf6-8fef-4c67-8213-b358f71dc94b"/>
            <p:cNvSpPr/>
            <p:nvPr/>
          </p:nvSpPr>
          <p:spPr>
            <a:xfrm>
              <a:off x="10998838" y="3196332"/>
              <a:ext cx="71741" cy="71741"/>
            </a:xfrm>
            <a:custGeom>
              <a:gdLst>
                <a:gd name="connsiteX0" fmla="*/ 71742 w 71741"/>
                <a:gd name="connsiteY0" fmla="*/ 35871 h 71741"/>
                <a:gd name="connsiteX1" fmla="*/ 35870 w 71741"/>
                <a:gd name="connsiteY1" fmla="*/ 71742 h 71741"/>
                <a:gd name="connsiteX2" fmla="*/ -1 w 71741"/>
                <a:gd name="connsiteY2" fmla="*/ 35871 h 71741"/>
                <a:gd name="connsiteX3" fmla="*/ 35870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0" y="71742"/>
                  </a:cubicBezTo>
                  <a:cubicBezTo>
                    <a:pt x="16059" y="71742"/>
                    <a:pt x="-1" y="55682"/>
                    <a:pt x="-1" y="35871"/>
                  </a:cubicBezTo>
                  <a:cubicBezTo>
                    <a:pt x="-1" y="16060"/>
                    <a:pt x="16059" y="0"/>
                    <a:pt x="35870"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27" name="" descr="eb92c291-9b2e-4107-857a-05d268a9dbb0"/>
            <p:cNvSpPr/>
            <p:nvPr/>
          </p:nvSpPr>
          <p:spPr>
            <a:xfrm>
              <a:off x="6424872" y="1717289"/>
              <a:ext cx="71741" cy="71741"/>
            </a:xfrm>
            <a:custGeom>
              <a:gdLst>
                <a:gd name="connsiteX0" fmla="*/ 71742 w 71741"/>
                <a:gd name="connsiteY0" fmla="*/ 35871 h 71741"/>
                <a:gd name="connsiteX1" fmla="*/ 35871 w 71741"/>
                <a:gd name="connsiteY1" fmla="*/ 71742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2"/>
                    <a:pt x="35871" y="71742"/>
                  </a:cubicBezTo>
                  <a:cubicBezTo>
                    <a:pt x="16060" y="71742"/>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sp>
          <p:nvSpPr>
            <p:cNvPr id="28" name="" descr="3c1e4030-2f0f-4394-ac02-6830163f2ecb"/>
            <p:cNvSpPr/>
            <p:nvPr/>
          </p:nvSpPr>
          <p:spPr>
            <a:xfrm>
              <a:off x="6520482" y="6127768"/>
              <a:ext cx="71741" cy="71741"/>
            </a:xfrm>
            <a:custGeom>
              <a:gdLst>
                <a:gd name="connsiteX0" fmla="*/ 71742 w 71741"/>
                <a:gd name="connsiteY0" fmla="*/ 35871 h 71741"/>
                <a:gd name="connsiteX1" fmla="*/ 35871 w 71741"/>
                <a:gd name="connsiteY1" fmla="*/ 71741 h 71741"/>
                <a:gd name="connsiteX2" fmla="*/ 0 w 71741"/>
                <a:gd name="connsiteY2" fmla="*/ 35871 h 71741"/>
                <a:gd name="connsiteX3" fmla="*/ 35871 w 71741"/>
                <a:gd name="connsiteY3" fmla="*/ 0 h 71741"/>
                <a:gd name="connsiteX4" fmla="*/ 71742 w 71741"/>
                <a:gd name="connsiteY4" fmla="*/ 35871 h 71741"/>
              </a:gdLst>
              <a:cxnLst>
                <a:cxn ang="0">
                  <a:pos x="connsiteX0" y="connsiteY0"/>
                </a:cxn>
                <a:cxn ang="0">
                  <a:pos x="connsiteX1" y="connsiteY1"/>
                </a:cxn>
                <a:cxn ang="0">
                  <a:pos x="connsiteX2" y="connsiteY2"/>
                </a:cxn>
                <a:cxn ang="0">
                  <a:pos x="connsiteX3" y="connsiteY3"/>
                </a:cxn>
                <a:cxn ang="0">
                  <a:pos x="connsiteX4" y="connsiteY4"/>
                </a:cxn>
              </a:cxnLst>
              <a:rect l="l" t="t" r="r" b="b"/>
              <a:pathLst>
                <a:path w="71741" h="71741">
                  <a:moveTo>
                    <a:pt x="71742" y="35871"/>
                  </a:moveTo>
                  <a:cubicBezTo>
                    <a:pt x="71742" y="55682"/>
                    <a:pt x="55682" y="71741"/>
                    <a:pt x="35871" y="71741"/>
                  </a:cubicBezTo>
                  <a:cubicBezTo>
                    <a:pt x="16060" y="71741"/>
                    <a:pt x="0" y="55682"/>
                    <a:pt x="0" y="35871"/>
                  </a:cubicBezTo>
                  <a:cubicBezTo>
                    <a:pt x="0" y="16060"/>
                    <a:pt x="16060" y="0"/>
                    <a:pt x="35871" y="0"/>
                  </a:cubicBezTo>
                  <a:cubicBezTo>
                    <a:pt x="55682" y="0"/>
                    <a:pt x="71742" y="16060"/>
                    <a:pt x="71742" y="35871"/>
                  </a:cubicBezTo>
                  <a:close/>
                </a:path>
              </a:pathLst>
            </a:custGeom>
            <a:solidFill>
              <a:srgbClr val="3D436C"/>
            </a:solidFill>
            <a:ln w="6781" cap="flat">
              <a:noFill/>
              <a:prstDash val="solid"/>
              <a:miter/>
            </a:ln>
          </p:spPr>
          <p:txBody>
            <a:bodyPr rtlCol="0" anchor="ctr"/>
            <a:lstStyle/>
            <a:p>
              <a:endParaRPr lang="zh-CN" altLang="en-US"/>
            </a:p>
          </p:txBody>
        </p:sp>
      </p:grpSp>
      <p:sp>
        <p:nvSpPr>
          <p:cNvPr id="5" name="" descr="e013ac65-58ab-4656-b699-a1d603afa277"/>
          <p:cNvSpPr>
            <a:spLocks noGrp="1"/>
          </p:cNvSpPr>
          <p:nvPr>
            <p:ph type="title" hasCustomPrompt="1"/>
          </p:nvPr>
        </p:nvSpPr>
        <p:spPr>
          <a:xfrm flipV="false" flipH="false">
            <a:off x="660401" y="1130300"/>
            <a:ext cx="4766874" cy="2716653"/>
          </a:xfrm>
          <a:prstGeom prst="rect">
            <a:avLst/>
          </a:prstGeom>
        </p:spPr>
        <p:txBody>
          <a:bodyPr wrap="square" anchor="b">
            <a:normAutofit/>
          </a:bodyPr>
          <a:lstStyle>
            <a:lvl1pPr algn="l">
              <a:lnSpc>
                <a:spcPct val="100000"/>
              </a:lnSpc>
              <a:defRPr sz="5400">
                <a:ln w="19050">
                  <a:noFill/>
                </a:ln>
                <a:solidFill>
                  <a:schemeClr val="tx1"/>
                </a:solidFill>
              </a:defRPr>
            </a:lvl1pPr>
          </a:lstStyle>
          <a:p>
            <a:pPr lvl="0"/>
            <a:r>
              <a:rPr lang="zh-CN" altLang="en-US"/>
              <a:t>Click to add title</a:t>
            </a:r>
            <a:endParaRPr lang="en-US"/>
          </a:p>
        </p:txBody>
      </p:sp>
      <p:sp>
        <p:nvSpPr>
          <p:cNvPr id="4" name="" descr="545e0873-f4df-462a-bdee-f5d58a5b6255"/>
          <p:cNvSpPr>
            <a:spLocks noGrp="1"/>
          </p:cNvSpPr>
          <p:nvPr>
            <p:ph type="body" sz="quarter" idx="13" hasCustomPrompt="1"/>
          </p:nvPr>
        </p:nvSpPr>
        <p:spPr>
          <a:xfrm flipV="false" flipH="false">
            <a:off x="660401" y="5057120"/>
            <a:ext cx="4766874" cy="276999"/>
          </a:xfrm>
          <a:prstGeom prst="rect">
            <a:avLst/>
          </a:prstGeom>
        </p:spPr>
        <p:txBody>
          <a:bodyPr wrap="square" lIns="90000">
            <a:normAutofit/>
          </a:bodyPr>
          <a:lstStyle>
            <a:lvl1pPr marL="0" indent="0" algn="l">
              <a:lnSpc>
                <a:spcPct val="100000"/>
              </a:lnSpc>
              <a:buNone/>
              <a:defRPr sz="1200"/>
            </a:lvl1pPr>
          </a:lstStyle>
          <a:p>
            <a:pPr lvl="0"/>
            <a:r>
              <a:rPr lang="zh-CN" altLang="en-US"/>
              <a:t>Presenter name</a:t>
            </a:r>
            <a:endParaRPr lang="en-US"/>
          </a:p>
        </p:txBody>
      </p:sp>
      <p:sp>
        <p:nvSpPr>
          <p:cNvPr id="7" name="" descr="2b58c539-8131-487d-aad8-5aa634558f80"/>
          <p:cNvSpPr>
            <a:spLocks noGrp="1"/>
          </p:cNvSpPr>
          <p:nvPr>
            <p:ph type="body" sz="quarter" idx="14" hasCustomPrompt="1"/>
          </p:nvPr>
        </p:nvSpPr>
        <p:spPr>
          <a:xfrm flipV="false" flipH="false">
            <a:off x="660401" y="4709001"/>
            <a:ext cx="4766874" cy="276999"/>
          </a:xfrm>
          <a:prstGeom prst="rect">
            <a:avLst/>
          </a:prstGeom>
        </p:spPr>
        <p:txBody>
          <a:bodyPr wrap="none">
            <a:normAutofit/>
          </a:bodyPr>
          <a:lstStyle>
            <a:lvl1pPr marL="0" indent="0" algn="l">
              <a:lnSpc>
                <a:spcPct val="100000"/>
              </a:lnSpc>
              <a:buNone/>
              <a:defRPr sz="1200"/>
            </a:lvl1pPr>
          </a:lstStyle>
          <a:p>
            <a:pPr lvl="0"/>
            <a:endParaRPr lang="en-US"/>
          </a:p>
        </p:txBody>
      </p:sp>
    </p:spTree>
  </p:cSld>
  <p:clrMapOvr>
    <a:overrideClrMapping bg1="lt1" tx1="dk1" bg2="lt2" tx2="dk2" accent1="accent1" accent2="accent2" accent3="accent3" accent4="accent4" accent5="accent5" accent6="accent6" hlink="hlink" folHlink="folHlink"/>
  </p:clrMapOvr>
  <p:transition/>
  <p:timing/>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gradFill flip="none" rotWithShape="1">
          <a:gsLst>
            <a:gs pos="0">
              <a:schemeClr val="accent1">
                <a:lumMod val="20000"/>
                <a:lumOff val="80000"/>
              </a:schemeClr>
            </a:gs>
            <a:gs pos="100000">
              <a:schemeClr val="accent2">
                <a:lumMod val="20000"/>
                <a:lumOff val="80000"/>
              </a:schemeClr>
            </a:gs>
          </a:gsLst>
          <a:lin ang="13500000" scaled="0"/>
        </a:gradFill>
        <a:effectLst/>
      </p:bgPr>
    </p:bg>
    <p:spTree>
      <p:nvGrpSpPr>
        <p:cNvPr id="1" name=""/>
        <p:cNvGrpSpPr/>
        <p:nvPr/>
      </p:nvGrpSpPr>
      <p:grpSpPr>
        <a:xfrm>
          <a:off x="0" y="0"/>
          <a:ext cx="0" cy="0"/>
        </a:xfrm>
      </p:grpSpPr>
      <p:sp>
        <p:nvSpPr>
          <p:cNvPr id="2" name=""/>
          <p:cNvSpPr>
            <a:spLocks noGrp="1"/>
          </p:cNvSpPr>
          <p:nvPr>
            <p:ph type="title"/>
          </p:nvPr>
        </p:nvSpPr>
        <p:spPr>
          <a:xfrm flipV="false" flipH="false">
            <a:off x="660400" y="128587"/>
            <a:ext cx="10858500" cy="900112"/>
          </a:xfrm>
          <a:prstGeom prst="rect">
            <a:avLst/>
          </a:prstGeom>
        </p:spPr>
        <p:txBody>
          <a:bodyPr vert="horz" lIns="91440" tIns="45720" rIns="91440" bIns="45720" rtlCol="0" anchor="b">
            <a:normAutofit/>
          </a:bodyPr>
          <a:lstStyle/>
          <a:p>
            <a:pPr lvl="0"/>
            <a:r>
              <a:rPr lang="zh-CN" altLang="en-US"/>
              <a:t>Click to add title</a:t>
            </a:r>
            <a:endParaRPr lang="en-US"/>
          </a:p>
        </p:txBody>
      </p:sp>
      <p:sp>
        <p:nvSpPr>
          <p:cNvPr id="3" name=""/>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ransition/>
  <p:timing/>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6.xml.rels><?xml version="1.0" encoding="UTF-8" standalone="yes"?><Relationships xmlns="http://schemas.openxmlformats.org/package/2006/relationships"><Relationship Id="R46093f2c8d4a4d68" Target="../slideLayouts/slideLayout1.xml" Type="http://schemas.openxmlformats.org/officeDocument/2006/relationships/slideLayout"/></Relationships>
</file>

<file path=ppt/slides/_rels/slide7.xml.rels><?xml version="1.0" encoding="UTF-8" standalone="yes"?><Relationships xmlns="http://schemas.openxmlformats.org/package/2006/relationships"><Relationship Id="Rdf9da4c94d874c21" Target="../slideLayouts/slideLayout5.xml" Type="http://schemas.openxmlformats.org/officeDocument/2006/relationships/slideLayout"/></Relationships>
</file>

<file path=ppt/slides/_rels/slide8.xml.rels><?xml version="1.0" encoding="UTF-8" standalone="yes"?><Relationships xmlns="http://schemas.openxmlformats.org/package/2006/relationships"><Relationship Id="R93bf6210a6894797" Target="../slideLayouts/slideLayout4.xml" Type="http://schemas.openxmlformats.org/officeDocument/2006/relationships/slideLayout"/></Relationships>
</file>

<file path=ppt/slides/_rels/slide9.xml.rels><?xml version="1.0" encoding="UTF-8" standalone="yes"?><Relationships xmlns="http://schemas.openxmlformats.org/package/2006/relationships"><Relationship Id="R039db03fb73e42c5" Target="../slideLayouts/slideLayout5.xml" Type="http://schemas.openxmlformats.org/officeDocument/2006/relationships/slideLayout"/><Relationship Id="rId1" Target="../tags/tag5322.xml" Type="http://schemas.openxmlformats.org/officeDocument/2006/relationships/tags"/></Relationships>
</file>

<file path=ppt/slides/_rels/slide10.xml.rels><?xml version="1.0" encoding="UTF-8" standalone="yes"?><Relationships xmlns="http://schemas.openxmlformats.org/package/2006/relationships"><Relationship Id="Rc0b05483016e45ea" Target="../slideLayouts/slideLayout5.xml" Type="http://schemas.openxmlformats.org/officeDocument/2006/relationships/slideLayout"/><Relationship Id="rId1" Target="../tags/tag2523.xml" Type="http://schemas.openxmlformats.org/officeDocument/2006/relationships/tags"/></Relationships>
</file>

<file path=ppt/slides/_rels/slide11.xml.rels><?xml version="1.0" encoding="UTF-8" standalone="yes"?><Relationships xmlns="http://schemas.openxmlformats.org/package/2006/relationships"><Relationship Id="R6782193ce55146cc" Target="../slideLayouts/slideLayout4.xml" Type="http://schemas.openxmlformats.org/officeDocument/2006/relationships/slideLayout"/></Relationships>
</file>

<file path=ppt/slides/_rels/slide12.xml.rels><?xml version="1.0" encoding="UTF-8" standalone="yes"?><Relationships xmlns="http://schemas.openxmlformats.org/package/2006/relationships"><Relationship Id="R2d3cf82b30ff47cd" Target="../slideLayouts/slideLayout5.xml" Type="http://schemas.openxmlformats.org/officeDocument/2006/relationships/slideLayout"/><Relationship Id="rId1" Target="../tags/tag15924.xml" Type="http://schemas.openxmlformats.org/officeDocument/2006/relationships/tags"/><Relationship Id="rId4" Target="../media/image1522.jpg" Type="http://schemas.openxmlformats.org/officeDocument/2006/relationships/image"/><Relationship Id="rId5" Target="../media/pic-54076321638447ce8083d9fb2f0b9d3d.jpg" Type="http://schemas.openxmlformats.org/officeDocument/2006/relationships/image"/></Relationships>
</file>

<file path=ppt/slides/_rels/slide13.xml.rels><?xml version="1.0" encoding="UTF-8" standalone="yes"?><Relationships xmlns="http://schemas.openxmlformats.org/package/2006/relationships"><Relationship Id="R081be6ce74ca44bd" Target="../slideLayouts/slideLayout5.xml" Type="http://schemas.openxmlformats.org/officeDocument/2006/relationships/slideLayout"/></Relationships>
</file>

<file path=ppt/slides/_rels/slide14.xml.rels><?xml version="1.0" encoding="UTF-8" standalone="yes"?><Relationships xmlns="http://schemas.openxmlformats.org/package/2006/relationships"><Relationship Id="R18cd18b80cab4340" Target="../slideLayouts/slideLayout5.xml" Type="http://schemas.openxmlformats.org/officeDocument/2006/relationships/slideLayout"/></Relationships>
</file>

<file path=ppt/slides/_rels/slide15.xml.rels><?xml version="1.0" encoding="UTF-8" standalone="yes"?><Relationships xmlns="http://schemas.openxmlformats.org/package/2006/relationships"><Relationship Id="Rb2bef744ff4f4e6d" Target="../slideLayouts/slideLayout4.xml" Type="http://schemas.openxmlformats.org/officeDocument/2006/relationships/slideLayout"/></Relationships>
</file>

<file path=ppt/slides/_rels/slide16.xml.rels><?xml version="1.0" encoding="UTF-8" standalone="yes"?><Relationships xmlns="http://schemas.openxmlformats.org/package/2006/relationships"><Relationship Id="R5edd0c9a49e149ef" Target="../slideLayouts/slideLayout5.xml" Type="http://schemas.openxmlformats.org/officeDocument/2006/relationships/slideLayout"/><Relationship Id="rId1" Target="../tags/tag5025.xml" Type="http://schemas.openxmlformats.org/officeDocument/2006/relationships/tags"/></Relationships>
</file>

<file path=ppt/slides/_rels/slide17.xml.rels><?xml version="1.0" encoding="UTF-8" standalone="yes"?><Relationships xmlns="http://schemas.openxmlformats.org/package/2006/relationships"><Relationship Id="R9554d4dc8d16408c" Target="../slideLayouts/slideLayout5.xml" Type="http://schemas.openxmlformats.org/officeDocument/2006/relationships/slideLayout"/><Relationship Id="rId1" Target="../tags/tag3826.xml" Type="http://schemas.openxmlformats.org/officeDocument/2006/relationships/tags"/></Relationships>
</file>

<file path=ppt/slides/_rels/slide18.xml.rels><?xml version="1.0" encoding="UTF-8" standalone="yes"?><Relationships xmlns="http://schemas.openxmlformats.org/package/2006/relationships"><Relationship Id="R727af8fcf53c4165" Target="../slideLayouts/slideLayout4.xml" Type="http://schemas.openxmlformats.org/officeDocument/2006/relationships/slideLayout"/></Relationships>
</file>

<file path=ppt/slides/_rels/slide19.xml.rels><?xml version="1.0" encoding="UTF-8" standalone="yes"?><Relationships xmlns="http://schemas.openxmlformats.org/package/2006/relationships"><Relationship Id="R664f1261e8a44a47" Target="../slideLayouts/slideLayout5.xml" Type="http://schemas.openxmlformats.org/officeDocument/2006/relationships/slideLayout"/><Relationship Id="rId1" Target="../tags/tag3127.xml" Type="http://schemas.openxmlformats.org/officeDocument/2006/relationships/tags"/></Relationships>
</file>

<file path=ppt/slides/_rels/slide20.xml.rels><?xml version="1.0" encoding="UTF-8" standalone="yes"?><Relationships xmlns="http://schemas.openxmlformats.org/package/2006/relationships"><Relationship Id="Ra027fe1a50a84661" Target="../slideLayouts/slideLayout5.xml" Type="http://schemas.openxmlformats.org/officeDocument/2006/relationships/slideLayout"/></Relationships>
</file>

<file path=ppt/slides/_rels/slide21.xml.rels><?xml version="1.0" encoding="UTF-8" standalone="yes"?><Relationships xmlns="http://schemas.openxmlformats.org/package/2006/relationships"><Relationship Id="Rd4da5241eccb44dd" Target="../slideLayouts/slideLayout5.xml" Type="http://schemas.openxmlformats.org/officeDocument/2006/relationships/slideLayout"/><Relationship Id="rId1" Target="../tags/tag1028.xml" Type="http://schemas.openxmlformats.org/officeDocument/2006/relationships/tags"/></Relationships>
</file>

<file path=ppt/slides/_rels/slide22.xml.rels><?xml version="1.0" encoding="UTF-8" standalone="yes"?><Relationships xmlns="http://schemas.openxmlformats.org/package/2006/relationships"><Relationship Id="Rd9dc1b6ea87f4e32" Target="../slideLayouts/slideLayout4.xml" Type="http://schemas.openxmlformats.org/officeDocument/2006/relationships/slideLayout"/></Relationships>
</file>

<file path=ppt/slides/_rels/slide23.xml.rels><?xml version="1.0" encoding="UTF-8" standalone="yes"?><Relationships xmlns="http://schemas.openxmlformats.org/package/2006/relationships"><Relationship Id="Ra4b882451a5a4970" Target="../slideLayouts/slideLayout5.xml" Type="http://schemas.openxmlformats.org/officeDocument/2006/relationships/slideLayout"/><Relationship Id="rId1" Target="../tags/tag229.xml" Type="http://schemas.openxmlformats.org/officeDocument/2006/relationships/tags"/></Relationships>
</file>

<file path=ppt/slides/_rels/slide24.xml.rels><?xml version="1.0" encoding="UTF-8" standalone="yes"?><Relationships xmlns="http://schemas.openxmlformats.org/package/2006/relationships"><Relationship Id="R0931041d4a2c44b0" Target="../slideLayouts/slideLayout5.xml" Type="http://schemas.openxmlformats.org/officeDocument/2006/relationships/slideLayout"/><Relationship Id="rId1" Target="../tags/tag37210.xml" Type="http://schemas.openxmlformats.org/officeDocument/2006/relationships/tags"/></Relationships>
</file>

<file path=ppt/slides/_rels/slide25.xml.rels><?xml version="1.0" encoding="UTF-8" standalone="yes"?><Relationships xmlns="http://schemas.openxmlformats.org/package/2006/relationships"><Relationship Id="R3db7f7b75aed4be8" Target="../slideLayouts/slideLayout5.xml" Type="http://schemas.openxmlformats.org/officeDocument/2006/relationships/slideLayout"/><Relationship Id="rId1" Target="../tags/tag111.xml" Type="http://schemas.openxmlformats.org/officeDocument/2006/relationships/tags"/></Relationships>
</file>

<file path=ppt/slides/_rels/slide26.xml.rels><?xml version="1.0" encoding="UTF-8" standalone="yes"?><Relationships xmlns="http://schemas.openxmlformats.org/package/2006/relationships"><Relationship Id="R048e479699954736" Target="../slideLayouts/slideLayout4.xml" Type="http://schemas.openxmlformats.org/officeDocument/2006/relationships/slideLayout"/></Relationships>
</file>

<file path=ppt/slides/_rels/slide27.xml.rels><?xml version="1.0" encoding="UTF-8" standalone="yes"?><Relationships xmlns="http://schemas.openxmlformats.org/package/2006/relationships"><Relationship Id="Rcbbd2d4917ee4c23" Target="../slideLayouts/slideLayout5.xml" Type="http://schemas.openxmlformats.org/officeDocument/2006/relationships/slideLayout"/><Relationship Id="rId1" Target="../tags/tag112.xml" Type="http://schemas.openxmlformats.org/officeDocument/2006/relationships/tags"/></Relationships>
</file>

<file path=ppt/slides/_rels/slide28.xml.rels><?xml version="1.0" encoding="UTF-8" standalone="yes"?><Relationships xmlns="http://schemas.openxmlformats.org/package/2006/relationships"><Relationship Id="R7de95f2cb02542a3" Target="../slideLayouts/slideLayout5.xml" Type="http://schemas.openxmlformats.org/officeDocument/2006/relationships/slideLayout"/><Relationship Id="rId1" Target="../tags/tag66213.xml" Type="http://schemas.openxmlformats.org/officeDocument/2006/relationships/tags"/></Relationships>
</file>

<file path=ppt/slides/_rels/slide29.xml.rels><?xml version="1.0" encoding="UTF-8" standalone="yes"?><Relationships xmlns="http://schemas.openxmlformats.org/package/2006/relationships"><Relationship Id="R95d492dd58344753" Target="../slideLayouts/slideLayout5.xml" Type="http://schemas.openxmlformats.org/officeDocument/2006/relationships/slideLayout"/><Relationship Id="rId1" Target="../tags/tag44214.xml" Type="http://schemas.openxmlformats.org/officeDocument/2006/relationships/tags"/></Relationships>
</file>

<file path=ppt/slides/_rels/slide30.xml.rels><?xml version="1.0" encoding="UTF-8" standalone="yes"?><Relationships xmlns="http://schemas.openxmlformats.org/package/2006/relationships"><Relationship Id="R261a4965373a4f44" Target="../slideLayouts/slideLayout7.xml" Type="http://schemas.openxmlformats.org/officeDocument/2006/relationships/slideLayout"/></Relationships>
</file>

<file path=ppt/slides/slide6.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af5e58db-beab-44fc-a87f-6128190cf95e" id="5" name=""/>
          <p:cNvSpPr>
            <a:spLocks noGrp="1"/>
          </p:cNvSpPr>
          <p:nvPr>
            <p:ph hasCustomPrompt="1" type="ctrTitle"/>
          </p:nvPr>
        </p:nvSpPr>
        <p:spPr/>
        <p:txBody>
          <a:bodyPr anchorCtr="false"/>
          <a:lstStyle/>
          <a:p>
            <a:pPr algn="l">
              <a:lnSpc>
                <a:spcPct val="100000"/>
              </a:lnSpc>
              <a:spcBef>
                <a:spcPct val="0"/>
              </a:spcBef>
            </a:pPr>
            <a:r>
              <a:rPr b="true" i="false" lang="en-US" sz="5400" u="none">
                <a:solidFill>
                  <a:srgbClr val="2F2F2F"/>
                </a:solidFill>
                <a:ea typeface="微软雅黑"/>
              </a:rPr>
              <a:t>偿付能力资本管理分析</a:t>
            </a:r>
          </a:p>
        </p:txBody>
      </p:sp>
      <p:sp>
        <p:nvSpPr>
          <p:cNvPr descr="f36ae13a-afd0-4d01-8781-97e5aa3cf4dd" id="9" name=""/>
          <p:cNvSpPr>
            <a:spLocks noGrp="1"/>
          </p:cNvSpPr>
          <p:nvPr>
            <p:ph hasCustomPrompt="1" idx="1" sz="quarter" type="subTitle"/>
          </p:nvPr>
        </p:nvSpPr>
        <p:spPr/>
        <p:txBody>
          <a:bodyPr anchorCtr="false"/>
          <a:lstStyle/>
          <a:p>
            <a:pPr algn="ctr">
              <a:lnSpc>
                <a:spcPct val="100000"/>
              </a:lnSpc>
              <a:spcBef>
                <a:spcPts val="1000"/>
              </a:spcBef>
            </a:pPr>
            <a:r>
              <a:rPr b="false" i="false" lang="en-US" sz="2000" u="none">
                <a:solidFill>
                  <a:srgbClr val="FFFFFF"/>
                </a:solidFill>
                <a:ea typeface="微软雅黑"/>
              </a:rPr>
              <a:t>洞察企业财务稳健的关键</a:t>
            </a:r>
          </a:p>
        </p:txBody>
      </p:sp>
      <p:sp>
        <p:nvSpPr>
          <p:cNvPr descr="7b57710d-428b-40a0-84d3-57b971015e71" id="4" name=""/>
          <p:cNvSpPr>
            <a:spLocks noGrp="1"/>
          </p:cNvSpPr>
          <p:nvPr>
            <p:ph hasCustomPrompt="1" idx="13" sz="quarter" type="body"/>
          </p:nvPr>
        </p:nvSpPr>
        <p:spPr/>
        <p:txBody>
          <a:bodyPr anchorCtr="false"/>
          <a:lstStyle/>
          <a:p>
            <a:pPr algn="l">
              <a:lnSpc>
                <a:spcPct val="100000"/>
              </a:lnSpc>
              <a:spcBef>
                <a:spcPts val="1000"/>
              </a:spcBef>
            </a:pPr>
            <a:r>
              <a:rPr b="false" i="false" lang="en-US" sz="1200" u="none">
                <a:solidFill>
                  <a:srgbClr val="2F2F2F"/>
                </a:solidFill>
                <a:ea typeface="微软雅黑"/>
              </a:rPr>
              <a:t>报告人名称</a:t>
            </a:r>
          </a:p>
        </p:txBody>
      </p:sp>
      <p:sp>
        <p:nvSpPr>
          <p:cNvPr descr="a74ae511-c920-4660-9165-f706e557ec93" id="7" name=""/>
          <p:cNvSpPr>
            <a:spLocks noGrp="1"/>
          </p:cNvSpPr>
          <p:nvPr>
            <p:ph hasCustomPrompt="1" idx="14" sz="quarter" type="body"/>
          </p:nvPr>
        </p:nvSpPr>
        <p:spPr/>
        <p:txBody>
          <a:bodyPr anchorCtr="false"/>
          <a:lstStyle/>
          <a:p>
            <a:pPr algn="l">
              <a:lnSpc>
                <a:spcPct val="100000"/>
              </a:lnSpc>
              <a:spcBef>
                <a:spcPts val="1000"/>
              </a:spcBef>
            </a:pPr>
            <a:r>
              <a:rPr lang="en-US">
                <a:latin typeface="微软雅黑"/>
              </a:rPr>
              <a:t>20xx.xx.xx</a:t>
            </a:r>
          </a:p>
        </p:txBody>
      </p:sp>
    </p:spTree>
  </p:cSld>
  <p:clrMapOvr>
    <a:masterClrMapping/>
  </p:clrMapOvr>
</p:sld>
</file>

<file path=ppt/slides/slide7.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3c0fbf4c-551c-467d-b318-580a8db238c4" id="9" name="4caed9d6-c0d5-402d-a13c-963d60d56e8c.source.6.zh-Hans.pptx">
            <a:extLst>
              <a:ext uri="{FF2B5EF4-FFF2-40B4-BE49-F238E27FC236}">
                <a16:creationId id="{DC083323-BB88-E3FE-8CAC-714B0B282421}"/>
              </a:ext>
            </a:extLst>
          </p:cNvPr>
          <p:cNvGrpSpPr/>
          <p:nvPr/>
        </p:nvGrpSpPr>
        <p:grpSpPr>
          <a:xfrm>
            <a:off x="0" y="1130300"/>
            <a:ext cx="12192000" cy="4305311"/>
            <a:chOff x="0" y="1130300"/>
            <a:chExt cx="12192000" cy="4305311"/>
          </a:xfrm>
        </p:grpSpPr>
        <p:sp>
          <p:nvSpPr>
            <p:cNvPr descr="64015635-7d89-4f5f-b26a-71ebb6dd24fd" id="2" name="矩形 1">
              <a:extLst>
                <a:ext uri="{FF2B5EF4-FFF2-40B4-BE49-F238E27FC236}">
                  <a16:creationId id="{C9714C48-ED47-D088-728E-5F679704490C}"/>
                </a:ext>
              </a:extLst>
            </p:cNvPr>
            <p:cNvSpPr>
              <a:spLocks noChangeAspect="1"/>
            </p:cNvSpPr>
            <p:nvPr/>
          </p:nvSpPr>
          <p:spPr>
            <a:xfrm flipH="false" flipV="false">
              <a:off x="0" y="3406786"/>
              <a:ext cx="12192000" cy="1076060"/>
            </a:xfrm>
            <a:prstGeom prst="rect">
              <a:avLst/>
            </a:prstGeom>
            <a:solidFill>
              <a:schemeClr val="accent1">
                <a:alpha val="1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square">
              <a:noAutofit/>
            </a:bodyPr>
            <a:lstStyle/>
            <a:p>
              <a:pPr algn="l"/>
            </a:p>
          </p:txBody>
        </p:sp>
        <p:cxnSp>
          <p:nvCxnSpPr>
            <p:cNvPr descr="5fd19ff9-7d92-4558-aede-d2de8fa2a740" id="83" name="直接箭头连接符 82">
              <a:extLst>
                <a:ext uri="{FF2B5EF4-FFF2-40B4-BE49-F238E27FC236}">
                  <a16:creationId id="{10B93CA4-5F1C-D813-B0F4-51ED4A866243}"/>
                </a:ext>
              </a:extLst>
            </p:cNvPr>
            <p:cNvCxnSpPr>
              <a:cxnSpLocks/>
            </p:cNvCxnSpPr>
            <p:nvPr/>
          </p:nvCxnSpPr>
          <p:spPr>
            <a:xfrm flipH="false" flipV="false">
              <a:off x="660400" y="3944816"/>
              <a:ext cx="10858500" cy="0"/>
            </a:xfrm>
            <a:prstGeom prst="straightConnector1">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nvGrpSpPr>
            <p:cNvPr descr="b7b4a7cd-9ce9-4f30-88b1-205d1db60a87" id="3" name="组合 2">
              <a:extLst>
                <a:ext uri="{FF2B5EF4-FFF2-40B4-BE49-F238E27FC236}">
                  <a16:creationId id="{99746AE9-2055-3F32-E42F-67B9546548D3}"/>
                </a:ext>
              </a:extLst>
            </p:cNvPr>
            <p:cNvGrpSpPr/>
            <p:nvPr/>
          </p:nvGrpSpPr>
          <p:grpSpPr>
            <a:xfrm>
              <a:off x="666750" y="3650127"/>
              <a:ext cx="2108228" cy="1785484"/>
              <a:chOff x="666750" y="3650127"/>
              <a:chExt cx="2108228" cy="1785484"/>
            </a:xfrm>
          </p:grpSpPr>
          <p:sp>
            <p:nvSpPr>
              <p:cNvPr descr="5258aaef-626b-4cae-b2eb-2fa2468cabf3" id="50" name="Number1">
                <a:extLst>
                  <a:ext uri="{FF2B5EF4-FFF2-40B4-BE49-F238E27FC236}">
                    <a16:creationId id="{331940AB-E903-CBB5-42DB-196ECBE6E6DE}"/>
                  </a:ext>
                </a:extLst>
              </p:cNvPr>
              <p:cNvSpPr/>
              <p:nvPr/>
            </p:nvSpPr>
            <p:spPr>
              <a:xfrm flipH="false" flipV="false">
                <a:off x="1411803" y="3650127"/>
                <a:ext cx="586504" cy="586504"/>
              </a:xfrm>
              <a:prstGeom prst="ellipse">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algn="tl" blurRad="127000" dir="2700000" dist="63500"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p>
                <a:pPr algn="ctr"/>
                <a:r>
                  <a:rPr b="true" i="false" lang="en-US" sz="1800" u="none">
                    <a:solidFill>
                      <a:srgbClr val="FFFFFF"/>
                    </a:solidFill>
                    <a:latin typeface="Arial"/>
                  </a:rPr>
                  <a:t>01</a:t>
                </a:r>
              </a:p>
            </p:txBody>
          </p:sp>
          <p:grpSp>
            <p:nvGrpSpPr>
              <p:cNvPr descr="ff84165b-eb97-47de-b0ae-56fb60386ba9" id="56" name="组合 55">
                <a:extLst>
                  <a:ext uri="{FF2B5EF4-FFF2-40B4-BE49-F238E27FC236}">
                    <a16:creationId id="{248E5141-C510-C3C9-542B-9551CACCE0A7}"/>
                  </a:ext>
                </a:extLst>
              </p:cNvPr>
              <p:cNvGrpSpPr/>
              <p:nvPr/>
            </p:nvGrpSpPr>
            <p:grpSpPr>
              <a:xfrm>
                <a:off x="666750" y="4236631"/>
                <a:ext cx="2108228" cy="1198980"/>
                <a:chOff x="1906502" y="4601292"/>
                <a:chExt cx="2108228" cy="1198980"/>
              </a:xfrm>
            </p:grpSpPr>
            <p:sp>
              <p:nvSpPr>
                <p:cNvPr descr="828f1d9d-c6a7-4e62-a925-ab88789805eb" id="79" name="Bullet1">
                  <a:extLst>
                    <a:ext uri="{FF2B5EF4-FFF2-40B4-BE49-F238E27FC236}">
                      <a16:creationId id="{26485645-A9B5-716A-E9FE-CAA8A411F20C}"/>
                    </a:ext>
                  </a:extLst>
                </p:cNvPr>
                <p:cNvSpPr txBox="1"/>
                <p:nvPr/>
              </p:nvSpPr>
              <p:spPr>
                <a:xfrm flipH="false" flipV="false">
                  <a:off x="1906502" y="5090848"/>
                  <a:ext cx="2108228" cy="709424"/>
                </a:xfrm>
                <a:prstGeom prst="rect">
                  <a:avLst/>
                </a:prstGeom>
                <a:noFill/>
                <a:ln>
                  <a:noFill/>
                </a:ln>
              </p:spPr>
              <p:txBody>
                <a:bodyPr anchor="t" anchorCtr="false" bIns="45720" lIns="91440" rIns="91440" tIns="45720" wrap="square">
                  <a:normAutofit/>
                </a:bodyPr>
                <a:lstStyle/>
                <a:p>
                  <a:pPr algn="l">
                    <a:spcBef>
                      <a:spcPct val="0"/>
                    </a:spcBef>
                    <a:spcAft>
                      <a:spcPct val="0"/>
                    </a:spcAft>
                  </a:pPr>
                  <a:r>
                    <a:rPr b="true" i="false" lang="en-US" strike="noStrike" sz="1800" u="none">
                      <a:solidFill>
                        <a:srgbClr val="2F2F2F"/>
                      </a:solidFill>
                      <a:ea typeface="微软雅黑"/>
                    </a:rPr>
                    <a:t>偿债能力概述</a:t>
                  </a:r>
                </a:p>
              </p:txBody>
            </p:sp>
            <p:cxnSp>
              <p:nvCxnSpPr>
                <p:cNvPr descr="8eb73fe2-0dfc-456f-a6b7-4cd60604ad09" id="81" name="直接连接符 80">
                  <a:extLst>
                    <a:ext uri="{FF2B5EF4-FFF2-40B4-BE49-F238E27FC236}">
                      <a16:creationId id="{4EBBE39F-F648-A8B5-ADB3-84E87CA14600}"/>
                    </a:ext>
                  </a:extLst>
                </p:cNvPr>
                <p:cNvCxnSpPr>
                  <a:cxnSpLocks/>
                </p:cNvCxnSpPr>
                <p:nvPr/>
              </p:nvCxnSpPr>
              <p:spPr>
                <a:xfrm flipH="false" flipV="false">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descr="8d6e3071-a8c6-4944-8441-0ef9f0b56fd2" id="4" name="组合 3">
              <a:extLst>
                <a:ext uri="{FF2B5EF4-FFF2-40B4-BE49-F238E27FC236}">
                  <a16:creationId id="{58E56BC4-115B-73AE-8DF1-459608F0D06D}"/>
                </a:ext>
              </a:extLst>
            </p:cNvPr>
            <p:cNvGrpSpPr/>
            <p:nvPr/>
          </p:nvGrpSpPr>
          <p:grpSpPr>
            <a:xfrm>
              <a:off x="2327623" y="2441361"/>
              <a:ext cx="2108228" cy="1795270"/>
              <a:chOff x="2327623" y="2441361"/>
              <a:chExt cx="2108228" cy="1795270"/>
            </a:xfrm>
          </p:grpSpPr>
          <p:sp>
            <p:nvSpPr>
              <p:cNvPr descr="5252303d-ebe7-46de-9867-e80854accd3c" id="51" name="Number2">
                <a:extLst>
                  <a:ext uri="{FF2B5EF4-FFF2-40B4-BE49-F238E27FC236}">
                    <a16:creationId id="{C3B94DC8-A13E-BFF7-BAA3-4BB64FAA315D}"/>
                  </a:ext>
                </a:extLst>
              </p:cNvPr>
              <p:cNvSpPr/>
              <p:nvPr/>
            </p:nvSpPr>
            <p:spPr>
              <a:xfrm flipH="false" flipV="false">
                <a:off x="3088485" y="3650127"/>
                <a:ext cx="586504" cy="586504"/>
              </a:xfrm>
              <a:prstGeom prst="ellipse">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algn="tl" blurRad="127000" dir="2700000" dist="63500"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FFFFFF"/>
                    </a:solidFill>
                    <a:latin typeface="Arial"/>
                  </a:rPr>
                  <a:t>02</a:t>
                </a:r>
              </a:p>
            </p:txBody>
          </p:sp>
          <p:grpSp>
            <p:nvGrpSpPr>
              <p:cNvPr descr="ce968289-9594-49d6-bbd5-fa746dbd1eac" id="65" name="组合 64">
                <a:extLst>
                  <a:ext uri="{FF2B5EF4-FFF2-40B4-BE49-F238E27FC236}">
                    <a16:creationId id="{BEBE0FB9-8842-ACAA-C81F-9B0BA655DE58}"/>
                  </a:ext>
                </a:extLst>
              </p:cNvPr>
              <p:cNvGrpSpPr/>
              <p:nvPr/>
            </p:nvGrpSpPr>
            <p:grpSpPr>
              <a:xfrm>
                <a:off x="2327623" y="2441361"/>
                <a:ext cx="2108228" cy="1205891"/>
                <a:chOff x="1900152" y="5316110"/>
                <a:chExt cx="2108228" cy="1205891"/>
              </a:xfrm>
            </p:grpSpPr>
            <p:sp>
              <p:nvSpPr>
                <p:cNvPr descr="d31189ab-967e-43a2-ac07-d1d8984a2a66" id="70" name="Bullet2">
                  <a:extLst>
                    <a:ext uri="{FF2B5EF4-FFF2-40B4-BE49-F238E27FC236}">
                      <a16:creationId id="{EDCE61C6-6656-1E2B-5064-54B9A2807089}"/>
                    </a:ext>
                  </a:extLst>
                </p:cNvPr>
                <p:cNvSpPr txBox="1"/>
                <p:nvPr/>
              </p:nvSpPr>
              <p:spPr>
                <a:xfrm flipH="false" flipV="false">
                  <a:off x="1900152" y="5316110"/>
                  <a:ext cx="2108228" cy="709424"/>
                </a:xfrm>
                <a:prstGeom prst="rect">
                  <a:avLst/>
                </a:prstGeom>
                <a:noFill/>
                <a:ln>
                  <a:noFill/>
                </a:ln>
              </p:spPr>
              <p:txBody>
                <a:bodyPr anchor="b" anchorCtr="false" bIns="45720" lIns="91440" rIns="91440" tIns="45720" wrap="square">
                  <a:normAutofit/>
                </a:bodyPr>
                <a:lstStyle/>
                <a:p>
                  <a:pPr algn="l">
                    <a:spcBef>
                      <a:spcPct val="0"/>
                    </a:spcBef>
                    <a:spcAft>
                      <a:spcPct val="0"/>
                    </a:spcAft>
                  </a:pPr>
                  <a:r>
                    <a:rPr b="true" i="false" lang="en-US" strike="noStrike" sz="1800" u="none">
                      <a:solidFill>
                        <a:srgbClr val="2F2F2F"/>
                      </a:solidFill>
                      <a:ea typeface="微软雅黑"/>
                    </a:rPr>
                    <a:t>资本结构管理</a:t>
                  </a:r>
                </a:p>
              </p:txBody>
            </p:sp>
            <p:cxnSp>
              <p:nvCxnSpPr>
                <p:cNvPr descr="533763b4-7286-4ee1-9132-868d64fa395c" id="72" name="直接连接符 71">
                  <a:extLst>
                    <a:ext uri="{FF2B5EF4-FFF2-40B4-BE49-F238E27FC236}">
                      <a16:creationId id="{99BF09C9-45C6-C4F6-5BA4-D5A239A8C180}"/>
                    </a:ext>
                  </a:extLst>
                </p:cNvPr>
                <p:cNvCxnSpPr>
                  <a:cxnSpLocks/>
                </p:cNvCxnSpPr>
                <p:nvPr/>
              </p:nvCxnSpPr>
              <p:spPr>
                <a:xfrm flipH="false" flipV="true">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sp>
          <p:nvSpPr>
            <p:cNvPr descr="393a71e6-f234-4068-aa93-d626d59117c0" id="84" name="Title">
              <a:extLst>
                <a:ext uri="{FF2B5EF4-FFF2-40B4-BE49-F238E27FC236}">
                  <a16:creationId id="{39FC13C3-340B-FC8F-289C-1AC8FECAA947}"/>
                </a:ext>
              </a:extLst>
            </p:cNvPr>
            <p:cNvSpPr>
              <a:spLocks noChangeAspect="1"/>
            </p:cNvSpPr>
            <p:nvPr/>
          </p:nvSpPr>
          <p:spPr>
            <a:xfrm flipH="false" flipV="false">
              <a:off x="666750" y="1130300"/>
              <a:ext cx="10858500" cy="1002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r>
                <a:rPr b="true" i="false" lang="en-US" sz="4800" u="none">
                  <a:solidFill>
                    <a:srgbClr val="2F2F2F"/>
                  </a:solidFill>
                  <a:latin typeface="Arial"/>
                </a:rPr>
                <a:t/>
              </a:r>
            </a:p>
          </p:txBody>
        </p:sp>
        <p:grpSp>
          <p:nvGrpSpPr>
            <p:cNvPr descr="3d7d760a-0294-45c3-a383-2b2d508a22f3" id="5" name="组合 4">
              <a:extLst>
                <a:ext uri="{FF2B5EF4-FFF2-40B4-BE49-F238E27FC236}">
                  <a16:creationId id="{90B8F8B4-79BF-2F56-2F3A-B2F5474F568F}"/>
                </a:ext>
              </a:extLst>
            </p:cNvPr>
            <p:cNvGrpSpPr/>
            <p:nvPr/>
          </p:nvGrpSpPr>
          <p:grpSpPr>
            <a:xfrm>
              <a:off x="3987772" y="3650127"/>
              <a:ext cx="2108228" cy="1785484"/>
              <a:chOff x="3987772" y="3650127"/>
              <a:chExt cx="2108228" cy="1785484"/>
            </a:xfrm>
          </p:grpSpPr>
          <p:sp>
            <p:nvSpPr>
              <p:cNvPr descr="0d21d066-47c2-454b-b1ea-30bd1750ac1d" id="52" name="Number3">
                <a:extLst>
                  <a:ext uri="{FF2B5EF4-FFF2-40B4-BE49-F238E27FC236}">
                    <a16:creationId id="{9C5F2C3D-B1AB-40CC-E21D-781CA62B9623}"/>
                  </a:ext>
                </a:extLst>
              </p:cNvPr>
              <p:cNvSpPr/>
              <p:nvPr/>
            </p:nvSpPr>
            <p:spPr>
              <a:xfrm flipH="false" flipV="false">
                <a:off x="4765167" y="3650127"/>
                <a:ext cx="586504" cy="586504"/>
              </a:xfrm>
              <a:prstGeom prst="ellipse">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algn="tl" blurRad="127000" dir="2700000" dist="63500"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p>
                <a:pPr algn="ctr"/>
                <a:r>
                  <a:rPr b="true" i="false" lang="en-US" sz="1800" u="none">
                    <a:solidFill>
                      <a:srgbClr val="FFFFFF"/>
                    </a:solidFill>
                    <a:latin typeface="Arial"/>
                  </a:rPr>
                  <a:t>03</a:t>
                </a:r>
              </a:p>
            </p:txBody>
          </p:sp>
          <p:grpSp>
            <p:nvGrpSpPr>
              <p:cNvPr descr="d6d73d91-a778-4efd-8b62-79e1ba2744e4" id="91" name="组合 90">
                <a:extLst>
                  <a:ext uri="{FF2B5EF4-FFF2-40B4-BE49-F238E27FC236}">
                    <a16:creationId id="{875B6E1A-C5F4-24A4-EC25-0D55B388F0AF}"/>
                  </a:ext>
                </a:extLst>
              </p:cNvPr>
              <p:cNvGrpSpPr/>
              <p:nvPr/>
            </p:nvGrpSpPr>
            <p:grpSpPr>
              <a:xfrm>
                <a:off x="3987772" y="4236631"/>
                <a:ext cx="2108228" cy="1198980"/>
                <a:chOff x="1906502" y="4601292"/>
                <a:chExt cx="2108228" cy="1198980"/>
              </a:xfrm>
            </p:grpSpPr>
            <p:sp>
              <p:nvSpPr>
                <p:cNvPr descr="6888a6cd-ab45-4c05-86e7-9a89a6d60817" id="92" name="Bullet3">
                  <a:extLst>
                    <a:ext uri="{FF2B5EF4-FFF2-40B4-BE49-F238E27FC236}">
                      <a16:creationId id="{4463FF7D-ECE0-AC16-BA46-E4098DF95B34}"/>
                    </a:ext>
                  </a:extLst>
                </p:cNvPr>
                <p:cNvSpPr txBox="1"/>
                <p:nvPr/>
              </p:nvSpPr>
              <p:spPr>
                <a:xfrm flipH="false" flipV="false">
                  <a:off x="1906502" y="5090848"/>
                  <a:ext cx="2108228" cy="709424"/>
                </a:xfrm>
                <a:prstGeom prst="rect">
                  <a:avLst/>
                </a:prstGeom>
                <a:noFill/>
                <a:ln>
                  <a:noFill/>
                </a:ln>
              </p:spPr>
              <p:txBody>
                <a:bodyPr anchor="t" anchorCtr="false" bIns="45720" lIns="91440" rIns="91440" tIns="45720" wrap="square">
                  <a:normAutofit/>
                </a:bodyPr>
                <a:lstStyle/>
                <a:p>
                  <a:pPr algn="l">
                    <a:spcBef>
                      <a:spcPct val="0"/>
                    </a:spcBef>
                    <a:spcAft>
                      <a:spcPct val="0"/>
                    </a:spcAft>
                  </a:pPr>
                  <a:r>
                    <a:rPr b="true" i="false" lang="en-US" strike="noStrike" sz="1800" u="none">
                      <a:solidFill>
                        <a:srgbClr val="2F2F2F"/>
                      </a:solidFill>
                      <a:ea typeface="微软雅黑"/>
                    </a:rPr>
                    <a:t>偿债能力与资本结构的关系</a:t>
                  </a:r>
                </a:p>
              </p:txBody>
            </p:sp>
            <p:cxnSp>
              <p:nvCxnSpPr>
                <p:cNvPr descr="c4d1ac2a-d33a-439f-be98-d0a9fb88508b" id="94" name="直接连接符 93">
                  <a:extLst>
                    <a:ext uri="{FF2B5EF4-FFF2-40B4-BE49-F238E27FC236}">
                      <a16:creationId id="{0B6890B8-DFDC-C387-6CE8-27FE69F53476}"/>
                    </a:ext>
                  </a:extLst>
                </p:cNvPr>
                <p:cNvCxnSpPr>
                  <a:cxnSpLocks/>
                </p:cNvCxnSpPr>
                <p:nvPr/>
              </p:nvCxnSpPr>
              <p:spPr>
                <a:xfrm flipH="false" flipV="false">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descr="7b6030fe-dbb8-4174-a6cc-fac8c26aede8" id="6" name="组合 5">
              <a:extLst>
                <a:ext uri="{FF2B5EF4-FFF2-40B4-BE49-F238E27FC236}">
                  <a16:creationId id="{BCF5D0BA-3B6C-2B7D-8ECB-26DB449B0357}"/>
                </a:ext>
              </a:extLst>
            </p:cNvPr>
            <p:cNvGrpSpPr/>
            <p:nvPr/>
          </p:nvGrpSpPr>
          <p:grpSpPr>
            <a:xfrm>
              <a:off x="5680987" y="2441361"/>
              <a:ext cx="2108228" cy="1795270"/>
              <a:chOff x="5680987" y="2441361"/>
              <a:chExt cx="2108228" cy="1795270"/>
            </a:xfrm>
          </p:grpSpPr>
          <p:sp>
            <p:nvSpPr>
              <p:cNvPr descr="db58e591-5573-43e3-a843-d12ddf4441db" id="53" name="Number4">
                <a:extLst>
                  <a:ext uri="{FF2B5EF4-FFF2-40B4-BE49-F238E27FC236}">
                    <a16:creationId id="{771B8C0A-613C-A6ED-F850-B7B2EA155BF4}"/>
                  </a:ext>
                </a:extLst>
              </p:cNvPr>
              <p:cNvSpPr/>
              <p:nvPr/>
            </p:nvSpPr>
            <p:spPr>
              <a:xfrm flipH="false" flipV="false">
                <a:off x="6441849" y="3650127"/>
                <a:ext cx="586504" cy="586504"/>
              </a:xfrm>
              <a:prstGeom prst="ellipse">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algn="tl" blurRad="127000" dir="2700000" dist="63500"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FFFFFF"/>
                    </a:solidFill>
                    <a:latin typeface="Arial"/>
                  </a:rPr>
                  <a:t>04</a:t>
                </a:r>
              </a:p>
            </p:txBody>
          </p:sp>
          <p:grpSp>
            <p:nvGrpSpPr>
              <p:cNvPr descr="00b489df-334f-4645-aa39-1b0d5feaec40" id="95" name="组合 94">
                <a:extLst>
                  <a:ext uri="{FF2B5EF4-FFF2-40B4-BE49-F238E27FC236}">
                    <a16:creationId id="{06C30757-2C2F-8677-8A77-750800896B96}"/>
                  </a:ext>
                </a:extLst>
              </p:cNvPr>
              <p:cNvGrpSpPr/>
              <p:nvPr/>
            </p:nvGrpSpPr>
            <p:grpSpPr>
              <a:xfrm>
                <a:off x="5680987" y="2441361"/>
                <a:ext cx="2108228" cy="1205891"/>
                <a:chOff x="1900152" y="5316110"/>
                <a:chExt cx="2108228" cy="1205891"/>
              </a:xfrm>
            </p:grpSpPr>
            <p:sp>
              <p:nvSpPr>
                <p:cNvPr descr="8c38d45e-c971-4f68-bee4-2e3790b89743" id="96" name="Bullet4">
                  <a:extLst>
                    <a:ext uri="{FF2B5EF4-FFF2-40B4-BE49-F238E27FC236}">
                      <a16:creationId id="{2697C799-E926-4D22-DDAF-513E0A5DD13E}"/>
                    </a:ext>
                  </a:extLst>
                </p:cNvPr>
                <p:cNvSpPr txBox="1"/>
                <p:nvPr/>
              </p:nvSpPr>
              <p:spPr>
                <a:xfrm flipH="false" flipV="false">
                  <a:off x="1900152" y="5316110"/>
                  <a:ext cx="2108228" cy="709424"/>
                </a:xfrm>
                <a:prstGeom prst="rect">
                  <a:avLst/>
                </a:prstGeom>
                <a:noFill/>
                <a:ln>
                  <a:noFill/>
                </a:ln>
              </p:spPr>
              <p:txBody>
                <a:bodyPr anchor="b" anchorCtr="false" bIns="45720" lIns="91440" rIns="91440" tIns="45720" wrap="square">
                  <a:normAutofit/>
                </a:bodyPr>
                <a:lstStyle/>
                <a:p>
                  <a:pPr algn="l">
                    <a:spcBef>
                      <a:spcPct val="0"/>
                    </a:spcBef>
                    <a:spcAft>
                      <a:spcPct val="0"/>
                    </a:spcAft>
                  </a:pPr>
                  <a:r>
                    <a:rPr b="true" i="false" lang="en-US" strike="noStrike" sz="1800" u="none">
                      <a:solidFill>
                        <a:srgbClr val="2F2F2F"/>
                      </a:solidFill>
                      <a:ea typeface="微软雅黑"/>
                    </a:rPr>
                    <a:t>提高偿债能力的策略</a:t>
                  </a:r>
                </a:p>
              </p:txBody>
            </p:sp>
            <p:cxnSp>
              <p:nvCxnSpPr>
                <p:cNvPr descr="7eb4af13-1d6e-4833-97c3-ca6ea10c1836" id="98" name="直接连接符 97">
                  <a:extLst>
                    <a:ext uri="{FF2B5EF4-FFF2-40B4-BE49-F238E27FC236}">
                      <a16:creationId id="{4932436E-120D-78F4-40BA-1574046CBED0}"/>
                    </a:ext>
                  </a:extLst>
                </p:cNvPr>
                <p:cNvCxnSpPr>
                  <a:cxnSpLocks/>
                </p:cNvCxnSpPr>
                <p:nvPr/>
              </p:nvCxnSpPr>
              <p:spPr>
                <a:xfrm flipH="false" flipV="true">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descr="6bc809fb-05ad-498f-82e5-1fc4a89c6b17" id="7" name="组合 6">
              <a:extLst>
                <a:ext uri="{FF2B5EF4-FFF2-40B4-BE49-F238E27FC236}">
                  <a16:creationId id="{E993C282-FF37-015D-9A64-2D15A8265A41}"/>
                </a:ext>
              </a:extLst>
            </p:cNvPr>
            <p:cNvGrpSpPr/>
            <p:nvPr/>
          </p:nvGrpSpPr>
          <p:grpSpPr>
            <a:xfrm>
              <a:off x="7364019" y="3650127"/>
              <a:ext cx="2108228" cy="1785484"/>
              <a:chOff x="7364019" y="3650127"/>
              <a:chExt cx="2108228" cy="1785484"/>
            </a:xfrm>
          </p:grpSpPr>
          <p:sp>
            <p:nvSpPr>
              <p:cNvPr descr="7acfe438-9c3a-4843-a223-e19018d50aa0" id="54" name="Number5">
                <a:extLst>
                  <a:ext uri="{FF2B5EF4-FFF2-40B4-BE49-F238E27FC236}">
                    <a16:creationId id="{4ED75C88-A748-CC22-D114-8CDDFB694522}"/>
                  </a:ext>
                </a:extLst>
              </p:cNvPr>
              <p:cNvSpPr/>
              <p:nvPr/>
            </p:nvSpPr>
            <p:spPr>
              <a:xfrm flipH="false" flipV="false">
                <a:off x="8118531" y="3650127"/>
                <a:ext cx="586504" cy="586504"/>
              </a:xfrm>
              <a:prstGeom prst="ellipse">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algn="tl" blurRad="127000" dir="2700000" dist="63500"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p>
                <a:pPr algn="ctr"/>
                <a:r>
                  <a:rPr b="true" i="false" lang="en-US" sz="1800" u="none">
                    <a:solidFill>
                      <a:srgbClr val="FFFFFF"/>
                    </a:solidFill>
                    <a:latin typeface="Arial"/>
                  </a:rPr>
                  <a:t>05</a:t>
                </a:r>
              </a:p>
            </p:txBody>
          </p:sp>
          <p:grpSp>
            <p:nvGrpSpPr>
              <p:cNvPr descr="2a2e505d-ff8d-4721-9f70-85a70518a5c1" id="99" name="组合 98">
                <a:extLst>
                  <a:ext uri="{FF2B5EF4-FFF2-40B4-BE49-F238E27FC236}">
                    <a16:creationId id="{103E8423-CBEA-48A7-70D0-2E46B29E74C9}"/>
                  </a:ext>
                </a:extLst>
              </p:cNvPr>
              <p:cNvGrpSpPr/>
              <p:nvPr/>
            </p:nvGrpSpPr>
            <p:grpSpPr>
              <a:xfrm>
                <a:off x="7364019" y="4236631"/>
                <a:ext cx="2108228" cy="1198980"/>
                <a:chOff x="1906502" y="4601292"/>
                <a:chExt cx="2108228" cy="1198980"/>
              </a:xfrm>
            </p:grpSpPr>
            <p:sp>
              <p:nvSpPr>
                <p:cNvPr descr="8c7953b6-fb7a-4ea9-9af6-3702dce452ca" id="100" name="Bullet5">
                  <a:extLst>
                    <a:ext uri="{FF2B5EF4-FFF2-40B4-BE49-F238E27FC236}">
                      <a16:creationId id="{0D088875-EE1D-A8FD-909E-F0B685213418}"/>
                    </a:ext>
                  </a:extLst>
                </p:cNvPr>
                <p:cNvSpPr txBox="1"/>
                <p:nvPr/>
              </p:nvSpPr>
              <p:spPr>
                <a:xfrm flipH="false" flipV="false">
                  <a:off x="1906502" y="5090848"/>
                  <a:ext cx="2108228" cy="709424"/>
                </a:xfrm>
                <a:prstGeom prst="rect">
                  <a:avLst/>
                </a:prstGeom>
                <a:noFill/>
                <a:ln>
                  <a:noFill/>
                </a:ln>
              </p:spPr>
              <p:txBody>
                <a:bodyPr anchor="t" anchorCtr="false" bIns="45720" lIns="91440" rIns="91440" tIns="45720" wrap="square">
                  <a:normAutofit/>
                </a:bodyPr>
                <a:lstStyle/>
                <a:p>
                  <a:pPr algn="l">
                    <a:spcBef>
                      <a:spcPct val="0"/>
                    </a:spcBef>
                    <a:spcAft>
                      <a:spcPct val="0"/>
                    </a:spcAft>
                  </a:pPr>
                  <a:r>
                    <a:rPr b="true" i="false" lang="en-US" strike="noStrike" sz="1800" u="none">
                      <a:solidFill>
                        <a:srgbClr val="2F2F2F"/>
                      </a:solidFill>
                      <a:ea typeface="微软雅黑"/>
                    </a:rPr>
                    <a:t>优化资本结构的策略</a:t>
                  </a:r>
                </a:p>
              </p:txBody>
            </p:sp>
            <p:cxnSp>
              <p:nvCxnSpPr>
                <p:cNvPr descr="a80f89a8-3f57-463b-9085-72182965b3cd" id="102" name="直接连接符 101">
                  <a:extLst>
                    <a:ext uri="{FF2B5EF4-FFF2-40B4-BE49-F238E27FC236}">
                      <a16:creationId id="{3F36DC1A-CE3C-ABAF-4586-0C91B81D80CF}"/>
                    </a:ext>
                  </a:extLst>
                </p:cNvPr>
                <p:cNvCxnSpPr>
                  <a:cxnSpLocks/>
                </p:cNvCxnSpPr>
                <p:nvPr/>
              </p:nvCxnSpPr>
              <p:spPr>
                <a:xfrm flipH="false" flipV="false">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descr="cd8bb8a9-11ea-4dff-bbba-6afd03eeaa89" id="8" name="组合 7">
              <a:extLst>
                <a:ext uri="{FF2B5EF4-FFF2-40B4-BE49-F238E27FC236}">
                  <a16:creationId id="{29B3F5CB-8ABD-5A27-075E-51A157A03A9C}"/>
                </a:ext>
              </a:extLst>
            </p:cNvPr>
            <p:cNvGrpSpPr/>
            <p:nvPr/>
          </p:nvGrpSpPr>
          <p:grpSpPr>
            <a:xfrm>
              <a:off x="9034351" y="2441361"/>
              <a:ext cx="2108228" cy="1795270"/>
              <a:chOff x="9034351" y="2441361"/>
              <a:chExt cx="2108228" cy="1795270"/>
            </a:xfrm>
          </p:grpSpPr>
          <p:sp>
            <p:nvSpPr>
              <p:cNvPr descr="c93b93d3-6ff1-4344-a19f-50d20e97d7cf" id="55" name="Number6">
                <a:extLst>
                  <a:ext uri="{FF2B5EF4-FFF2-40B4-BE49-F238E27FC236}">
                    <a16:creationId id="{65FDF964-2310-19D3-7F86-3C35B2FCC626}"/>
                  </a:ext>
                </a:extLst>
              </p:cNvPr>
              <p:cNvSpPr/>
              <p:nvPr/>
            </p:nvSpPr>
            <p:spPr>
              <a:xfrm flipH="false" flipV="false">
                <a:off x="9795213" y="3650127"/>
                <a:ext cx="586504" cy="586504"/>
              </a:xfrm>
              <a:prstGeom prst="ellipse">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algn="tl" blurRad="127000" dir="2700000" dist="63500"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FFFFFF"/>
                    </a:solidFill>
                    <a:latin typeface="Arial"/>
                  </a:rPr>
                  <a:t>06</a:t>
                </a:r>
              </a:p>
            </p:txBody>
          </p:sp>
          <p:grpSp>
            <p:nvGrpSpPr>
              <p:cNvPr descr="f39782c7-ac70-4c36-964e-597f48bf0cc7" id="107" name="组合 106">
                <a:extLst>
                  <a:ext uri="{FF2B5EF4-FFF2-40B4-BE49-F238E27FC236}">
                    <a16:creationId id="{CEB6AC9A-3F27-2467-6360-EFF1FDE19980}"/>
                  </a:ext>
                </a:extLst>
              </p:cNvPr>
              <p:cNvGrpSpPr/>
              <p:nvPr/>
            </p:nvGrpSpPr>
            <p:grpSpPr>
              <a:xfrm>
                <a:off x="9034351" y="2441361"/>
                <a:ext cx="2108228" cy="1205891"/>
                <a:chOff x="1900152" y="5316110"/>
                <a:chExt cx="2108228" cy="1205891"/>
              </a:xfrm>
            </p:grpSpPr>
            <p:sp>
              <p:nvSpPr>
                <p:cNvPr descr="4c27300d-5088-4def-ba30-606f9730613a" id="108" name="Bullet6">
                  <a:extLst>
                    <a:ext uri="{FF2B5EF4-FFF2-40B4-BE49-F238E27FC236}">
                      <a16:creationId id="{1B413D9A-6E0E-DE59-D617-ED90A6277DFB}"/>
                    </a:ext>
                  </a:extLst>
                </p:cNvPr>
                <p:cNvSpPr txBox="1"/>
                <p:nvPr/>
              </p:nvSpPr>
              <p:spPr>
                <a:xfrm flipH="false" flipV="false">
                  <a:off x="1900152" y="5316110"/>
                  <a:ext cx="2108228" cy="709424"/>
                </a:xfrm>
                <a:prstGeom prst="rect">
                  <a:avLst/>
                </a:prstGeom>
                <a:noFill/>
                <a:ln>
                  <a:noFill/>
                </a:ln>
              </p:spPr>
              <p:txBody>
                <a:bodyPr anchor="b" anchorCtr="false" bIns="45720" lIns="91440" rIns="91440" tIns="45720" wrap="square">
                  <a:normAutofit/>
                </a:bodyPr>
                <a:lstStyle/>
                <a:p>
                  <a:pPr algn="l">
                    <a:spcBef>
                      <a:spcPct val="0"/>
                    </a:spcBef>
                    <a:spcAft>
                      <a:spcPct val="0"/>
                    </a:spcAft>
                  </a:pPr>
                  <a:r>
                    <a:rPr b="true" i="false" lang="en-US" strike="noStrike" sz="1800" u="none">
                      <a:solidFill>
                        <a:srgbClr val="2F2F2F"/>
                      </a:solidFill>
                      <a:ea typeface="微软雅黑"/>
                    </a:rPr>
                    <a:t>实际案例分析</a:t>
                  </a:r>
                </a:p>
              </p:txBody>
            </p:sp>
            <p:cxnSp>
              <p:nvCxnSpPr>
                <p:cNvPr descr="c4489d52-d6de-418b-a834-c4ac4069d7a1" id="110" name="直接连接符 109">
                  <a:extLst>
                    <a:ext uri="{FF2B5EF4-FFF2-40B4-BE49-F238E27FC236}">
                      <a16:creationId id="{DF17BFA1-619D-2349-3B8F-F66B1163232F}"/>
                    </a:ext>
                  </a:extLst>
                </p:cNvPr>
                <p:cNvCxnSpPr>
                  <a:cxnSpLocks/>
                </p:cNvCxnSpPr>
                <p:nvPr/>
              </p:nvCxnSpPr>
              <p:spPr>
                <a:xfrm flipH="false" flipV="true">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目录</a:t>
            </a:r>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1c4e745d-d1b6-4325-bad4-6bc3a7a0ebce" id="5" name=""/>
          <p:cNvSpPr>
            <a:spLocks noGrp="1"/>
          </p:cNvSpPr>
          <p:nvPr>
            <p:ph hasCustomPrompt="1" type="title"/>
          </p:nvPr>
        </p:nvSpPr>
        <p:spPr/>
        <p:txBody>
          <a:bodyPr anchorCtr="false"/>
          <a:lstStyle/>
          <a:p>
            <a:pPr algn="r">
              <a:lnSpc>
                <a:spcPct val="100000"/>
              </a:lnSpc>
              <a:spcBef>
                <a:spcPct val="0"/>
              </a:spcBef>
            </a:pPr>
            <a:r>
              <a:rPr b="true" i="false" lang="en-US" sz="3200" u="none">
                <a:solidFill>
                  <a:srgbClr val="2F2F2F"/>
                </a:solidFill>
                <a:ea typeface="微软雅黑"/>
              </a:rPr>
              <a:t>偿债能力概述</a:t>
            </a:r>
          </a:p>
        </p:txBody>
      </p:sp>
      <p:sp>
        <p:nvSpPr>
          <p:cNvPr descr="86fb887e-410a-4576-994b-4880395bdc51" id="25" name=""/>
          <p:cNvSpPr>
            <a:spLocks noGrp="1"/>
          </p:cNvSpPr>
          <p:nvPr>
            <p:ph hasCustomPrompt="1" idx="1" sz="quarter" type="body"/>
          </p:nvPr>
        </p:nvSpPr>
        <p:spPr/>
        <p:txBody>
          <a:bodyPr anchorCtr="false"/>
          <a:lstStyle/>
          <a:p>
            <a:pPr algn="r">
              <a:lnSpc>
                <a:spcPct val="120000"/>
              </a:lnSpc>
              <a:spcBef>
                <a:spcPts val="1000"/>
              </a:spcBef>
            </a:pPr>
            <a:r>
              <a:rPr b="false" i="false" lang="en-US" sz="2000" u="none">
                <a:solidFill>
                  <a:srgbClr val="2F2F2F"/>
                </a:solidFill>
                <a:ea typeface="微软雅黑"/>
              </a:rPr>
              <a:t>了解偿债能力的基本概念、重要性及衡量指标</a:t>
            </a:r>
          </a:p>
        </p:txBody>
      </p:sp>
    </p:spTree>
  </p:cSld>
  <p:clrMapOvr>
    <a:masterClrMapping/>
  </p:clrMapOvr>
</p:sld>
</file>

<file path=ppt/slides/slide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3479bd9d-65de-49ef-bd76-17a900363d94" id="16" name="5d576868-6538-4c78-92df-8e8cb28df3f3.source.4.zh-Hans.pptx">
            <a:extLst>
              <a:ext uri="{FF2B5EF4-FFF2-40B4-BE49-F238E27FC236}">
                <a16:creationId id="{6BA69599-A03D-7BA7-64B6-25A3F253B59F}"/>
              </a:ext>
            </a:extLst>
          </p:cNvPr>
          <p:cNvGrpSpPr/>
          <p:nvPr/>
        </p:nvGrpSpPr>
        <p:grpSpPr>
          <a:xfrm>
            <a:off x="660399" y="1130301"/>
            <a:ext cx="10858501" cy="5003799"/>
            <a:chOff x="660399" y="1130301"/>
            <a:chExt cx="10858501" cy="5003799"/>
          </a:xfrm>
        </p:grpSpPr>
        <p:sp>
          <p:nvSpPr>
            <p:cNvPr descr="49590c5d-920e-416b-b659-9ee1d48d7b34" id="116" name="任意多边形: 形状 115">
              <a:extLst>
                <a:ext uri="{FF2B5EF4-FFF2-40B4-BE49-F238E27FC236}">
                  <a16:creationId id="{C2C7B7ED-EA78-6567-8C59-4717714F4D10}"/>
                </a:ext>
              </a:extLst>
            </p:cNvPr>
            <p:cNvSpPr/>
            <p:nvPr/>
          </p:nvSpPr>
          <p:spPr>
            <a:xfrm flipH="false" flipV="false">
              <a:off x="6483460" y="2893958"/>
              <a:ext cx="1590782" cy="686499"/>
            </a:xfrm>
            <a:custGeom>
              <a:avLst/>
              <a:gdLst>
                <a:gd fmla="*/ 2627567 w 2627566" name="connsiteX0"/>
                <a:gd fmla="*/ 528161 h 1261967" name="connsiteY0"/>
                <a:gd fmla="*/ 2398205 w 2627566" name="connsiteX1"/>
                <a:gd fmla="*/ 1054037 h 1261967" name="connsiteY1"/>
                <a:gd fmla="*/ 1892332 w 2627566" name="connsiteX2"/>
                <a:gd fmla="*/ 1261967 h 1261967" name="connsiteY2"/>
                <a:gd fmla="*/ 1313021 w 2627566" name="connsiteX3"/>
                <a:gd fmla="*/ 1038225 h 1261967" name="connsiteY3"/>
                <a:gd fmla="*/ 734568 w 2627566" name="connsiteX4"/>
                <a:gd fmla="*/ 1261110 h 1261967" name="connsiteY4"/>
                <a:gd fmla="*/ 578167 w 2627566" name="connsiteX5"/>
                <a:gd fmla="*/ 720947 h 1261967" name="connsiteY5"/>
                <a:gd fmla="*/ 0 w 2627566" name="connsiteX6"/>
                <a:gd fmla="*/ 526733 h 1261967" name="connsiteY6"/>
                <a:gd fmla="*/ 1313021 w 2627566" name="connsiteX7"/>
                <a:gd fmla="*/ 0 h 1261967" name="connsiteY7"/>
                <a:gd fmla="*/ 2627567 w 2627566" name="connsiteX8"/>
                <a:gd fmla="*/ 528161 h 126196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261967" w="2627566">
                  <a:moveTo>
                    <a:pt x="2627567" y="528161"/>
                  </a:moveTo>
                  <a:lnTo>
                    <a:pt x="2398205" y="1054037"/>
                  </a:lnTo>
                  <a:lnTo>
                    <a:pt x="1892332" y="1261967"/>
                  </a:lnTo>
                  <a:cubicBezTo>
                    <a:pt x="1733360" y="1117378"/>
                    <a:pt x="1529239" y="1038225"/>
                    <a:pt x="1313021" y="1038225"/>
                  </a:cubicBezTo>
                  <a:cubicBezTo>
                    <a:pt x="1097185" y="1038225"/>
                    <a:pt x="893350" y="1117092"/>
                    <a:pt x="734568" y="1261110"/>
                  </a:cubicBezTo>
                  <a:lnTo>
                    <a:pt x="578167" y="720947"/>
                  </a:lnTo>
                  <a:lnTo>
                    <a:pt x="0" y="526733"/>
                  </a:lnTo>
                  <a:cubicBezTo>
                    <a:pt x="355187" y="186785"/>
                    <a:pt x="819721" y="0"/>
                    <a:pt x="1313021" y="0"/>
                  </a:cubicBezTo>
                  <a:cubicBezTo>
                    <a:pt x="1806988" y="0"/>
                    <a:pt x="2272189" y="187166"/>
                    <a:pt x="2627567" y="528161"/>
                  </a:cubicBez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dee51d99-a636-4ed9-ab9f-5317d0b0734c" id="117" name="任意多边形: 形状 116">
              <a:extLst>
                <a:ext uri="{FF2B5EF4-FFF2-40B4-BE49-F238E27FC236}">
                  <a16:creationId id="{FCFC4D56-8BDF-59F6-B45A-7C43A9FFC6FC}"/>
                </a:ext>
              </a:extLst>
            </p:cNvPr>
            <p:cNvSpPr/>
            <p:nvPr/>
          </p:nvSpPr>
          <p:spPr>
            <a:xfrm flipH="false" flipV="false">
              <a:off x="5300379" y="3212155"/>
              <a:ext cx="1590263" cy="686757"/>
            </a:xfrm>
            <a:custGeom>
              <a:avLst/>
              <a:gdLst>
                <a:gd fmla="*/ 2626710 w 2626709" name="connsiteX0"/>
                <a:gd fmla="*/ 736092 h 1262443" name="connsiteY0"/>
                <a:gd fmla="*/ 2041303 w 2626709" name="connsiteX1"/>
                <a:gd fmla="*/ 1117759 h 1262443" name="connsiteY1"/>
                <a:gd fmla="*/ 1314164 w 2626709" name="connsiteX2"/>
                <a:gd fmla="*/ 1262444 h 1262443" name="connsiteY2"/>
                <a:gd fmla="*/ 587026 w 2626709" name="connsiteX3"/>
                <a:gd fmla="*/ 1117759 h 1262443" name="connsiteY3"/>
                <a:gd fmla="*/ 0 w 2626709" name="connsiteX4"/>
                <a:gd fmla="*/ 734473 h 1262443" name="connsiteY4"/>
                <a:gd fmla="*/ 529114 w 2626709" name="connsiteX5"/>
                <a:gd fmla="*/ 506159 h 1262443" name="connsiteY5"/>
                <a:gd fmla="*/ 734378 w 2626709" name="connsiteX6"/>
                <a:gd fmla="*/ 0 h 1262443" name="connsiteY6"/>
                <a:gd fmla="*/ 1314164 w 2626709" name="connsiteX7"/>
                <a:gd fmla="*/ 224218 h 1262443" name="connsiteY7"/>
                <a:gd fmla="*/ 1892332 w 2626709" name="connsiteX8"/>
                <a:gd fmla="*/ 1429 h 1262443" name="connsiteY8"/>
                <a:gd fmla="*/ 2470213 w 2626709" name="connsiteX9"/>
                <a:gd fmla="*/ 195548 h 1262443" name="connsiteY9"/>
                <a:gd fmla="*/ 2626710 w 2626709" name="connsiteX10"/>
                <a:gd fmla="*/ 736092 h 1262443"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1262443" w="2626709">
                  <a:moveTo>
                    <a:pt x="2626710" y="736092"/>
                  </a:moveTo>
                  <a:cubicBezTo>
                    <a:pt x="2456403" y="899065"/>
                    <a:pt x="2259616" y="1027271"/>
                    <a:pt x="2041303" y="1117759"/>
                  </a:cubicBezTo>
                  <a:cubicBezTo>
                    <a:pt x="1809655" y="1213676"/>
                    <a:pt x="1564957" y="1262444"/>
                    <a:pt x="1314164" y="1262444"/>
                  </a:cubicBezTo>
                  <a:cubicBezTo>
                    <a:pt x="1063371" y="1262444"/>
                    <a:pt x="818674" y="1213676"/>
                    <a:pt x="587026" y="1117759"/>
                  </a:cubicBezTo>
                  <a:cubicBezTo>
                    <a:pt x="367951" y="1026985"/>
                    <a:pt x="170688" y="898208"/>
                    <a:pt x="0" y="734473"/>
                  </a:cubicBezTo>
                  <a:lnTo>
                    <a:pt x="529114" y="506159"/>
                  </a:lnTo>
                  <a:lnTo>
                    <a:pt x="734378" y="0"/>
                  </a:lnTo>
                  <a:cubicBezTo>
                    <a:pt x="893350" y="144875"/>
                    <a:pt x="1097661" y="224218"/>
                    <a:pt x="1314164" y="224218"/>
                  </a:cubicBezTo>
                  <a:cubicBezTo>
                    <a:pt x="1529906" y="224218"/>
                    <a:pt x="1733550" y="145351"/>
                    <a:pt x="1892332" y="1429"/>
                  </a:cubicBezTo>
                  <a:lnTo>
                    <a:pt x="2470213" y="195548"/>
                  </a:lnTo>
                  <a:lnTo>
                    <a:pt x="2626710" y="736092"/>
                  </a:ln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03d3d44b-a56e-45a7-a5c9-90c6c7976ef6" id="119" name="任意多边形: 形状 118">
              <a:extLst>
                <a:ext uri="{FF2B5EF4-FFF2-40B4-BE49-F238E27FC236}">
                  <a16:creationId id="{53FFA6DF-5649-E804-C1EA-2696C1FE1F78}"/>
                </a:ext>
              </a:extLst>
            </p:cNvPr>
            <p:cNvSpPr/>
            <p:nvPr/>
          </p:nvSpPr>
          <p:spPr>
            <a:xfrm flipH="false" flipV="false">
              <a:off x="7664466" y="3212777"/>
              <a:ext cx="764366" cy="1430149"/>
            </a:xfrm>
            <a:custGeom>
              <a:avLst/>
              <a:gdLst>
                <a:gd fmla="*/ 1262539 w 1262538" name="connsiteX0"/>
                <a:gd fmla="*/ 1314164 h 2628995" name="connsiteY0"/>
                <a:gd fmla="*/ 734187 w 1262538" name="connsiteX1"/>
                <a:gd fmla="*/ 2628995 h 2628995" name="connsiteY1"/>
                <a:gd fmla="*/ 220027 w 1262538" name="connsiteX2"/>
                <a:gd fmla="*/ 2390680 h 2628995" name="connsiteY2"/>
                <a:gd fmla="*/ 381 w 1262538" name="connsiteX3"/>
                <a:gd fmla="*/ 1893856 h 2628995" name="connsiteY3"/>
                <a:gd fmla="*/ 0 w 1262538" name="connsiteX4"/>
                <a:gd fmla="*/ 734187 h 2628995" name="connsiteY4"/>
                <a:gd fmla="*/ 505015 w 1262538" name="connsiteX5"/>
                <a:gd fmla="*/ 526733 h 2628995" name="connsiteY5"/>
                <a:gd fmla="*/ 734758 w 1262538" name="connsiteX6"/>
                <a:gd fmla="*/ 0 h 2628995" name="connsiteY6"/>
                <a:gd fmla="*/ 1262539 w 1262538" name="connsiteX7"/>
                <a:gd fmla="*/ 1314164 h 2628995" name="connsiteY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b="b" l="l" r="r" t="t"/>
              <a:pathLst>
                <a:path h="2628995" w="1262538">
                  <a:moveTo>
                    <a:pt x="1262539" y="1314164"/>
                  </a:moveTo>
                  <a:cubicBezTo>
                    <a:pt x="1262539" y="1808321"/>
                    <a:pt x="1075277" y="2273618"/>
                    <a:pt x="734187" y="2628995"/>
                  </a:cubicBezTo>
                  <a:lnTo>
                    <a:pt x="220027" y="2390680"/>
                  </a:lnTo>
                  <a:lnTo>
                    <a:pt x="381" y="1893856"/>
                  </a:lnTo>
                  <a:cubicBezTo>
                    <a:pt x="298513" y="1565910"/>
                    <a:pt x="298418" y="1061942"/>
                    <a:pt x="0" y="734187"/>
                  </a:cubicBezTo>
                  <a:lnTo>
                    <a:pt x="505015" y="526733"/>
                  </a:lnTo>
                  <a:lnTo>
                    <a:pt x="734758" y="0"/>
                  </a:lnTo>
                  <a:cubicBezTo>
                    <a:pt x="1075468" y="355283"/>
                    <a:pt x="1262539" y="820388"/>
                    <a:pt x="1262539" y="1314164"/>
                  </a:cubicBez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f7f86946-0726-4635-aa6d-0942e4bdbd68" id="120" name="任意多边形: 形状 119">
              <a:extLst>
                <a:ext uri="{FF2B5EF4-FFF2-40B4-BE49-F238E27FC236}">
                  <a16:creationId id="{0EC458FF-F6E2-6A37-954C-1B805608A577}"/>
                </a:ext>
              </a:extLst>
            </p:cNvPr>
            <p:cNvSpPr/>
            <p:nvPr/>
          </p:nvSpPr>
          <p:spPr>
            <a:xfrm flipH="false" flipV="false">
              <a:off x="6482883" y="4274469"/>
              <a:ext cx="1591359" cy="686447"/>
            </a:xfrm>
            <a:custGeom>
              <a:avLst/>
              <a:gdLst>
                <a:gd fmla="*/ 2628519 w 2628519" name="connsiteX0"/>
                <a:gd fmla="*/ 734663 h 1261872" name="connsiteY0"/>
                <a:gd fmla="*/ 1313974 w 2628519" name="connsiteX1"/>
                <a:gd fmla="*/ 1261872 h 1261872" name="connsiteY1"/>
                <a:gd fmla="*/ 0 w 2628519" name="connsiteX2"/>
                <a:gd fmla="*/ 735235 h 1261872" name="connsiteY2"/>
                <a:gd fmla="*/ 197263 w 2628519" name="connsiteX3"/>
                <a:gd fmla="*/ 223838 h 1261872" name="connsiteY3"/>
                <a:gd fmla="*/ 734759 w 2628519" name="connsiteX4"/>
                <a:gd fmla="*/ 857 h 1261872" name="connsiteY4"/>
                <a:gd fmla="*/ 1894237 w 2628519" name="connsiteX5"/>
                <a:gd fmla="*/ 0 h 1261872" name="connsiteY5"/>
                <a:gd fmla="*/ 2113598 w 2628519" name="connsiteX6"/>
                <a:gd fmla="*/ 496062 h 1261872" name="connsiteY6"/>
                <a:gd fmla="*/ 2628519 w 2628519" name="connsiteX7"/>
                <a:gd fmla="*/ 734663 h 1261872" name="connsiteY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b="b" l="l" r="r" t="t"/>
              <a:pathLst>
                <a:path h="1261872" w="2628519">
                  <a:moveTo>
                    <a:pt x="2628519" y="734663"/>
                  </a:moveTo>
                  <a:cubicBezTo>
                    <a:pt x="2261902" y="1086136"/>
                    <a:pt x="1787938" y="1261872"/>
                    <a:pt x="1313974" y="1261872"/>
                  </a:cubicBezTo>
                  <a:cubicBezTo>
                    <a:pt x="840200" y="1261872"/>
                    <a:pt x="366617" y="1086326"/>
                    <a:pt x="0" y="735235"/>
                  </a:cubicBezTo>
                  <a:lnTo>
                    <a:pt x="197263" y="223838"/>
                  </a:lnTo>
                  <a:lnTo>
                    <a:pt x="734759" y="857"/>
                  </a:lnTo>
                  <a:cubicBezTo>
                    <a:pt x="1062514" y="298799"/>
                    <a:pt x="1566577" y="298513"/>
                    <a:pt x="1894237" y="0"/>
                  </a:cubicBezTo>
                  <a:lnTo>
                    <a:pt x="2113598" y="496062"/>
                  </a:lnTo>
                  <a:lnTo>
                    <a:pt x="2628519" y="734663"/>
                  </a:ln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7e15c82c-caf5-499e-ba31-7d33f52da143" id="115" name="任意多边形: 形状 114">
              <a:extLst>
                <a:ext uri="{FF2B5EF4-FFF2-40B4-BE49-F238E27FC236}">
                  <a16:creationId id="{4B8B247F-BFE4-DB0F-9100-8A94CA00B0EA}"/>
                </a:ext>
              </a:extLst>
            </p:cNvPr>
            <p:cNvSpPr/>
            <p:nvPr/>
          </p:nvSpPr>
          <p:spPr>
            <a:xfrm flipH="false" flipV="false">
              <a:off x="3763169" y="3212829"/>
              <a:ext cx="764020" cy="1429579"/>
            </a:xfrm>
            <a:custGeom>
              <a:avLst/>
              <a:gdLst>
                <a:gd fmla="*/ 1261967 w 1261967" name="connsiteX0"/>
                <a:gd fmla="*/ 1893665 h 2627947" name="connsiteY0"/>
                <a:gd fmla="*/ 745998 w 1261967" name="connsiteX1"/>
                <a:gd fmla="*/ 2085404 h 2627947" name="connsiteY1"/>
                <a:gd fmla="*/ 527495 w 1261967" name="connsiteX2"/>
                <a:gd fmla="*/ 2627948 h 2627947" name="connsiteY2"/>
                <a:gd fmla="*/ 0 w 1261967" name="connsiteX3"/>
                <a:gd fmla="*/ 1314069 h 2627947" name="connsiteY3"/>
                <a:gd fmla="*/ 527685 w 1261967" name="connsiteX4"/>
                <a:gd fmla="*/ 0 h 2627947" name="connsiteY4"/>
                <a:gd fmla="*/ 1073277 w 1261967" name="connsiteX5"/>
                <a:gd fmla="*/ 215075 h 2627947" name="connsiteY5"/>
                <a:gd fmla="*/ 1261301 w 1261967" name="connsiteX6"/>
                <a:gd fmla="*/ 735330 h 2627947" name="connsiteY6"/>
                <a:gd fmla="*/ 1038225 w 1261967" name="connsiteX7"/>
                <a:gd fmla="*/ 1314069 h 2627947" name="connsiteY7"/>
                <a:gd fmla="*/ 1261967 w 1261967" name="connsiteX8"/>
                <a:gd fmla="*/ 1893665 h 262794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2627947" w="1261967">
                  <a:moveTo>
                    <a:pt x="1261967" y="1893665"/>
                  </a:moveTo>
                  <a:lnTo>
                    <a:pt x="745998" y="2085404"/>
                  </a:lnTo>
                  <a:lnTo>
                    <a:pt x="527495" y="2627948"/>
                  </a:lnTo>
                  <a:cubicBezTo>
                    <a:pt x="186976" y="2272665"/>
                    <a:pt x="0" y="1807750"/>
                    <a:pt x="0" y="1314069"/>
                  </a:cubicBezTo>
                  <a:cubicBezTo>
                    <a:pt x="0" y="820293"/>
                    <a:pt x="187071" y="355282"/>
                    <a:pt x="527685" y="0"/>
                  </a:cubicBezTo>
                  <a:lnTo>
                    <a:pt x="1073277" y="215075"/>
                  </a:lnTo>
                  <a:lnTo>
                    <a:pt x="1261301" y="735330"/>
                  </a:lnTo>
                  <a:cubicBezTo>
                    <a:pt x="1117092" y="894112"/>
                    <a:pt x="1038225" y="1098042"/>
                    <a:pt x="1038225" y="1314069"/>
                  </a:cubicBezTo>
                  <a:cubicBezTo>
                    <a:pt x="1038225" y="1530477"/>
                    <a:pt x="1117378" y="1734693"/>
                    <a:pt x="1261967" y="1893665"/>
                  </a:cubicBez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d252b811-9722-4f9c-ab87-66be7a60c74d" id="118" name="任意多边形: 形状 117">
              <a:extLst>
                <a:ext uri="{FF2B5EF4-FFF2-40B4-BE49-F238E27FC236}">
                  <a16:creationId id="{D7F888F7-C478-A28A-B279-DCF6A77D66FD}"/>
                </a:ext>
              </a:extLst>
            </p:cNvPr>
            <p:cNvSpPr/>
            <p:nvPr/>
          </p:nvSpPr>
          <p:spPr>
            <a:xfrm flipH="false" flipV="false">
              <a:off x="4118220" y="2893958"/>
              <a:ext cx="1591012" cy="686602"/>
            </a:xfrm>
            <a:custGeom>
              <a:avLst/>
              <a:gdLst>
                <a:gd fmla="*/ 2627948 w 2627947" name="connsiteX0"/>
                <a:gd fmla="*/ 527876 h 1262157" name="connsiteY0"/>
                <a:gd fmla="*/ 2422874 w 2627947" name="connsiteX1"/>
                <a:gd fmla="*/ 1033463 h 1262157" name="connsiteY1"/>
                <a:gd fmla="*/ 1893284 w 2627947" name="connsiteX2"/>
                <a:gd fmla="*/ 1262158 h 1262157" name="connsiteY2"/>
                <a:gd fmla="*/ 1313783 w 2627947" name="connsiteX3"/>
                <a:gd fmla="*/ 1038225 h 1262157" name="connsiteY3"/>
                <a:gd fmla="*/ 734282 w 2627947" name="connsiteX4"/>
                <a:gd fmla="*/ 1262063 h 1262157" name="connsiteY4"/>
                <a:gd fmla="*/ 546830 w 2627947" name="connsiteX5"/>
                <a:gd fmla="*/ 742950 h 1262157" name="connsiteY5"/>
                <a:gd fmla="*/ 0 w 2627947" name="connsiteX6"/>
                <a:gd fmla="*/ 527399 h 1262157" name="connsiteY6"/>
                <a:gd fmla="*/ 1313783 w 2627947" name="connsiteX7"/>
                <a:gd fmla="*/ 0 h 1262157" name="connsiteY7"/>
                <a:gd fmla="*/ 2627948 w 2627947" name="connsiteX8"/>
                <a:gd fmla="*/ 527876 h 126215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262157" w="2627947">
                  <a:moveTo>
                    <a:pt x="2627948" y="527876"/>
                  </a:moveTo>
                  <a:lnTo>
                    <a:pt x="2422874" y="1033463"/>
                  </a:lnTo>
                  <a:lnTo>
                    <a:pt x="1893284" y="1262158"/>
                  </a:lnTo>
                  <a:cubicBezTo>
                    <a:pt x="1734407" y="1117473"/>
                    <a:pt x="1530191" y="1038225"/>
                    <a:pt x="1313783" y="1038225"/>
                  </a:cubicBezTo>
                  <a:cubicBezTo>
                    <a:pt x="1097375" y="1038225"/>
                    <a:pt x="893255" y="1117473"/>
                    <a:pt x="734282" y="1262063"/>
                  </a:cubicBezTo>
                  <a:lnTo>
                    <a:pt x="546830" y="742950"/>
                  </a:lnTo>
                  <a:lnTo>
                    <a:pt x="0" y="527399"/>
                  </a:lnTo>
                  <a:cubicBezTo>
                    <a:pt x="355283" y="186881"/>
                    <a:pt x="820198" y="0"/>
                    <a:pt x="1313783" y="0"/>
                  </a:cubicBezTo>
                  <a:cubicBezTo>
                    <a:pt x="1807559" y="0"/>
                    <a:pt x="2272665" y="187071"/>
                    <a:pt x="2627948" y="527876"/>
                  </a:cubicBez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f0f0ac9d-b0b9-4db5-9e90-570724a3f164" id="121" name="任意多边形: 形状 120">
              <a:extLst>
                <a:ext uri="{FF2B5EF4-FFF2-40B4-BE49-F238E27FC236}">
                  <a16:creationId id="{57D1258C-6425-D5CA-B308-41E0C00ED4E7}"/>
                </a:ext>
              </a:extLst>
            </p:cNvPr>
            <p:cNvSpPr/>
            <p:nvPr/>
          </p:nvSpPr>
          <p:spPr>
            <a:xfrm flipH="false" flipV="false">
              <a:off x="4117932" y="4274780"/>
              <a:ext cx="1591301" cy="686142"/>
            </a:xfrm>
            <a:custGeom>
              <a:avLst/>
              <a:gdLst>
                <a:gd fmla="*/ 2628424 w 2628423" name="connsiteX0"/>
                <a:gd fmla="*/ 734473 h 1261312" name="connsiteY0"/>
                <a:gd fmla="*/ 0 w 2628423" name="connsiteX1"/>
                <a:gd fmla="*/ 734378 h 1261312" name="connsiteY1"/>
                <a:gd fmla="*/ 218122 w 2628423" name="connsiteX2"/>
                <a:gd fmla="*/ 192977 h 1261312" name="connsiteY2"/>
                <a:gd fmla="*/ 735330 w 2628423" name="connsiteX3"/>
                <a:gd fmla="*/ 762 h 1261312" name="connsiteY3"/>
                <a:gd fmla="*/ 1314260 w 2628423" name="connsiteX4"/>
                <a:gd fmla="*/ 223933 h 1261312" name="connsiteY4"/>
                <a:gd fmla="*/ 1893951 w 2628423" name="connsiteX5"/>
                <a:gd fmla="*/ 0 h 1261312" name="connsiteY5"/>
                <a:gd fmla="*/ 2094357 w 2628423" name="connsiteX6"/>
                <a:gd fmla="*/ 509873 h 1261312" name="connsiteY6"/>
                <a:gd fmla="*/ 2628424 w 2628423" name="connsiteX7"/>
                <a:gd fmla="*/ 734473 h 1261312" name="connsiteY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b="b" l="l" r="r" t="t"/>
              <a:pathLst>
                <a:path h="1261312" w="2628423">
                  <a:moveTo>
                    <a:pt x="2628424" y="734473"/>
                  </a:moveTo>
                  <a:cubicBezTo>
                    <a:pt x="1895189" y="1436942"/>
                    <a:pt x="733044" y="1436942"/>
                    <a:pt x="0" y="734378"/>
                  </a:cubicBezTo>
                  <a:lnTo>
                    <a:pt x="218122" y="192977"/>
                  </a:lnTo>
                  <a:lnTo>
                    <a:pt x="735330" y="762"/>
                  </a:lnTo>
                  <a:cubicBezTo>
                    <a:pt x="894207" y="144971"/>
                    <a:pt x="1098137" y="223933"/>
                    <a:pt x="1314260" y="223933"/>
                  </a:cubicBezTo>
                  <a:cubicBezTo>
                    <a:pt x="1530668" y="223933"/>
                    <a:pt x="1734979" y="144685"/>
                    <a:pt x="1893951" y="0"/>
                  </a:cubicBezTo>
                  <a:lnTo>
                    <a:pt x="2094357" y="509873"/>
                  </a:lnTo>
                  <a:lnTo>
                    <a:pt x="2628424" y="734473"/>
                  </a:ln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63ebfb4f-cc44-4db5-8c69-0bcc06703cbe" id="122" name="任意多边形: 形状 121">
              <a:extLst>
                <a:ext uri="{FF2B5EF4-FFF2-40B4-BE49-F238E27FC236}">
                  <a16:creationId id="{B62A311B-5816-AB60-52D4-B1B5DBFFE634}"/>
                </a:ext>
              </a:extLst>
            </p:cNvPr>
            <p:cNvSpPr/>
            <p:nvPr/>
          </p:nvSpPr>
          <p:spPr>
            <a:xfrm flipH="false" flipV="false">
              <a:off x="5300552" y="3956479"/>
              <a:ext cx="1590955" cy="686654"/>
            </a:xfrm>
            <a:custGeom>
              <a:avLst/>
              <a:gdLst>
                <a:gd fmla="*/ 2627852 w 2627852" name="connsiteX0"/>
                <a:gd fmla="*/ 527685 h 1262252" name="connsiteY0"/>
                <a:gd fmla="*/ 2090833 w 2627852" name="connsiteX1"/>
                <a:gd fmla="*/ 750475 h 1262252" name="connsiteY1"/>
                <a:gd fmla="*/ 1893380 w 2627852" name="connsiteX2"/>
                <a:gd fmla="*/ 1262253 h 1262252" name="connsiteY2"/>
                <a:gd fmla="*/ 1313879 w 2627852" name="connsiteX3"/>
                <a:gd fmla="*/ 1038225 h 1262252" name="connsiteY3"/>
                <a:gd fmla="*/ 734568 w 2627852" name="connsiteX4"/>
                <a:gd fmla="*/ 1261967 h 1262252" name="connsiteY4"/>
                <a:gd fmla="*/ 200120 w 2627852" name="connsiteX5"/>
                <a:gd fmla="*/ 1037177 h 1262252" name="connsiteY5"/>
                <a:gd fmla="*/ 0 w 2627852" name="connsiteX6"/>
                <a:gd fmla="*/ 527685 h 1262252" name="connsiteY6"/>
                <a:gd fmla="*/ 586740 w 2627852" name="connsiteX7"/>
                <a:gd fmla="*/ 144685 h 1262252" name="connsiteY7"/>
                <a:gd fmla="*/ 1313879 w 2627852" name="connsiteX8"/>
                <a:gd fmla="*/ 0 h 1262252" name="connsiteY8"/>
                <a:gd fmla="*/ 2041017 w 2627852" name="connsiteX9"/>
                <a:gd fmla="*/ 144685 h 1262252" name="connsiteY9"/>
                <a:gd fmla="*/ 2627852 w 2627852" name="connsiteX10"/>
                <a:gd fmla="*/ 527685 h 1262252"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1262252" w="2627852">
                  <a:moveTo>
                    <a:pt x="2627852" y="527685"/>
                  </a:moveTo>
                  <a:lnTo>
                    <a:pt x="2090833" y="750475"/>
                  </a:lnTo>
                  <a:lnTo>
                    <a:pt x="1893380" y="1262253"/>
                  </a:lnTo>
                  <a:cubicBezTo>
                    <a:pt x="1734503" y="1117473"/>
                    <a:pt x="1530191" y="1038225"/>
                    <a:pt x="1313879" y="1038225"/>
                  </a:cubicBezTo>
                  <a:cubicBezTo>
                    <a:pt x="1097566" y="1038225"/>
                    <a:pt x="893350" y="1117378"/>
                    <a:pt x="734568" y="1261967"/>
                  </a:cubicBezTo>
                  <a:lnTo>
                    <a:pt x="200120" y="1037177"/>
                  </a:lnTo>
                  <a:lnTo>
                    <a:pt x="0" y="527685"/>
                  </a:lnTo>
                  <a:cubicBezTo>
                    <a:pt x="170593" y="364141"/>
                    <a:pt x="367760" y="235363"/>
                    <a:pt x="586740" y="144685"/>
                  </a:cubicBezTo>
                  <a:cubicBezTo>
                    <a:pt x="818388" y="48673"/>
                    <a:pt x="1063085" y="0"/>
                    <a:pt x="1313879" y="0"/>
                  </a:cubicBezTo>
                  <a:cubicBezTo>
                    <a:pt x="1564672" y="0"/>
                    <a:pt x="1809369" y="48673"/>
                    <a:pt x="2041017" y="144685"/>
                  </a:cubicBezTo>
                  <a:cubicBezTo>
                    <a:pt x="2259997" y="235363"/>
                    <a:pt x="2457164" y="364141"/>
                    <a:pt x="2627852" y="527685"/>
                  </a:cubicBezTo>
                  <a:close/>
                </a:path>
              </a:pathLst>
            </a:custGeom>
            <a:no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bace2a0a-816a-42db-8c52-b245ed3e271f" id="3" name="Title">
              <a:extLst>
                <a:ext uri="{FF2B5EF4-FFF2-40B4-BE49-F238E27FC236}">
                  <a16:creationId id="{EB86AA1B-89FA-EC9A-D5F8-65314848399C}"/>
                </a:ext>
              </a:extLst>
            </p:cNvPr>
            <p:cNvSpPr>
              <a:spLocks/>
            </p:cNvSpPr>
            <p:nvPr/>
          </p:nvSpPr>
          <p:spPr>
            <a:xfrm flipH="false" flipV="false">
              <a:off x="660400" y="1130301"/>
              <a:ext cx="10858500" cy="466042"/>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square">
              <a:normAutofit/>
            </a:bodyPr>
            <a:lstStyle/>
            <a:p>
              <a:pPr algn="l">
                <a:lnSpc>
                  <a:spcPct val="110000"/>
                </a:lnSpc>
              </a:pPr>
              <a:r>
                <a:rPr b="true" i="false" lang="en-US" sz="2400" u="none">
                  <a:solidFill>
                    <a:srgbClr val="2F2F2F"/>
                  </a:solidFill>
                  <a:ea typeface="微软雅黑"/>
                </a:rPr>
                <a:t>明确偿债能力的含义及其对企业的影响</a:t>
              </a:r>
            </a:p>
          </p:txBody>
        </p:sp>
        <p:grpSp>
          <p:nvGrpSpPr>
            <p:cNvPr descr="b094cf98-5553-4976-a7f1-4d30c111a53f" id="9" name="组合 8">
              <a:extLst>
                <a:ext uri="{FF2B5EF4-FFF2-40B4-BE49-F238E27FC236}">
                  <a16:creationId id="{C80B9E4B-B2A4-3DF0-68D3-7022658D7B11}"/>
                </a:ext>
              </a:extLst>
            </p:cNvPr>
            <p:cNvGrpSpPr/>
            <p:nvPr/>
          </p:nvGrpSpPr>
          <p:grpSpPr>
            <a:xfrm>
              <a:off x="660399" y="2083127"/>
              <a:ext cx="3457435" cy="1966104"/>
              <a:chOff x="660399" y="2083127"/>
              <a:chExt cx="3457435" cy="1966104"/>
            </a:xfrm>
          </p:grpSpPr>
          <p:sp>
            <p:nvSpPr>
              <p:cNvPr descr="2d2f5144-8328-4673-8451-8bf73a4accc5" id="4" name="Bullet1">
                <a:extLst>
                  <a:ext uri="{FF2B5EF4-FFF2-40B4-BE49-F238E27FC236}">
                    <a16:creationId id="{C22FA377-B461-F7D8-B81A-68EF87AC9E59}"/>
                  </a:ext>
                </a:extLst>
              </p:cNvPr>
              <p:cNvSpPr txBox="1">
                <a:spLocks/>
              </p:cNvSpPr>
              <p:nvPr/>
            </p:nvSpPr>
            <p:spPr>
              <a:xfrm flipH="false" flipV="false">
                <a:off x="660399" y="2083127"/>
                <a:ext cx="2987675" cy="442261"/>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偿债能力的定义</a:t>
                </a:r>
              </a:p>
            </p:txBody>
          </p:sp>
          <p:sp>
            <p:nvSpPr>
              <p:cNvPr descr="4ab05756-0eb4-4dbe-a203-749e2b76be17" id="5" name="Text1">
                <a:extLst>
                  <a:ext uri="{FF2B5EF4-FFF2-40B4-BE49-F238E27FC236}">
                    <a16:creationId id="{4198590F-07CD-93D6-CB0C-A59F202511CD}"/>
                  </a:ext>
                </a:extLst>
              </p:cNvPr>
              <p:cNvSpPr txBox="1">
                <a:spLocks/>
              </p:cNvSpPr>
              <p:nvPr/>
            </p:nvSpPr>
            <p:spPr>
              <a:xfrm flipH="false" flipV="false">
                <a:off x="660399" y="2525387"/>
                <a:ext cx="2987675" cy="1523844"/>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偿债能力是指企业偿还各种短期和长期债务的能力，是企业生存和发展的关键因素之一，反映了企业的财务状况和经营成果。</a:t>
                </a:r>
              </a:p>
            </p:txBody>
          </p:sp>
          <p:sp>
            <p:nvSpPr>
              <p:cNvPr descr="1b679df6-badb-4b2f-9351-db7eead7f7bb" id="19" name="Number1">
                <a:extLst>
                  <a:ext uri="{FF2B5EF4-FFF2-40B4-BE49-F238E27FC236}">
                    <a16:creationId id="{FDB7B624-8BA8-1F54-CD45-6B3FCDC329AA}"/>
                  </a:ext>
                </a:extLst>
              </p:cNvPr>
              <p:cNvSpPr/>
              <p:nvPr/>
            </p:nvSpPr>
            <p:spPr>
              <a:xfrm flipH="true" flipV="false">
                <a:off x="3761434" y="3188001"/>
                <a:ext cx="356400"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fontScale="55000" lnSpcReduction="20000"/>
              </a:bodyPr>
              <a:lstStyle/>
              <a:p>
                <a:pPr algn="ctr">
                  <a:lnSpc>
                    <a:spcPct val="96000"/>
                  </a:lnSpc>
                </a:pPr>
                <a:r>
                  <a:rPr b="true" i="false" lang="en-US" sz="1800" u="none">
                    <a:solidFill>
                      <a:srgbClr val="4190FF"/>
                    </a:solidFill>
                    <a:latin typeface="Arial"/>
                  </a:rPr>
                  <a:t>1</a:t>
                </a:r>
              </a:p>
            </p:txBody>
          </p:sp>
        </p:grpSp>
        <p:grpSp>
          <p:nvGrpSpPr>
            <p:cNvPr descr="6e201008-445a-482c-bf84-856a41152bbe" id="10" name="组合 9">
              <a:extLst>
                <a:ext uri="{FF2B5EF4-FFF2-40B4-BE49-F238E27FC236}">
                  <a16:creationId id="{5DB17375-C75A-1DB6-3DB1-12BB98746086}"/>
                </a:ext>
              </a:extLst>
            </p:cNvPr>
            <p:cNvGrpSpPr/>
            <p:nvPr/>
          </p:nvGrpSpPr>
          <p:grpSpPr>
            <a:xfrm>
              <a:off x="8074166" y="2083127"/>
              <a:ext cx="3444734" cy="1966104"/>
              <a:chOff x="8074166" y="2083127"/>
              <a:chExt cx="3444734" cy="1966104"/>
            </a:xfrm>
          </p:grpSpPr>
          <p:sp>
            <p:nvSpPr>
              <p:cNvPr descr="093a8e21-9e62-41e4-987c-e0e2860d2b84" id="37" name="Bullet2">
                <a:extLst>
                  <a:ext uri="{FF2B5EF4-FFF2-40B4-BE49-F238E27FC236}">
                    <a16:creationId id="{FD8F234C-29DF-E92E-D034-F30F7EAAF976}"/>
                  </a:ext>
                </a:extLst>
              </p:cNvPr>
              <p:cNvSpPr txBox="1">
                <a:spLocks/>
              </p:cNvSpPr>
              <p:nvPr/>
            </p:nvSpPr>
            <p:spPr>
              <a:xfrm flipH="false" flipV="false">
                <a:off x="8531225" y="2083127"/>
                <a:ext cx="2987675" cy="442261"/>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偿债能力的重要性</a:t>
                </a:r>
              </a:p>
            </p:txBody>
          </p:sp>
          <p:sp>
            <p:nvSpPr>
              <p:cNvPr descr="03adcb56-6f0f-4ef7-806a-c61e3818ff90" id="41" name="Text2">
                <a:extLst>
                  <a:ext uri="{FF2B5EF4-FFF2-40B4-BE49-F238E27FC236}">
                    <a16:creationId id="{F2115383-CAA5-348F-1057-57C04F48F55A}"/>
                  </a:ext>
                </a:extLst>
              </p:cNvPr>
              <p:cNvSpPr txBox="1">
                <a:spLocks/>
              </p:cNvSpPr>
              <p:nvPr/>
            </p:nvSpPr>
            <p:spPr>
              <a:xfrm flipH="false" flipV="false">
                <a:off x="8531225" y="2525387"/>
                <a:ext cx="2987675" cy="1523844"/>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偿债能力是企业信誉的重要保障，影响企业的融资能力和经营状况。若无法按时偿还债务，将严重影响企业信誉，导致融资困难。</a:t>
                </a:r>
              </a:p>
            </p:txBody>
          </p:sp>
          <p:sp>
            <p:nvSpPr>
              <p:cNvPr descr="f30d56d2-23fe-4d85-9292-40c0b7c00186" id="42" name="Number2">
                <a:extLst>
                  <a:ext uri="{FF2B5EF4-FFF2-40B4-BE49-F238E27FC236}">
                    <a16:creationId id="{C39E00F2-CF35-B758-1BBF-16F7768AF96E}"/>
                  </a:ext>
                </a:extLst>
              </p:cNvPr>
              <p:cNvSpPr/>
              <p:nvPr/>
            </p:nvSpPr>
            <p:spPr>
              <a:xfrm flipH="true" flipV="false">
                <a:off x="8074166" y="3188001"/>
                <a:ext cx="356400"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fontScale="55000" lnSpcReduction="20000"/>
              </a:bodyPr>
              <a:lstStyle/>
              <a:p>
                <a:pPr algn="ctr">
                  <a:lnSpc>
                    <a:spcPct val="96000"/>
                  </a:lnSpc>
                </a:pPr>
                <a:r>
                  <a:rPr b="true" i="false" lang="en-US" sz="1800" u="none">
                    <a:solidFill>
                      <a:srgbClr val="4190FF"/>
                    </a:solidFill>
                    <a:latin typeface="Arial"/>
                  </a:rPr>
                  <a:t>2</a:t>
                </a:r>
              </a:p>
            </p:txBody>
          </p:sp>
        </p:grpSp>
        <p:grpSp>
          <p:nvGrpSpPr>
            <p:cNvPr descr="2b01fc14-0d91-4fd6-8e9e-cfcabbcf319e" id="11" name="组合 10">
              <a:extLst>
                <a:ext uri="{FF2B5EF4-FFF2-40B4-BE49-F238E27FC236}">
                  <a16:creationId id="{2C340F1A-DE7F-A136-BC79-F5B7BD422883}"/>
                </a:ext>
              </a:extLst>
            </p:cNvPr>
            <p:cNvGrpSpPr/>
            <p:nvPr/>
          </p:nvGrpSpPr>
          <p:grpSpPr>
            <a:xfrm>
              <a:off x="8074166" y="4167996"/>
              <a:ext cx="3444734" cy="1966104"/>
              <a:chOff x="8074166" y="4167996"/>
              <a:chExt cx="3444734" cy="1966104"/>
            </a:xfrm>
          </p:grpSpPr>
          <p:sp>
            <p:nvSpPr>
              <p:cNvPr descr="8dce8371-ed5f-428c-990d-0eee8536a63f" id="58" name="Bullet3">
                <a:extLst>
                  <a:ext uri="{FF2B5EF4-FFF2-40B4-BE49-F238E27FC236}">
                    <a16:creationId id="{A2894CAE-667A-0191-1A11-0CBBC3E13FF0}"/>
                  </a:ext>
                </a:extLst>
              </p:cNvPr>
              <p:cNvSpPr txBox="1">
                <a:spLocks/>
              </p:cNvSpPr>
              <p:nvPr/>
            </p:nvSpPr>
            <p:spPr>
              <a:xfrm flipH="false" flipV="false">
                <a:off x="8531225" y="4167996"/>
                <a:ext cx="2987675" cy="442261"/>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对企业融资的影响</a:t>
                </a:r>
              </a:p>
            </p:txBody>
          </p:sp>
          <p:sp>
            <p:nvSpPr>
              <p:cNvPr descr="f6f0208f-e762-4f33-8669-9922ec9204ef" id="59" name="Text3">
                <a:extLst>
                  <a:ext uri="{FF2B5EF4-FFF2-40B4-BE49-F238E27FC236}">
                    <a16:creationId id="{81FDA39B-FFF1-A707-B00B-7B377553A217}"/>
                  </a:ext>
                </a:extLst>
              </p:cNvPr>
              <p:cNvSpPr txBox="1">
                <a:spLocks/>
              </p:cNvSpPr>
              <p:nvPr/>
            </p:nvSpPr>
            <p:spPr>
              <a:xfrm flipH="false" flipV="false">
                <a:off x="8531225" y="4610256"/>
                <a:ext cx="2987675" cy="1523844"/>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良好的偿债能力能增强投资者和债权人的信心，使企业更容易获得外部融资支持，为发展提供资金保障。</a:t>
                </a:r>
              </a:p>
            </p:txBody>
          </p:sp>
          <p:sp>
            <p:nvSpPr>
              <p:cNvPr descr="b18d4629-cbdc-45d0-b4de-2ff796343f0a" id="60" name="Number3">
                <a:extLst>
                  <a:ext uri="{FF2B5EF4-FFF2-40B4-BE49-F238E27FC236}">
                    <a16:creationId id="{32261B67-F16D-3FA4-DAAB-B0C7687C1F51}"/>
                  </a:ext>
                </a:extLst>
              </p:cNvPr>
              <p:cNvSpPr/>
              <p:nvPr/>
            </p:nvSpPr>
            <p:spPr>
              <a:xfrm flipH="true" flipV="false">
                <a:off x="8074166" y="4312398"/>
                <a:ext cx="356400"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fontScale="55000" lnSpcReduction="20000"/>
              </a:bodyPr>
              <a:lstStyle/>
              <a:p>
                <a:pPr algn="ctr">
                  <a:lnSpc>
                    <a:spcPct val="96000"/>
                  </a:lnSpc>
                </a:pPr>
                <a:r>
                  <a:rPr b="true" i="false" lang="en-US" sz="1800" u="none">
                    <a:solidFill>
                      <a:srgbClr val="4190FF"/>
                    </a:solidFill>
                    <a:latin typeface="Arial"/>
                  </a:rPr>
                  <a:t>3</a:t>
                </a:r>
              </a:p>
            </p:txBody>
          </p:sp>
        </p:grpSp>
        <p:grpSp>
          <p:nvGrpSpPr>
            <p:cNvPr descr="3cd4320d-77ab-482a-97aa-84788551d868" id="12" name="组合 11">
              <a:extLst>
                <a:ext uri="{FF2B5EF4-FFF2-40B4-BE49-F238E27FC236}">
                  <a16:creationId id="{E6AC1431-56FA-BAAB-8A83-B106AA790C74}"/>
                </a:ext>
              </a:extLst>
            </p:cNvPr>
            <p:cNvGrpSpPr/>
            <p:nvPr/>
          </p:nvGrpSpPr>
          <p:grpSpPr>
            <a:xfrm>
              <a:off x="660400" y="4167996"/>
              <a:ext cx="3457434" cy="1966104"/>
              <a:chOff x="660400" y="4167996"/>
              <a:chExt cx="3457434" cy="1966104"/>
            </a:xfrm>
          </p:grpSpPr>
          <p:sp>
            <p:nvSpPr>
              <p:cNvPr descr="b99c900d-a978-4de1-93c0-e991fa6fe564" id="64" name="Number4">
                <a:extLst>
                  <a:ext uri="{FF2B5EF4-FFF2-40B4-BE49-F238E27FC236}">
                    <a16:creationId id="{4F85E571-36C8-53D3-7B15-1DE3A7CBB92D}"/>
                  </a:ext>
                </a:extLst>
              </p:cNvPr>
              <p:cNvSpPr/>
              <p:nvPr/>
            </p:nvSpPr>
            <p:spPr>
              <a:xfrm flipH="true" flipV="false">
                <a:off x="3761434" y="4312398"/>
                <a:ext cx="356400"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fontScale="55000" lnSpcReduction="20000"/>
              </a:bodyPr>
              <a:lstStyle/>
              <a:p>
                <a:pPr algn="ctr">
                  <a:lnSpc>
                    <a:spcPct val="96000"/>
                  </a:lnSpc>
                </a:pPr>
                <a:r>
                  <a:rPr b="true" i="false" lang="en-US" sz="1800" u="none">
                    <a:solidFill>
                      <a:srgbClr val="4190FF"/>
                    </a:solidFill>
                    <a:latin typeface="Arial"/>
                  </a:rPr>
                  <a:t>4</a:t>
                </a:r>
              </a:p>
            </p:txBody>
          </p:sp>
          <p:sp>
            <p:nvSpPr>
              <p:cNvPr descr="514063e0-bc4f-4cfa-bc15-47868c478d9f" id="62" name="Bullet4">
                <a:extLst>
                  <a:ext uri="{FF2B5EF4-FFF2-40B4-BE49-F238E27FC236}">
                    <a16:creationId id="{547F9A12-3289-5F33-FE6C-B0787696D8F7}"/>
                  </a:ext>
                </a:extLst>
              </p:cNvPr>
              <p:cNvSpPr txBox="1">
                <a:spLocks/>
              </p:cNvSpPr>
              <p:nvPr/>
            </p:nvSpPr>
            <p:spPr>
              <a:xfrm flipH="false" flipV="false">
                <a:off x="660400" y="4167996"/>
                <a:ext cx="2987675" cy="442261"/>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对企业经营的影响</a:t>
                </a:r>
              </a:p>
            </p:txBody>
          </p:sp>
          <p:sp>
            <p:nvSpPr>
              <p:cNvPr descr="79499d95-9177-4659-bb68-f8c44a218c04" id="63" name="Text4">
                <a:extLst>
                  <a:ext uri="{FF2B5EF4-FFF2-40B4-BE49-F238E27FC236}">
                    <a16:creationId id="{39DD4B8F-7C07-1B9B-25A3-135507CE5FB9}"/>
                  </a:ext>
                </a:extLst>
              </p:cNvPr>
              <p:cNvSpPr txBox="1">
                <a:spLocks/>
              </p:cNvSpPr>
              <p:nvPr/>
            </p:nvSpPr>
            <p:spPr>
              <a:xfrm flipH="false" flipV="false">
                <a:off x="660400" y="4610256"/>
                <a:ext cx="2987675" cy="1523844"/>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保持合理的偿债能力可避免企业因债务问题陷入经营困境，确保企业稳定运营，有利于长期发展。</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偿债能力的定义与重要性</a:t>
            </a:r>
          </a:p>
        </p:txBody>
      </p:sp>
    </p:spTree>
  </p:cSld>
  <p:clrMapOvr>
    <a:masterClrMapping/>
  </p:clrMapOvr>
</p:sld>
</file>

<file path=ppt/slides/slide1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ee0cbee8-ea54-492e-af41-7763f1fee39a" id="11" name="f55afed0-e4ab-4f1d-8689-2b1609bf8d45.source.4.zh-Hans.pptx">
            <a:extLst>
              <a:ext uri="{FF2B5EF4-FFF2-40B4-BE49-F238E27FC236}">
                <a16:creationId id="{EBF9F67B-8B31-106D-E47D-73FE94F6E9D5}"/>
              </a:ext>
            </a:extLst>
          </p:cNvPr>
          <p:cNvGrpSpPr/>
          <p:nvPr/>
        </p:nvGrpSpPr>
        <p:grpSpPr>
          <a:xfrm>
            <a:off x="660400" y="1130301"/>
            <a:ext cx="10858501" cy="5003799"/>
            <a:chOff x="660400" y="1130301"/>
            <a:chExt cx="10858501" cy="5003799"/>
          </a:xfrm>
        </p:grpSpPr>
        <p:sp>
          <p:nvSpPr>
            <p:cNvPr descr="0ea32bc0-c8f2-445e-b994-bcfc8010e6c3" id="76" name="任意多边形: 形状 75">
              <a:extLst>
                <a:ext uri="{FF2B5EF4-FFF2-40B4-BE49-F238E27FC236}">
                  <a16:creationId id="{077500A7-9CE3-7DDB-9D4F-3B7E1DF86326}"/>
                </a:ext>
              </a:extLst>
            </p:cNvPr>
            <p:cNvSpPr/>
            <p:nvPr/>
          </p:nvSpPr>
          <p:spPr>
            <a:xfrm flipH="false" flipV="false">
              <a:off x="4249777" y="2065501"/>
              <a:ext cx="2477439" cy="2401107"/>
            </a:xfrm>
            <a:custGeom>
              <a:avLst/>
              <a:gdLst>
                <a:gd fmla="*/ 607132 w 1252678" name="connsiteX0"/>
                <a:gd fmla="*/ 923175 h 1214084" name="connsiteY0"/>
                <a:gd fmla="*/ 807845 w 1252678" name="connsiteX1"/>
                <a:gd fmla="*/ 852052 h 1214084" name="connsiteY1"/>
                <a:gd fmla="*/ 1013371 w 1252678" name="connsiteX2"/>
                <a:gd fmla="*/ 1057578 h 1214084" name="connsiteY2"/>
                <a:gd fmla="*/ 607132 w 1252678" name="connsiteX3"/>
                <a:gd fmla="*/ 1214085 h 1214084" name="connsiteY3"/>
                <a:gd fmla="*/ 0 w 1252678" name="connsiteX4"/>
                <a:gd fmla="*/ 607132 h 1214084" name="connsiteY4"/>
                <a:gd fmla="*/ 607132 w 1252678" name="connsiteX5"/>
                <a:gd fmla="*/ 0 h 1214084" name="connsiteY5"/>
                <a:gd fmla="*/ 1090912 w 1252678" name="connsiteX6"/>
                <a:gd fmla="*/ 241890 h 1214084" name="connsiteY6"/>
                <a:gd fmla="*/ 1193764 w 1252678" name="connsiteX7"/>
                <a:gd fmla="*/ 164350 h 1214084" name="connsiteY7"/>
                <a:gd fmla="*/ 1223711 w 1252678" name="connsiteX8"/>
                <a:gd fmla="*/ 159537 h 1214084" name="connsiteY8"/>
                <a:gd fmla="*/ 1252231 w 1252678" name="connsiteX9"/>
                <a:gd fmla="*/ 200713 h 1214084" name="connsiteY9"/>
                <a:gd fmla="*/ 1200003 w 1252678" name="connsiteX10"/>
                <a:gd fmla="*/ 583246 h 1214084" name="connsiteY10"/>
                <a:gd fmla="*/ 1158826 w 1252678" name="connsiteX11"/>
                <a:gd fmla="*/ 613192 h 1214084" name="connsiteY11"/>
                <a:gd fmla="*/ 776294 w 1252678" name="connsiteX12"/>
                <a:gd fmla="*/ 559360 h 1214084" name="connsiteY12"/>
                <a:gd fmla="*/ 744743 w 1252678" name="connsiteX13"/>
                <a:gd fmla="*/ 519787 h 1214084" name="connsiteY13"/>
                <a:gd fmla="*/ 759004 w 1252678" name="connsiteX14"/>
                <a:gd fmla="*/ 491267 h 1214084" name="connsiteY14"/>
                <a:gd fmla="*/ 860252 w 1252678" name="connsiteX15"/>
                <a:gd fmla="*/ 415331 h 1214084" name="connsiteY15"/>
                <a:gd fmla="*/ 607310 w 1252678" name="connsiteX16"/>
                <a:gd fmla="*/ 288771 h 1214084" name="connsiteY16"/>
                <a:gd fmla="*/ 289484 w 1252678" name="connsiteX17"/>
                <a:gd fmla="*/ 606597 h 1214084" name="connsiteY17"/>
                <a:gd fmla="*/ 607132 w 1252678" name="connsiteX18"/>
                <a:gd fmla="*/ 923175 h 1214084" name="connsiteY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b="b" l="l" r="r" t="t"/>
              <a:pathLst>
                <a:path h="1214084" w="1252678">
                  <a:moveTo>
                    <a:pt x="607132" y="923175"/>
                  </a:moveTo>
                  <a:cubicBezTo>
                    <a:pt x="683068" y="923175"/>
                    <a:pt x="754191" y="896259"/>
                    <a:pt x="807845" y="852052"/>
                  </a:cubicBezTo>
                  <a:lnTo>
                    <a:pt x="1013371" y="1057578"/>
                  </a:lnTo>
                  <a:cubicBezTo>
                    <a:pt x="905884" y="1154013"/>
                    <a:pt x="763638" y="1214085"/>
                    <a:pt x="607132" y="1214085"/>
                  </a:cubicBezTo>
                  <a:cubicBezTo>
                    <a:pt x="271837" y="1214085"/>
                    <a:pt x="0" y="942248"/>
                    <a:pt x="0" y="607132"/>
                  </a:cubicBezTo>
                  <a:cubicBezTo>
                    <a:pt x="0" y="271837"/>
                    <a:pt x="271837" y="0"/>
                    <a:pt x="607132" y="0"/>
                  </a:cubicBezTo>
                  <a:cubicBezTo>
                    <a:pt x="804636" y="0"/>
                    <a:pt x="980216" y="94831"/>
                    <a:pt x="1090912" y="241890"/>
                  </a:cubicBezTo>
                  <a:lnTo>
                    <a:pt x="1193764" y="164350"/>
                  </a:lnTo>
                  <a:cubicBezTo>
                    <a:pt x="1203211" y="159537"/>
                    <a:pt x="1212659" y="156507"/>
                    <a:pt x="1223711" y="159537"/>
                  </a:cubicBezTo>
                  <a:cubicBezTo>
                    <a:pt x="1242605" y="162745"/>
                    <a:pt x="1255261" y="181640"/>
                    <a:pt x="1252231" y="200713"/>
                  </a:cubicBezTo>
                  <a:lnTo>
                    <a:pt x="1200003" y="583246"/>
                  </a:lnTo>
                  <a:cubicBezTo>
                    <a:pt x="1196794" y="602140"/>
                    <a:pt x="1177899" y="616401"/>
                    <a:pt x="1158826" y="613192"/>
                  </a:cubicBezTo>
                  <a:cubicBezTo>
                    <a:pt x="1030840" y="595723"/>
                    <a:pt x="904280" y="576828"/>
                    <a:pt x="776294" y="559360"/>
                  </a:cubicBezTo>
                  <a:cubicBezTo>
                    <a:pt x="757399" y="556151"/>
                    <a:pt x="743139" y="538860"/>
                    <a:pt x="744743" y="519787"/>
                  </a:cubicBezTo>
                  <a:cubicBezTo>
                    <a:pt x="744743" y="507131"/>
                    <a:pt x="750982" y="499288"/>
                    <a:pt x="759004" y="491267"/>
                  </a:cubicBezTo>
                  <a:lnTo>
                    <a:pt x="860252" y="415331"/>
                  </a:lnTo>
                  <a:cubicBezTo>
                    <a:pt x="803389" y="337790"/>
                    <a:pt x="709984" y="288771"/>
                    <a:pt x="607310" y="288771"/>
                  </a:cubicBezTo>
                  <a:cubicBezTo>
                    <a:pt x="431908" y="288771"/>
                    <a:pt x="289484" y="431017"/>
                    <a:pt x="289484" y="606597"/>
                  </a:cubicBezTo>
                  <a:cubicBezTo>
                    <a:pt x="289305" y="782533"/>
                    <a:pt x="431552" y="923175"/>
                    <a:pt x="607132" y="923175"/>
                  </a:cubicBezTo>
                  <a:close/>
                </a:path>
              </a:pathLst>
            </a:cu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861a14f6-be7c-4e18-a223-78bc5a57bed2" id="77" name="任意多边形: 形状 76">
              <a:extLst>
                <a:ext uri="{FF2B5EF4-FFF2-40B4-BE49-F238E27FC236}">
                  <a16:creationId id="{DEBD90D8-C6DE-9F87-5A16-21D56FCE433B}"/>
                </a:ext>
              </a:extLst>
            </p:cNvPr>
            <p:cNvSpPr/>
            <p:nvPr/>
          </p:nvSpPr>
          <p:spPr>
            <a:xfrm flipH="false" flipV="false">
              <a:off x="5464782" y="3356833"/>
              <a:ext cx="2477439" cy="2401459"/>
            </a:xfrm>
            <a:custGeom>
              <a:avLst/>
              <a:gdLst>
                <a:gd fmla="*/ 645726 w 1252678" name="connsiteX0"/>
                <a:gd fmla="*/ 289305 h 1214262" name="connsiteY0"/>
                <a:gd fmla="*/ 445012 w 1252678" name="connsiteX1"/>
                <a:gd fmla="*/ 362033 h 1214262" name="connsiteY1"/>
                <a:gd fmla="*/ 239308 w 1252678" name="connsiteX2"/>
                <a:gd fmla="*/ 156507 h 1214262" name="connsiteY2"/>
                <a:gd fmla="*/ 645547 w 1252678" name="connsiteX3"/>
                <a:gd fmla="*/ 0 h 1214262" name="connsiteY3"/>
                <a:gd fmla="*/ 1252679 w 1252678" name="connsiteX4"/>
                <a:gd fmla="*/ 607132 h 1214262" name="connsiteY4"/>
                <a:gd fmla="*/ 645547 w 1252678" name="connsiteX5"/>
                <a:gd fmla="*/ 1214263 h 1214262" name="connsiteY5"/>
                <a:gd fmla="*/ 161767 w 1252678" name="connsiteX6"/>
                <a:gd fmla="*/ 972373 h 1214262" name="connsiteY6"/>
                <a:gd fmla="*/ 60519 w 1252678" name="connsiteX7"/>
                <a:gd fmla="*/ 1049913 h 1214262" name="connsiteY7"/>
                <a:gd fmla="*/ 28969 w 1252678" name="connsiteX8"/>
                <a:gd fmla="*/ 1054726 h 1214262" name="connsiteY8"/>
                <a:gd fmla="*/ 448 w 1252678" name="connsiteX9"/>
                <a:gd fmla="*/ 1013550 h 1214262" name="connsiteY9"/>
                <a:gd fmla="*/ 54280 w 1252678" name="connsiteX10"/>
                <a:gd fmla="*/ 631017 h 1214262" name="connsiteY10"/>
                <a:gd fmla="*/ 93853 w 1252678" name="connsiteX11"/>
                <a:gd fmla="*/ 600893 h 1214262" name="connsiteY11"/>
                <a:gd fmla="*/ 476385 w 1252678" name="connsiteX12"/>
                <a:gd fmla="*/ 654725 h 1214262" name="connsiteY12"/>
                <a:gd fmla="*/ 507936 w 1252678" name="connsiteX13"/>
                <a:gd fmla="*/ 694298 h 1214262" name="connsiteY13"/>
                <a:gd fmla="*/ 493675 w 1252678" name="connsiteX14"/>
                <a:gd fmla="*/ 721214 h 1214262" name="connsiteY14"/>
                <a:gd fmla="*/ 392427 w 1252678" name="connsiteX15"/>
                <a:gd fmla="*/ 798754 h 1214262" name="connsiteY15"/>
                <a:gd fmla="*/ 645369 w 1252678" name="connsiteX16"/>
                <a:gd fmla="*/ 925314 h 1214262" name="connsiteY16"/>
                <a:gd fmla="*/ 963195 w 1252678" name="connsiteX17"/>
                <a:gd fmla="*/ 607488 h 1214262" name="connsiteY17"/>
                <a:gd fmla="*/ 645726 w 1252678" name="connsiteX18"/>
                <a:gd fmla="*/ 289305 h 1214262" name="connsiteY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b="b" l="l" r="r" t="t"/>
              <a:pathLst>
                <a:path h="1214262" w="1252678">
                  <a:moveTo>
                    <a:pt x="645726" y="289305"/>
                  </a:moveTo>
                  <a:cubicBezTo>
                    <a:pt x="569790" y="289305"/>
                    <a:pt x="500271" y="317826"/>
                    <a:pt x="445012" y="362033"/>
                  </a:cubicBezTo>
                  <a:lnTo>
                    <a:pt x="239308" y="156507"/>
                  </a:lnTo>
                  <a:cubicBezTo>
                    <a:pt x="346795" y="60071"/>
                    <a:pt x="489041" y="0"/>
                    <a:pt x="645547" y="0"/>
                  </a:cubicBezTo>
                  <a:cubicBezTo>
                    <a:pt x="980664" y="0"/>
                    <a:pt x="1252679" y="271837"/>
                    <a:pt x="1252679" y="607132"/>
                  </a:cubicBezTo>
                  <a:cubicBezTo>
                    <a:pt x="1252679" y="942248"/>
                    <a:pt x="980842" y="1214263"/>
                    <a:pt x="645547" y="1214263"/>
                  </a:cubicBezTo>
                  <a:cubicBezTo>
                    <a:pt x="447864" y="1214263"/>
                    <a:pt x="272463" y="1119432"/>
                    <a:pt x="161767" y="972373"/>
                  </a:cubicBezTo>
                  <a:lnTo>
                    <a:pt x="60519" y="1049913"/>
                  </a:lnTo>
                  <a:cubicBezTo>
                    <a:pt x="51072" y="1054726"/>
                    <a:pt x="40020" y="1057756"/>
                    <a:pt x="28969" y="1054726"/>
                  </a:cubicBezTo>
                  <a:cubicBezTo>
                    <a:pt x="10074" y="1051518"/>
                    <a:pt x="-2582" y="1032623"/>
                    <a:pt x="448" y="1013550"/>
                  </a:cubicBezTo>
                  <a:lnTo>
                    <a:pt x="54280" y="631017"/>
                  </a:lnTo>
                  <a:cubicBezTo>
                    <a:pt x="57489" y="612123"/>
                    <a:pt x="74780" y="597862"/>
                    <a:pt x="93853" y="600893"/>
                  </a:cubicBezTo>
                  <a:cubicBezTo>
                    <a:pt x="221839" y="618361"/>
                    <a:pt x="348399" y="637256"/>
                    <a:pt x="476385" y="654725"/>
                  </a:cubicBezTo>
                  <a:cubicBezTo>
                    <a:pt x="495280" y="657934"/>
                    <a:pt x="509540" y="675224"/>
                    <a:pt x="507936" y="694298"/>
                  </a:cubicBezTo>
                  <a:cubicBezTo>
                    <a:pt x="507936" y="706954"/>
                    <a:pt x="503123" y="714797"/>
                    <a:pt x="493675" y="721214"/>
                  </a:cubicBezTo>
                  <a:lnTo>
                    <a:pt x="392427" y="798754"/>
                  </a:lnTo>
                  <a:cubicBezTo>
                    <a:pt x="450895" y="874690"/>
                    <a:pt x="542695" y="925314"/>
                    <a:pt x="645369" y="925314"/>
                  </a:cubicBezTo>
                  <a:cubicBezTo>
                    <a:pt x="820771" y="925314"/>
                    <a:pt x="963195" y="783068"/>
                    <a:pt x="963195" y="607488"/>
                  </a:cubicBezTo>
                  <a:cubicBezTo>
                    <a:pt x="963374" y="431552"/>
                    <a:pt x="821127" y="289305"/>
                    <a:pt x="645726" y="289305"/>
                  </a:cubicBezTo>
                  <a:close/>
                </a:path>
              </a:pathLst>
            </a:cu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ctr">
                <a:lnSpc>
                  <a:spcPct val="120000"/>
                </a:lnSpc>
              </a:pPr>
            </a:p>
          </p:txBody>
        </p:sp>
        <p:sp>
          <p:nvSpPr>
            <p:cNvPr descr="31be827c-f138-4f61-a50e-98122b062f51" id="3" name="Title">
              <a:extLst>
                <a:ext uri="{FF2B5EF4-FFF2-40B4-BE49-F238E27FC236}">
                  <a16:creationId id="{2B28D8B6-4C3A-3339-3D02-1A7274744A3D}"/>
                </a:ext>
              </a:extLst>
            </p:cNvPr>
            <p:cNvSpPr>
              <a:spLocks/>
            </p:cNvSpPr>
            <p:nvPr/>
          </p:nvSpPr>
          <p:spPr>
            <a:xfrm flipH="false" flipV="false">
              <a:off x="660400" y="1130301"/>
              <a:ext cx="10858500" cy="466042"/>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square">
              <a:normAutofit/>
            </a:bodyPr>
            <a:lstStyle/>
            <a:p>
              <a:pPr algn="l">
                <a:lnSpc>
                  <a:spcPct val="110000"/>
                </a:lnSpc>
              </a:pPr>
              <a:r>
                <a:rPr b="true" i="false" lang="en-US" sz="2400" u="none">
                  <a:solidFill>
                    <a:srgbClr val="2F2F2F"/>
                  </a:solidFill>
                  <a:ea typeface="微软雅黑"/>
                </a:rPr>
                <a:t>掌握常用的偿债能力衡量指标</a:t>
              </a:r>
            </a:p>
          </p:txBody>
        </p:sp>
        <p:grpSp>
          <p:nvGrpSpPr>
            <p:cNvPr descr="13896e51-2dbe-4a61-94cc-43da3088cdf8" id="37" name="组合 36">
              <a:extLst>
                <a:ext uri="{FF2B5EF4-FFF2-40B4-BE49-F238E27FC236}">
                  <a16:creationId id="{2A07113E-1789-0F3D-5C6B-0A09C58447B1}"/>
                </a:ext>
              </a:extLst>
            </p:cNvPr>
            <p:cNvGrpSpPr/>
            <p:nvPr/>
          </p:nvGrpSpPr>
          <p:grpSpPr>
            <a:xfrm>
              <a:off x="660400" y="1656359"/>
              <a:ext cx="4438272" cy="1998789"/>
              <a:chOff x="660400" y="1656359"/>
              <a:chExt cx="4438272" cy="1998789"/>
            </a:xfrm>
          </p:grpSpPr>
          <p:sp>
            <p:nvSpPr>
              <p:cNvPr descr="87f9d9df-c1eb-4916-bb9e-7e4c5bc619f5" id="4" name="Bullet1">
                <a:extLst>
                  <a:ext uri="{FF2B5EF4-FFF2-40B4-BE49-F238E27FC236}">
                    <a16:creationId id="{3A72B0AD-A4FC-95C6-D2AD-ED2843827C05}"/>
                  </a:ext>
                </a:extLst>
              </p:cNvPr>
              <p:cNvSpPr txBox="1">
                <a:spLocks/>
              </p:cNvSpPr>
              <p:nvPr/>
            </p:nvSpPr>
            <p:spPr>
              <a:xfrm flipH="false" flipV="false">
                <a:off x="660400" y="1656359"/>
                <a:ext cx="3325813" cy="396683"/>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流动比率</a:t>
                </a:r>
              </a:p>
            </p:txBody>
          </p:sp>
          <p:sp>
            <p:nvSpPr>
              <p:cNvPr descr="b2d16f45-e5b3-417d-a59c-0bec30101d73" id="5" name="Text1">
                <a:extLst>
                  <a:ext uri="{FF2B5EF4-FFF2-40B4-BE49-F238E27FC236}">
                    <a16:creationId id="{175AB660-388B-10E3-2B89-1E80A462513E}"/>
                  </a:ext>
                </a:extLst>
              </p:cNvPr>
              <p:cNvSpPr txBox="1">
                <a:spLocks/>
              </p:cNvSpPr>
              <p:nvPr/>
            </p:nvSpPr>
            <p:spPr>
              <a:xfrm flipH="false" flipV="false">
                <a:off x="660400" y="2053042"/>
                <a:ext cx="3325813" cy="1602106"/>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流动比率是指流动资产与流动负债的比率，用于衡量企业流动资产在短期债务到期前可变现用于偿还债务的能力。</a:t>
                </a:r>
              </a:p>
            </p:txBody>
          </p:sp>
          <p:sp>
            <p:nvSpPr>
              <p:cNvPr descr="057dcca9-8b86-4379-b56e-11480f428d0b" id="19" name="Number1">
                <a:extLst>
                  <a:ext uri="{FF2B5EF4-FFF2-40B4-BE49-F238E27FC236}">
                    <a16:creationId id="{E22525B4-D4B7-1D1D-ECAC-000B38658DC3}"/>
                  </a:ext>
                </a:extLst>
              </p:cNvPr>
              <p:cNvSpPr/>
              <p:nvPr/>
            </p:nvSpPr>
            <p:spPr>
              <a:xfrm flipH="true" flipV="false">
                <a:off x="4744190" y="2032994"/>
                <a:ext cx="354482"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a:bodyPr>
              <a:lstStyle/>
              <a:p>
                <a:pPr algn="ctr"/>
                <a:r>
                  <a:rPr b="true" i="false" lang="en-US" sz="1000" u="none">
                    <a:solidFill>
                      <a:srgbClr val="4190FF"/>
                    </a:solidFill>
                    <a:latin typeface="Arial"/>
                  </a:rPr>
                  <a:t>1</a:t>
                </a:r>
              </a:p>
            </p:txBody>
          </p:sp>
        </p:grpSp>
        <p:grpSp>
          <p:nvGrpSpPr>
            <p:cNvPr descr="eb779551-3eef-4964-8d5b-fd820aa1907d" id="38" name="组合 37">
              <a:extLst>
                <a:ext uri="{FF2B5EF4-FFF2-40B4-BE49-F238E27FC236}">
                  <a16:creationId id="{5FC58DE7-9704-01A7-8E28-E33B34C7A193}"/>
                </a:ext>
              </a:extLst>
            </p:cNvPr>
            <p:cNvGrpSpPr/>
            <p:nvPr/>
          </p:nvGrpSpPr>
          <p:grpSpPr>
            <a:xfrm>
              <a:off x="6526260" y="1656360"/>
              <a:ext cx="4992641" cy="1998789"/>
              <a:chOff x="6526260" y="1656360"/>
              <a:chExt cx="4992641" cy="1998789"/>
            </a:xfrm>
          </p:grpSpPr>
          <p:sp>
            <p:nvSpPr>
              <p:cNvPr descr="4c8ae0cc-524d-4f9e-a5ac-2be577c5962b" id="24" name="Bullet2">
                <a:extLst>
                  <a:ext uri="{FF2B5EF4-FFF2-40B4-BE49-F238E27FC236}">
                    <a16:creationId id="{9C8384A8-E188-180F-223D-995A7A03A397}"/>
                  </a:ext>
                </a:extLst>
              </p:cNvPr>
              <p:cNvSpPr txBox="1">
                <a:spLocks/>
              </p:cNvSpPr>
              <p:nvPr/>
            </p:nvSpPr>
            <p:spPr>
              <a:xfrm flipH="true" flipV="false">
                <a:off x="8193088" y="1656360"/>
                <a:ext cx="3325813" cy="396683"/>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速动比率</a:t>
                </a:r>
              </a:p>
            </p:txBody>
          </p:sp>
          <p:sp>
            <p:nvSpPr>
              <p:cNvPr descr="bc32bfa7-b78a-4bf3-916a-aed5b1cc92cf" id="25" name="Text2">
                <a:extLst>
                  <a:ext uri="{FF2B5EF4-FFF2-40B4-BE49-F238E27FC236}">
                    <a16:creationId id="{AB95F62D-D32A-B2DB-2CC3-BD0909E5A6C1}"/>
                  </a:ext>
                </a:extLst>
              </p:cNvPr>
              <p:cNvSpPr txBox="1">
                <a:spLocks/>
              </p:cNvSpPr>
              <p:nvPr/>
            </p:nvSpPr>
            <p:spPr>
              <a:xfrm flipH="true" flipV="false">
                <a:off x="8193088" y="2053043"/>
                <a:ext cx="3325813" cy="1602106"/>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速动比率是指速动资产与流动负债的比率，速动资产是扣除存货等变现能力较差的资产后的流动资产，更能准确反映短期偿债能力。</a:t>
                </a:r>
              </a:p>
            </p:txBody>
          </p:sp>
          <p:sp>
            <p:nvSpPr>
              <p:cNvPr descr="9d05310b-5106-4432-bf2a-1dfb727200e0" id="23" name="Number2">
                <a:extLst>
                  <a:ext uri="{FF2B5EF4-FFF2-40B4-BE49-F238E27FC236}">
                    <a16:creationId id="{AEEF5687-5809-8623-C2C7-C052A118C047}"/>
                  </a:ext>
                </a:extLst>
              </p:cNvPr>
              <p:cNvSpPr/>
              <p:nvPr/>
            </p:nvSpPr>
            <p:spPr>
              <a:xfrm flipH="false" flipV="false">
                <a:off x="6526260" y="2222334"/>
                <a:ext cx="354482"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a:bodyPr>
              <a:lstStyle/>
              <a:p>
                <a:pPr algn="ctr"/>
                <a:r>
                  <a:rPr b="true" i="false" lang="en-US" sz="1000" u="none">
                    <a:solidFill>
                      <a:srgbClr val="4190FF"/>
                    </a:solidFill>
                    <a:latin typeface="Arial"/>
                  </a:rPr>
                  <a:t>2</a:t>
                </a:r>
              </a:p>
            </p:txBody>
          </p:sp>
        </p:grpSp>
        <p:grpSp>
          <p:nvGrpSpPr>
            <p:cNvPr descr="4e6ff970-32df-49de-9878-2ed14fa57475" id="39" name="组合 38">
              <a:extLst>
                <a:ext uri="{FF2B5EF4-FFF2-40B4-BE49-F238E27FC236}">
                  <a16:creationId id="{8ED43A12-FF13-0C0A-95D6-948209A93C04}"/>
                </a:ext>
              </a:extLst>
            </p:cNvPr>
            <p:cNvGrpSpPr/>
            <p:nvPr/>
          </p:nvGrpSpPr>
          <p:grpSpPr>
            <a:xfrm>
              <a:off x="7741740" y="4135311"/>
              <a:ext cx="3777161" cy="1998789"/>
              <a:chOff x="7741740" y="4135311"/>
              <a:chExt cx="3777161" cy="1998789"/>
            </a:xfrm>
          </p:grpSpPr>
          <p:sp>
            <p:nvSpPr>
              <p:cNvPr descr="99fa15df-4b4d-4077-8331-8f19efd1e602" id="29" name="Bullet3">
                <a:extLst>
                  <a:ext uri="{FF2B5EF4-FFF2-40B4-BE49-F238E27FC236}">
                    <a16:creationId id="{86C7E91F-8F23-7B2B-5806-9BB6F09DF2C7}"/>
                  </a:ext>
                </a:extLst>
              </p:cNvPr>
              <p:cNvSpPr txBox="1">
                <a:spLocks/>
              </p:cNvSpPr>
              <p:nvPr/>
            </p:nvSpPr>
            <p:spPr>
              <a:xfrm flipH="true" flipV="false">
                <a:off x="8193088" y="4135311"/>
                <a:ext cx="3325813" cy="396683"/>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资产负债率</a:t>
                </a:r>
              </a:p>
            </p:txBody>
          </p:sp>
          <p:sp>
            <p:nvSpPr>
              <p:cNvPr descr="64f2f51d-5811-4193-b9e2-b8301ff98e83" id="30" name="Text3">
                <a:extLst>
                  <a:ext uri="{FF2B5EF4-FFF2-40B4-BE49-F238E27FC236}">
                    <a16:creationId id="{BE24E1FD-9427-028F-B8AB-D83B145264AC}"/>
                  </a:ext>
                </a:extLst>
              </p:cNvPr>
              <p:cNvSpPr txBox="1">
                <a:spLocks/>
              </p:cNvSpPr>
              <p:nvPr/>
            </p:nvSpPr>
            <p:spPr>
              <a:xfrm flipH="true" flipV="false">
                <a:off x="8193088" y="4531994"/>
                <a:ext cx="3325813" cy="1602106"/>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资产负债率是指负债总额与资产总额的比率，反映了企业资产对负债的依赖程度，体现了企业的长期偿债能力。</a:t>
                </a:r>
              </a:p>
            </p:txBody>
          </p:sp>
          <p:sp>
            <p:nvSpPr>
              <p:cNvPr descr="d6e19958-a4f1-46e7-ba3e-2b9a0c1f150b" id="28" name="Number3">
                <a:extLst>
                  <a:ext uri="{FF2B5EF4-FFF2-40B4-BE49-F238E27FC236}">
                    <a16:creationId id="{53340414-BE48-64FA-2590-0EA9266A7E11}"/>
                  </a:ext>
                </a:extLst>
              </p:cNvPr>
              <p:cNvSpPr/>
              <p:nvPr/>
            </p:nvSpPr>
            <p:spPr>
              <a:xfrm flipH="false" flipV="false">
                <a:off x="7741740" y="4354753"/>
                <a:ext cx="354482"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a:bodyPr>
              <a:lstStyle/>
              <a:p>
                <a:pPr algn="ctr"/>
                <a:r>
                  <a:rPr b="true" i="false" lang="en-US" sz="1000" u="none">
                    <a:solidFill>
                      <a:srgbClr val="4190FF"/>
                    </a:solidFill>
                    <a:latin typeface="Arial"/>
                  </a:rPr>
                  <a:t>3</a:t>
                </a:r>
              </a:p>
            </p:txBody>
          </p:sp>
        </p:grpSp>
        <p:grpSp>
          <p:nvGrpSpPr>
            <p:cNvPr descr="db3a2f4d-b4e8-41b4-b7b4-e33f7be88040" id="40" name="组合 39">
              <a:extLst>
                <a:ext uri="{FF2B5EF4-FFF2-40B4-BE49-F238E27FC236}">
                  <a16:creationId id="{5535DC81-A7F4-E73C-1875-E325994317E7}"/>
                </a:ext>
              </a:extLst>
            </p:cNvPr>
            <p:cNvGrpSpPr/>
            <p:nvPr/>
          </p:nvGrpSpPr>
          <p:grpSpPr>
            <a:xfrm>
              <a:off x="660400" y="4093571"/>
              <a:ext cx="4308970" cy="2040529"/>
              <a:chOff x="660400" y="4093571"/>
              <a:chExt cx="4308970" cy="2040529"/>
            </a:xfrm>
          </p:grpSpPr>
          <p:sp>
            <p:nvSpPr>
              <p:cNvPr descr="d30b421b-2435-4f75-af61-7715494bdc94" id="44" name="Bullet4">
                <a:extLst>
                  <a:ext uri="{FF2B5EF4-FFF2-40B4-BE49-F238E27FC236}">
                    <a16:creationId id="{5FDCD1C1-5694-B0C0-8971-74296BC78C95}"/>
                  </a:ext>
                </a:extLst>
              </p:cNvPr>
              <p:cNvSpPr txBox="1">
                <a:spLocks/>
              </p:cNvSpPr>
              <p:nvPr/>
            </p:nvSpPr>
            <p:spPr>
              <a:xfrm flipH="false" flipV="false">
                <a:off x="660400" y="4135311"/>
                <a:ext cx="3325813" cy="396683"/>
              </a:xfrm>
              <a:prstGeom prst="rect">
                <a:avLst/>
              </a:prstGeom>
              <a:noFill/>
              <a:ln>
                <a:noFill/>
              </a:ln>
            </p:spPr>
            <p:txBody>
              <a:bodyPr anchor="ctr" anchorCtr="false" bIns="45720" lIns="91440" rIns="91440" tIns="45720" wrap="square">
                <a:normAutofit/>
              </a:bodyPr>
              <a:lstStyle>
                <a:defPPr>
                  <a:defRPr lang="en-US"/>
                </a:defPPr>
                <a:lvl1pPr defTabSz="913765" fontAlgn="auto" indent="0" lvl="0" marR="0">
                  <a:spcBef>
                    <a:spcPts val="0"/>
                  </a:spcBef>
                  <a:spcAft>
                    <a:spcPts val="0"/>
                  </a:spcAft>
                  <a:buClrTx/>
                  <a:buSzPct val="25000"/>
                  <a:buFontTx/>
                  <a:buNone/>
                  <a:defRPr b="1" baseline="0" cap="none" i="0" kumimoji="0" normalizeH="0" spc="0" strike="noStrike" u="none">
                    <a:ln>
                      <a:noFill/>
                    </a:ln>
                    <a:solidFill>
                      <a:schemeClr val="tx1"/>
                    </a:solidFill>
                    <a:effectLst/>
                    <a:uLnTx/>
                    <a:uFillTx/>
                    <a:latin charset="0" panose="020B0604020202020204" pitchFamily="34" typeface="Arial"/>
                    <a:cs charset="0" panose="020B0604020202020204" pitchFamily="34" typeface="Aria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b="true" i="false" lang="en-US" sz="1800" u="none">
                    <a:solidFill>
                      <a:srgbClr val="2F2F2F"/>
                    </a:solidFill>
                    <a:ea typeface="微软雅黑"/>
                  </a:rPr>
                  <a:t>现金流动负债比率</a:t>
                </a:r>
              </a:p>
            </p:txBody>
          </p:sp>
          <p:sp>
            <p:nvSpPr>
              <p:cNvPr descr="a320d127-3095-4760-a6d5-d877158a70b6" id="45" name="Text4">
                <a:extLst>
                  <a:ext uri="{FF2B5EF4-FFF2-40B4-BE49-F238E27FC236}">
                    <a16:creationId id="{CFEA226C-D54F-7504-072E-4A2198E02F57}"/>
                  </a:ext>
                </a:extLst>
              </p:cNvPr>
              <p:cNvSpPr txBox="1">
                <a:spLocks/>
              </p:cNvSpPr>
              <p:nvPr/>
            </p:nvSpPr>
            <p:spPr>
              <a:xfrm flipH="false" flipV="false">
                <a:off x="660400" y="4531994"/>
                <a:ext cx="3325813" cy="1602106"/>
              </a:xfrm>
              <a:prstGeom prst="rect">
                <a:avLst/>
              </a:prstGeom>
              <a:noFill/>
              <a:ln>
                <a:noFill/>
              </a:ln>
            </p:spPr>
            <p:txBody>
              <a:bodyPr anchor="t" anchorCtr="false" bIns="45720" lIns="91440" rIns="91440" tIns="45720" wrap="square">
                <a:normAutofit/>
              </a:bodyPr>
              <a:lstStyle/>
              <a:p>
                <a:pPr algn="l">
                  <a:lnSpc>
                    <a:spcPct val="120000"/>
                  </a:lnSpc>
                </a:pPr>
                <a:r>
                  <a:rPr b="false" i="false" lang="en-US" strike="noStrike" sz="1200" u="none">
                    <a:solidFill>
                      <a:srgbClr val="2F2F2F"/>
                    </a:solidFill>
                    <a:ea typeface="微软雅黑"/>
                  </a:rPr>
                  <a:t>现金流动负债比率是企业一定时期的经营现金净流量同流动负债的比率，从现金流入和流出的动态角度对企业实际偿债能力进行考察。</a:t>
                </a:r>
              </a:p>
            </p:txBody>
          </p:sp>
          <p:sp>
            <p:nvSpPr>
              <p:cNvPr descr="8aa87801-fad6-44ef-a4c6-977af8ad0ae6" id="43" name="Number4">
                <a:extLst>
                  <a:ext uri="{FF2B5EF4-FFF2-40B4-BE49-F238E27FC236}">
                    <a16:creationId id="{5C980E9B-AB89-ED2F-B07E-D4CE05B1E0FC}"/>
                  </a:ext>
                </a:extLst>
              </p:cNvPr>
              <p:cNvSpPr/>
              <p:nvPr/>
            </p:nvSpPr>
            <p:spPr>
              <a:xfrm flipH="true" flipV="false">
                <a:off x="4614888" y="4093571"/>
                <a:ext cx="354482" cy="35448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false" wrap="none">
                <a:normAutofit/>
              </a:bodyPr>
              <a:lstStyle/>
              <a:p>
                <a:pPr algn="ctr"/>
                <a:r>
                  <a:rPr b="true" i="false" lang="en-US" sz="1000" u="none">
                    <a:solidFill>
                      <a:srgbClr val="4190FF"/>
                    </a:solidFill>
                    <a:latin typeface="Arial"/>
                  </a:rPr>
                  <a:t>4</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偿债能力的衡量指标</a:t>
            </a: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1c4e745d-d1b6-4325-bad4-6bc3a7a0ebce" id="5" name=""/>
          <p:cNvSpPr>
            <a:spLocks noGrp="1"/>
          </p:cNvSpPr>
          <p:nvPr>
            <p:ph hasCustomPrompt="1" type="title"/>
          </p:nvPr>
        </p:nvSpPr>
        <p:spPr/>
        <p:txBody>
          <a:bodyPr anchorCtr="false"/>
          <a:lstStyle/>
          <a:p>
            <a:pPr algn="r">
              <a:lnSpc>
                <a:spcPct val="100000"/>
              </a:lnSpc>
              <a:spcBef>
                <a:spcPct val="0"/>
              </a:spcBef>
            </a:pPr>
            <a:r>
              <a:rPr b="true" i="false" lang="en-US" sz="3200" u="none">
                <a:solidFill>
                  <a:srgbClr val="2F2F2F"/>
                </a:solidFill>
                <a:ea typeface="微软雅黑"/>
              </a:rPr>
              <a:t>资本结构管理</a:t>
            </a:r>
          </a:p>
        </p:txBody>
      </p:sp>
      <p:sp>
        <p:nvSpPr>
          <p:cNvPr descr="86fb887e-410a-4576-994b-4880395bdc51" id="25" name=""/>
          <p:cNvSpPr>
            <a:spLocks noGrp="1"/>
          </p:cNvSpPr>
          <p:nvPr>
            <p:ph hasCustomPrompt="1" idx="1" sz="quarter" type="body"/>
          </p:nvPr>
        </p:nvSpPr>
        <p:spPr/>
        <p:txBody>
          <a:bodyPr anchorCtr="false"/>
          <a:lstStyle/>
          <a:p>
            <a:pPr algn="r">
              <a:lnSpc>
                <a:spcPct val="120000"/>
              </a:lnSpc>
              <a:spcBef>
                <a:spcPts val="1000"/>
              </a:spcBef>
            </a:pPr>
            <a:r>
              <a:rPr b="false" i="false" lang="en-US" sz="2000" u="none">
                <a:solidFill>
                  <a:srgbClr val="2F2F2F"/>
                </a:solidFill>
                <a:ea typeface="微软雅黑"/>
              </a:rPr>
              <a:t>认识资本结构及其管理的重要性</a:t>
            </a:r>
          </a:p>
        </p:txBody>
      </p:sp>
    </p:spTree>
  </p:cSld>
  <p:clrMapOvr>
    <a:masterClrMapping/>
  </p:clrMapOvr>
</p:sld>
</file>

<file path=ppt/slides/slide12.xml><?xml version="1.0" encoding="utf-8"?>
<p:sld xmlns:a="http://schemas.openxmlformats.org/drawingml/2006/main" xmlns:a16="http://schemas.microsoft.com/office/drawing/2014/main" xmlns:p="http://schemas.openxmlformats.org/presentationml/2006/main" xmlns:r="http://schemas.openxmlformats.org/officeDocument/2006/relationships">
  <p:cSld>
    <p:spTree>
      <p:nvGrpSpPr>
        <p:cNvPr id="1" name=""/>
        <p:cNvGrpSpPr/>
        <p:nvPr/>
      </p:nvGrpSpPr>
      <p:grpSpPr>
        <a:xfrm>
          <a:off x="0" y="0"/>
          <a:ext cx="0" cy="0"/>
        </a:xfrm>
      </p:grpSpPr>
      <p:grpSp>
        <p:nvGrpSpPr>
          <p:cNvPr descr="95b17339-6405-4095-9245-f6ee799ec23c" id="29" name="2b0da3ff-aa6a-4fe1-b40f-81ca508174d8.source.4.zh-Hans.pptx">
            <a:extLst>
              <a:ext uri="{FF2B5EF4-FFF2-40B4-BE49-F238E27FC236}">
                <a16:creationId id="{C84EA4E3-00D5-5E45-4D1B-462446F39EDB}"/>
              </a:ext>
            </a:extLst>
          </p:cNvPr>
          <p:cNvGrpSpPr/>
          <p:nvPr/>
        </p:nvGrpSpPr>
        <p:grpSpPr>
          <a:xfrm>
            <a:off x="660400" y="1130303"/>
            <a:ext cx="10858500" cy="5003797"/>
            <a:chOff x="660400" y="1130303"/>
            <a:chExt cx="10858500" cy="5003797"/>
          </a:xfrm>
        </p:grpSpPr>
        <p:sp>
          <p:nvSpPr>
            <p:cNvPr descr="1da7dc9b-a210-4896-8a0e-36fd4fc6a764" id="3" name="PictureMisc1">
              <a:extLst>
                <a:ext uri="{FF2B5EF4-FFF2-40B4-BE49-F238E27FC236}">
                  <a16:creationId id="{69A12A15-EFDE-5565-E5CD-6F01790AD5E9}"/>
                </a:ext>
              </a:extLst>
            </p:cNvPr>
            <p:cNvSpPr/>
            <p:nvPr/>
          </p:nvSpPr>
          <p:spPr>
            <a:xfrm flipH="false" flipV="false">
              <a:off x="4754880" y="1816188"/>
              <a:ext cx="2682240" cy="4317912"/>
            </a:xfrm>
            <a:prstGeom prst="roundRect">
              <a:avLst/>
            </a:prstGeom>
            <a:blipFill rotWithShape="true">
              <a:blip r:embed="rId5"/>
              <a:srcRect/>
              <a:stretch>
                <a:fillRect b="0" l="-95635" r="-95635" t="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sp>
          <p:nvSpPr>
            <p:cNvPr descr="064c7d9d-4752-467a-9a98-639c21bcf584" id="4" name="Title">
              <a:extLst>
                <a:ext uri="{FF2B5EF4-FFF2-40B4-BE49-F238E27FC236}">
                  <a16:creationId id="{0F2317D6-54E9-29EE-1F33-0716AA877206}"/>
                </a:ext>
              </a:extLst>
            </p:cNvPr>
            <p:cNvSpPr txBox="1"/>
            <p:nvPr/>
          </p:nvSpPr>
          <p:spPr>
            <a:xfrm flipH="false" flipV="false">
              <a:off x="660400" y="1130303"/>
              <a:ext cx="10858500" cy="539478"/>
            </a:xfrm>
            <a:prstGeom prst="rect">
              <a:avLst/>
            </a:prstGeom>
            <a:noFill/>
            <a:ln>
              <a:noFill/>
            </a:ln>
          </p:spPr>
          <p:txBody>
            <a:bodyPr anchor="ctr" anchorCtr="true" bIns="45720" lIns="91440" rIns="91440" tIns="45720" wrap="square">
              <a:normAutofit/>
            </a:bodyPr>
            <a:lstStyle/>
            <a:p>
              <a:pPr algn="ctr">
                <a:spcBef>
                  <a:spcPct val="0"/>
                </a:spcBef>
                <a:spcAft>
                  <a:spcPct val="0"/>
                </a:spcAft>
              </a:pPr>
              <a:r>
                <a:rPr b="true" i="false" lang="en-US" strike="noStrike" sz="2400" u="none">
                  <a:solidFill>
                    <a:srgbClr val="2F2F2F"/>
                  </a:solidFill>
                  <a:ea typeface="微软雅黑"/>
                </a:rPr>
                <a:t>明确资本结构的构成</a:t>
              </a:r>
            </a:p>
          </p:txBody>
        </p:sp>
        <p:grpSp>
          <p:nvGrpSpPr>
            <p:cNvPr descr="efca95fc-edbc-44ca-b0ef-47f177e39545" id="5" name="组合 4">
              <a:extLst>
                <a:ext uri="{FF2B5EF4-FFF2-40B4-BE49-F238E27FC236}">
                  <a16:creationId id="{C2FD15D6-E02A-4C71-CFD8-33AC1C623A5B}"/>
                </a:ext>
              </a:extLst>
            </p:cNvPr>
            <p:cNvGrpSpPr/>
            <p:nvPr/>
          </p:nvGrpSpPr>
          <p:grpSpPr>
            <a:xfrm>
              <a:off x="660400" y="1816188"/>
              <a:ext cx="4377326" cy="2110031"/>
              <a:chOff x="863477" y="2400383"/>
              <a:chExt cx="4377326" cy="2110031"/>
            </a:xfrm>
          </p:grpSpPr>
          <p:sp>
            <p:nvSpPr>
              <p:cNvPr descr="3ff80882-24d9-40ca-bd56-7017b1052325" id="26" name="Number1">
                <a:extLst>
                  <a:ext uri="{FF2B5EF4-FFF2-40B4-BE49-F238E27FC236}">
                    <a16:creationId id="{300D969C-65A2-1930-6FCC-E5683D9DE608}"/>
                  </a:ext>
                </a:extLst>
              </p:cNvPr>
              <p:cNvSpPr/>
              <p:nvPr/>
            </p:nvSpPr>
            <p:spPr>
              <a:xfrm flipH="false" flipV="false">
                <a:off x="4700803" y="2400383"/>
                <a:ext cx="540000" cy="540000"/>
              </a:xfrm>
              <a:prstGeom prst="roundRect">
                <a:avLst>
                  <a:gd fmla="val 50000" name="adj"/>
                </a:avLst>
              </a:prstGeom>
              <a:solidFill>
                <a:srgbClr val="FFFFFF"/>
              </a:solidFill>
              <a:ln w="6350">
                <a:solidFill>
                  <a:schemeClr val="tx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000000"/>
                    </a:solidFill>
                    <a:latin typeface="Arial"/>
                  </a:rPr>
                  <a:t>1</a:t>
                </a:r>
              </a:p>
            </p:txBody>
          </p:sp>
          <p:sp>
            <p:nvSpPr>
              <p:cNvPr descr="e1c3593d-31d3-4619-b34a-96da8b8a7f04" id="27" name="Text1">
                <a:extLst>
                  <a:ext uri="{FF2B5EF4-FFF2-40B4-BE49-F238E27FC236}">
                    <a16:creationId id="{E872C820-D9C2-076A-38E2-63781B296817}"/>
                  </a:ext>
                </a:extLst>
              </p:cNvPr>
              <p:cNvSpPr txBox="1"/>
              <p:nvPr/>
            </p:nvSpPr>
            <p:spPr>
              <a:xfrm flipH="false" flipV="false">
                <a:off x="863477" y="3032134"/>
                <a:ext cx="3806846" cy="1478280"/>
              </a:xfrm>
              <a:prstGeom prst="rect">
                <a:avLst/>
              </a:prstGeom>
              <a:noFill/>
            </p:spPr>
            <p:txBody>
              <a:bodyPr anchor="t" anchorCtr="false" rtlCol="0" wrap="square">
                <a:normAutofit/>
              </a:bodyPr>
              <a:lstStyle/>
              <a:p>
                <a:pPr algn="l">
                  <a:lnSpc>
                    <a:spcPct val="120000"/>
                  </a:lnSpc>
                </a:pPr>
                <a:r>
                  <a:rPr b="false" i="false" lang="en-US" sz="1200" u="none">
                    <a:solidFill>
                      <a:srgbClr val="2F2F2F"/>
                    </a:solidFill>
                    <a:ea typeface="微软雅黑"/>
                  </a:rPr>
                  <a:t>资本结构是指企业各种资本的构成及其比例关系，是企业筹资决策的核心问题，影响着企业的融资成本和风险。</a:t>
                </a:r>
              </a:p>
            </p:txBody>
          </p:sp>
          <p:sp>
            <p:nvSpPr>
              <p:cNvPr descr="a6429dc3-bb7e-4aaf-a71f-619a3da5cfcd" id="28" name="Bullet1">
                <a:extLst>
                  <a:ext uri="{FF2B5EF4-FFF2-40B4-BE49-F238E27FC236}">
                    <a16:creationId id="{69130ACA-2F07-BDE1-BD10-A8FB21B6D3FE}"/>
                  </a:ext>
                </a:extLst>
              </p:cNvPr>
              <p:cNvSpPr txBox="1"/>
              <p:nvPr/>
            </p:nvSpPr>
            <p:spPr>
              <a:xfrm flipH="false" flipV="false">
                <a:off x="863477" y="2400905"/>
                <a:ext cx="3806846" cy="539478"/>
              </a:xfrm>
              <a:prstGeom prst="roundRect">
                <a:avLst>
                  <a:gd fmla="val 50000" name="adj"/>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rtlCol="0"/>
              <a:lstStyle>
                <a:defPPr>
                  <a:defRPr lang="en-US"/>
                </a:defPPr>
                <a:lvl1pPr algn="ctr">
                  <a:defRPr b="1" sz="16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b="true" i="false" lang="en-US" sz="1800" u="none">
                    <a:solidFill>
                      <a:srgbClr val="2F2F2F"/>
                    </a:solidFill>
                    <a:ea typeface="微软雅黑"/>
                  </a:rPr>
                  <a:t>资本结构的含义</a:t>
                </a:r>
              </a:p>
            </p:txBody>
          </p:sp>
        </p:grpSp>
        <p:grpSp>
          <p:nvGrpSpPr>
            <p:cNvPr descr="01826032-87f3-45be-a8fd-f6c5840b1e8a" id="6" name="组合 5">
              <a:extLst>
                <a:ext uri="{FF2B5EF4-FFF2-40B4-BE49-F238E27FC236}">
                  <a16:creationId id="{757C43C6-1330-84C6-15F7-4DC4C9F21805}"/>
                </a:ext>
              </a:extLst>
            </p:cNvPr>
            <p:cNvGrpSpPr/>
            <p:nvPr/>
          </p:nvGrpSpPr>
          <p:grpSpPr>
            <a:xfrm>
              <a:off x="660400" y="4024069"/>
              <a:ext cx="4377326" cy="2110031"/>
              <a:chOff x="863477" y="2400383"/>
              <a:chExt cx="4377326" cy="2110031"/>
            </a:xfrm>
          </p:grpSpPr>
          <p:sp>
            <p:nvSpPr>
              <p:cNvPr descr="ede97636-3147-4079-9b6d-5d84595dd48a" id="23" name="Number2">
                <a:extLst>
                  <a:ext uri="{FF2B5EF4-FFF2-40B4-BE49-F238E27FC236}">
                    <a16:creationId id="{6C5E708E-E07C-7AB0-18D8-E4C24D11C9C0}"/>
                  </a:ext>
                </a:extLst>
              </p:cNvPr>
              <p:cNvSpPr/>
              <p:nvPr/>
            </p:nvSpPr>
            <p:spPr>
              <a:xfrm flipH="false" flipV="false">
                <a:off x="4700803" y="2400383"/>
                <a:ext cx="540000" cy="540000"/>
              </a:xfrm>
              <a:prstGeom prst="roundRect">
                <a:avLst>
                  <a:gd fmla="val 50000" name="adj"/>
                </a:avLst>
              </a:prstGeom>
              <a:solidFill>
                <a:srgbClr val="FFFFFF"/>
              </a:solidFill>
              <a:ln w="6350">
                <a:solidFill>
                  <a:schemeClr val="tx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000000"/>
                    </a:solidFill>
                    <a:latin typeface="Arial"/>
                  </a:rPr>
                  <a:t>2</a:t>
                </a:r>
              </a:p>
            </p:txBody>
          </p:sp>
          <p:sp>
            <p:nvSpPr>
              <p:cNvPr descr="7ccde2b2-1557-443c-ac3c-65229947cd4f" id="24" name="Text2">
                <a:extLst>
                  <a:ext uri="{FF2B5EF4-FFF2-40B4-BE49-F238E27FC236}">
                    <a16:creationId id="{15729C75-9FE9-008E-B40A-6A944DD9EE0B}"/>
                  </a:ext>
                </a:extLst>
              </p:cNvPr>
              <p:cNvSpPr txBox="1"/>
              <p:nvPr/>
            </p:nvSpPr>
            <p:spPr>
              <a:xfrm flipH="false" flipV="false">
                <a:off x="863477" y="3032134"/>
                <a:ext cx="3806846" cy="1478280"/>
              </a:xfrm>
              <a:prstGeom prst="rect">
                <a:avLst/>
              </a:prstGeom>
              <a:noFill/>
            </p:spPr>
            <p:txBody>
              <a:bodyPr anchor="t" anchorCtr="false" rtlCol="0" wrap="square">
                <a:normAutofit/>
              </a:bodyPr>
              <a:lstStyle/>
              <a:p>
                <a:pPr algn="l">
                  <a:lnSpc>
                    <a:spcPct val="120000"/>
                  </a:lnSpc>
                </a:pPr>
                <a:r>
                  <a:rPr b="false" i="false" lang="en-US" sz="1200" u="none">
                    <a:solidFill>
                      <a:srgbClr val="2F2F2F"/>
                    </a:solidFill>
                    <a:ea typeface="微软雅黑"/>
                  </a:rPr>
                  <a:t>权益资本是企业所有者投入的资金，代表了企业所有者的权益，具有永久性、无固定利息负担等特点。</a:t>
                </a:r>
              </a:p>
            </p:txBody>
          </p:sp>
          <p:sp>
            <p:nvSpPr>
              <p:cNvPr descr="efca6c79-623f-46e8-a3d7-5104e132fea7" id="25" name="Bullet2">
                <a:extLst>
                  <a:ext uri="{FF2B5EF4-FFF2-40B4-BE49-F238E27FC236}">
                    <a16:creationId id="{F2BC1764-9AEF-5959-6673-1AADB71A7364}"/>
                  </a:ext>
                </a:extLst>
              </p:cNvPr>
              <p:cNvSpPr txBox="1"/>
              <p:nvPr/>
            </p:nvSpPr>
            <p:spPr>
              <a:xfrm flipH="false" flipV="false">
                <a:off x="863477" y="2400905"/>
                <a:ext cx="3806846" cy="539478"/>
              </a:xfrm>
              <a:prstGeom prst="roundRect">
                <a:avLst>
                  <a:gd fmla="val 50000" name="adj"/>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rtlCol="0"/>
              <a:lstStyle>
                <a:defPPr>
                  <a:defRPr lang="en-US"/>
                </a:defPPr>
                <a:lvl1pPr algn="ctr">
                  <a:defRPr b="1" sz="16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b="true" i="false" lang="en-US" sz="1800" u="none">
                    <a:solidFill>
                      <a:srgbClr val="2F2F2F"/>
                    </a:solidFill>
                    <a:ea typeface="微软雅黑"/>
                  </a:rPr>
                  <a:t>权益资本</a:t>
                </a:r>
              </a:p>
            </p:txBody>
          </p:sp>
        </p:grpSp>
        <p:grpSp>
          <p:nvGrpSpPr>
            <p:cNvPr descr="255d574e-aeda-4688-a7d2-89ecc0d528b5" id="8" name="组合 7">
              <a:extLst>
                <a:ext uri="{FF2B5EF4-FFF2-40B4-BE49-F238E27FC236}">
                  <a16:creationId id="{2825484E-B0D0-01DF-3863-7691A5601A1C}"/>
                </a:ext>
              </a:extLst>
            </p:cNvPr>
            <p:cNvGrpSpPr/>
            <p:nvPr/>
          </p:nvGrpSpPr>
          <p:grpSpPr>
            <a:xfrm flipH="1">
              <a:off x="7141573" y="1816188"/>
              <a:ext cx="4377327" cy="2110031"/>
              <a:chOff x="863477" y="2400383"/>
              <a:chExt cx="4377327" cy="2110031"/>
            </a:xfrm>
          </p:grpSpPr>
          <p:sp>
            <p:nvSpPr>
              <p:cNvPr descr="61a2d402-924b-4abf-bf9f-d89c9f829789" id="17" name="Number3">
                <a:extLst>
                  <a:ext uri="{FF2B5EF4-FFF2-40B4-BE49-F238E27FC236}">
                    <a16:creationId id="{0314CDA0-4458-3489-EC98-1EA53787E43A}"/>
                  </a:ext>
                </a:extLst>
              </p:cNvPr>
              <p:cNvSpPr/>
              <p:nvPr/>
            </p:nvSpPr>
            <p:spPr>
              <a:xfrm flipH="false" flipV="false">
                <a:off x="4700804" y="2400383"/>
                <a:ext cx="540000" cy="540000"/>
              </a:xfrm>
              <a:prstGeom prst="roundRect">
                <a:avLst>
                  <a:gd fmla="val 50000" name="adj"/>
                </a:avLst>
              </a:prstGeom>
              <a:solidFill>
                <a:srgbClr val="FFFFFF"/>
              </a:solidFill>
              <a:ln w="6350">
                <a:solidFill>
                  <a:schemeClr val="tx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000000"/>
                    </a:solidFill>
                    <a:latin typeface="Arial"/>
                  </a:rPr>
                  <a:t>3</a:t>
                </a:r>
              </a:p>
            </p:txBody>
          </p:sp>
          <p:sp>
            <p:nvSpPr>
              <p:cNvPr descr="5e3310a9-1ffd-4d6f-a58e-425cde89ac03" id="18" name="Text3">
                <a:extLst>
                  <a:ext uri="{FF2B5EF4-FFF2-40B4-BE49-F238E27FC236}">
                    <a16:creationId id="{FA97919A-EB8F-C58E-B26A-86F958B94450}"/>
                  </a:ext>
                </a:extLst>
              </p:cNvPr>
              <p:cNvSpPr txBox="1"/>
              <p:nvPr/>
            </p:nvSpPr>
            <p:spPr>
              <a:xfrm flipH="false" flipV="false">
                <a:off x="863477" y="3032134"/>
                <a:ext cx="3806846" cy="1478280"/>
              </a:xfrm>
              <a:prstGeom prst="rect">
                <a:avLst/>
              </a:prstGeom>
              <a:noFill/>
            </p:spPr>
            <p:txBody>
              <a:bodyPr anchor="t" anchorCtr="false" rtlCol="0" wrap="square">
                <a:normAutofit/>
              </a:bodyPr>
              <a:lstStyle/>
              <a:p>
                <a:pPr algn="l">
                  <a:lnSpc>
                    <a:spcPct val="120000"/>
                  </a:lnSpc>
                </a:pPr>
                <a:r>
                  <a:rPr b="false" i="false" lang="en-US" sz="1200" u="none">
                    <a:solidFill>
                      <a:srgbClr val="2F2F2F"/>
                    </a:solidFill>
                    <a:ea typeface="微软雅黑"/>
                  </a:rPr>
                  <a:t>债务资本是企业通过借款等方式筹集的资金，需要按期支付利息和偿还本金，具有杠杆效应。</a:t>
                </a:r>
              </a:p>
            </p:txBody>
          </p:sp>
          <p:sp>
            <p:nvSpPr>
              <p:cNvPr descr="8ab0a1cd-d5e9-4304-ace7-c58ebfe2a771" id="19" name="Bullet3">
                <a:extLst>
                  <a:ext uri="{FF2B5EF4-FFF2-40B4-BE49-F238E27FC236}">
                    <a16:creationId id="{1AB20DFF-0D6D-1BEC-C0D3-2FA599D5ED2E}"/>
                  </a:ext>
                </a:extLst>
              </p:cNvPr>
              <p:cNvSpPr txBox="1"/>
              <p:nvPr/>
            </p:nvSpPr>
            <p:spPr>
              <a:xfrm flipH="false" flipV="false">
                <a:off x="863477" y="2400905"/>
                <a:ext cx="3806846" cy="539478"/>
              </a:xfrm>
              <a:prstGeom prst="roundRect">
                <a:avLst>
                  <a:gd fmla="val 50000" name="adj"/>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rtlCol="0"/>
              <a:lstStyle>
                <a:defPPr>
                  <a:defRPr lang="en-US"/>
                </a:defPPr>
                <a:lvl1pPr algn="ctr">
                  <a:defRPr b="1" sz="16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b="true" i="false" lang="en-US" sz="1800" u="none">
                    <a:solidFill>
                      <a:srgbClr val="2F2F2F"/>
                    </a:solidFill>
                    <a:ea typeface="微软雅黑"/>
                  </a:rPr>
                  <a:t>债务资本</a:t>
                </a:r>
              </a:p>
            </p:txBody>
          </p:sp>
        </p:grpSp>
        <p:grpSp>
          <p:nvGrpSpPr>
            <p:cNvPr descr="8c880490-0007-4a8a-9f45-1490f1ebaa75" id="9" name="组合 8">
              <a:extLst>
                <a:ext uri="{FF2B5EF4-FFF2-40B4-BE49-F238E27FC236}">
                  <a16:creationId id="{7B0DF751-9B86-9783-4B6F-DA5CD43B8205}"/>
                </a:ext>
              </a:extLst>
            </p:cNvPr>
            <p:cNvGrpSpPr/>
            <p:nvPr/>
          </p:nvGrpSpPr>
          <p:grpSpPr>
            <a:xfrm flipH="1">
              <a:off x="7141573" y="4024069"/>
              <a:ext cx="4377327" cy="2110031"/>
              <a:chOff x="863477" y="2400383"/>
              <a:chExt cx="4377327" cy="2110031"/>
            </a:xfrm>
          </p:grpSpPr>
          <p:sp>
            <p:nvSpPr>
              <p:cNvPr descr="73f78b17-4fa4-4b26-8902-ff84e84a4f64" id="14" name="Number4">
                <a:extLst>
                  <a:ext uri="{FF2B5EF4-FFF2-40B4-BE49-F238E27FC236}">
                    <a16:creationId id="{E4BCB527-6DEE-020C-03B9-E9F8F047461F}"/>
                  </a:ext>
                </a:extLst>
              </p:cNvPr>
              <p:cNvSpPr/>
              <p:nvPr/>
            </p:nvSpPr>
            <p:spPr>
              <a:xfrm flipH="false" flipV="false">
                <a:off x="4700804" y="2400383"/>
                <a:ext cx="540000" cy="540000"/>
              </a:xfrm>
              <a:prstGeom prst="roundRect">
                <a:avLst>
                  <a:gd fmla="val 50000" name="adj"/>
                </a:avLst>
              </a:prstGeom>
              <a:solidFill>
                <a:srgbClr val="FFFFFF"/>
              </a:solidFill>
              <a:ln w="6350">
                <a:solidFill>
                  <a:schemeClr val="tx1">
                    <a:alpha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rtlCol="0" wrap="none"/>
              <a:lstStyle/>
              <a:p>
                <a:pPr algn="ctr"/>
                <a:r>
                  <a:rPr b="true" i="false" lang="en-US" sz="2000" u="none">
                    <a:solidFill>
                      <a:srgbClr val="000000"/>
                    </a:solidFill>
                    <a:latin typeface="Arial"/>
                  </a:rPr>
                  <a:t>4</a:t>
                </a:r>
              </a:p>
            </p:txBody>
          </p:sp>
          <p:sp>
            <p:nvSpPr>
              <p:cNvPr descr="3dade8ec-13ab-4479-9208-031cb7e0f1f6" id="15" name="Text4">
                <a:extLst>
                  <a:ext uri="{FF2B5EF4-FFF2-40B4-BE49-F238E27FC236}">
                    <a16:creationId id="{309E34D7-4A92-1BA2-DB19-89787EE6EF10}"/>
                  </a:ext>
                </a:extLst>
              </p:cNvPr>
              <p:cNvSpPr txBox="1"/>
              <p:nvPr/>
            </p:nvSpPr>
            <p:spPr>
              <a:xfrm flipH="false" flipV="false">
                <a:off x="863477" y="3032134"/>
                <a:ext cx="3806846" cy="1478280"/>
              </a:xfrm>
              <a:prstGeom prst="rect">
                <a:avLst/>
              </a:prstGeom>
              <a:noFill/>
            </p:spPr>
            <p:txBody>
              <a:bodyPr anchor="t" anchorCtr="false" rtlCol="0" wrap="square">
                <a:normAutofit/>
              </a:bodyPr>
              <a:lstStyle/>
              <a:p>
                <a:pPr algn="l">
                  <a:lnSpc>
                    <a:spcPct val="120000"/>
                  </a:lnSpc>
                </a:pPr>
                <a:r>
                  <a:rPr b="false" i="false" lang="en-US" sz="1200" u="none">
                    <a:solidFill>
                      <a:srgbClr val="2F2F2F"/>
                    </a:solidFill>
                    <a:ea typeface="微软雅黑"/>
                  </a:rPr>
                  <a:t>资本结构中权益资本和债务资本的比例关系至关重要，不同的比例会影响企业的财务风险和融资成本，需合理配置。</a:t>
                </a:r>
              </a:p>
            </p:txBody>
          </p:sp>
          <p:sp>
            <p:nvSpPr>
              <p:cNvPr descr="8967d8e3-5b41-4679-a700-5d2e97a5d85f" id="16" name="Bullet4">
                <a:extLst>
                  <a:ext uri="{FF2B5EF4-FFF2-40B4-BE49-F238E27FC236}">
                    <a16:creationId id="{9F2D0FE6-254F-43BE-4AAE-51B8E416DF23}"/>
                  </a:ext>
                </a:extLst>
              </p:cNvPr>
              <p:cNvSpPr txBox="1"/>
              <p:nvPr/>
            </p:nvSpPr>
            <p:spPr>
              <a:xfrm flipH="false" flipV="false">
                <a:off x="863477" y="2400905"/>
                <a:ext cx="3806846" cy="539478"/>
              </a:xfrm>
              <a:prstGeom prst="roundRect">
                <a:avLst>
                  <a:gd fmla="val 50000" name="adj"/>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false" rtlCol="0"/>
              <a:lstStyle>
                <a:defPPr>
                  <a:defRPr lang="en-US"/>
                </a:defPPr>
                <a:lvl1pPr algn="ctr">
                  <a:defRPr b="1" sz="16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b="true" i="false" lang="en-US" sz="1800" u="none">
                    <a:solidFill>
                      <a:srgbClr val="2F2F2F"/>
                    </a:solidFill>
                    <a:ea typeface="微软雅黑"/>
                  </a:rPr>
                  <a:t>资本结构的比例关系</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资本结构的定义</a:t>
            </a:r>
          </a:p>
        </p:txBody>
      </p:sp>
    </p:spTree>
  </p:cSld>
  <p:clrMapOvr>
    <a:masterClrMapping/>
  </p:clrMapOvr>
</p:sld>
</file>

<file path=ppt/slides/slide13.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4085fc03-612c-4c2d-bbd3-87344dfd5040" id="3" name="d5398267-7ebf-4776-befc-b1e79893414f.source.3.zh-Hans.pptx">
            <a:extLst>
              <a:ext uri="{FF2B5EF4-FFF2-40B4-BE49-F238E27FC236}">
                <a16:creationId id="{8FF01B28-5007-2DB3-C9E8-9D1DC57D8BE0}"/>
              </a:ext>
            </a:extLst>
          </p:cNvPr>
          <p:cNvGrpSpPr/>
          <p:nvPr/>
        </p:nvGrpSpPr>
        <p:grpSpPr>
          <a:xfrm>
            <a:off x="731836" y="1458177"/>
            <a:ext cx="10728328" cy="4246274"/>
            <a:chOff x="731836" y="1458177"/>
            <a:chExt cx="10728328" cy="4246274"/>
          </a:xfrm>
        </p:grpSpPr>
        <p:sp>
          <p:nvSpPr>
            <p:cNvPr descr="2f9861a7-f18c-45be-b746-e241c0006cac" id="10" name="Title">
              <a:extLst>
                <a:ext uri="{FF2B5EF4-FFF2-40B4-BE49-F238E27FC236}">
                  <a16:creationId id="{63DB4A92-EBA3-4FA1-BD8B-30C03E1B0E21}"/>
                </a:ext>
              </a:extLst>
            </p:cNvPr>
            <p:cNvSpPr>
              <a:spLocks/>
            </p:cNvSpPr>
            <p:nvPr/>
          </p:nvSpPr>
          <p:spPr>
            <a:xfrm flipH="false" flipV="false">
              <a:off x="731836" y="1458177"/>
              <a:ext cx="10728328" cy="781828"/>
            </a:xfrm>
            <a:prstGeom prst="rect">
              <a:avLst/>
            </a:prstGeom>
          </p:spPr>
          <p:txBody>
            <a:bodyPr anchor="b" anchorCtr="true" wrap="square">
              <a:normAutofit/>
            </a:bodyPr>
            <a:lstStyle/>
            <a:p>
              <a:pPr algn="ctr"/>
              <a:r>
                <a:rPr b="true" i="false" lang="en-US" sz="2800" u="none">
                  <a:solidFill>
                    <a:srgbClr val="2F2F2F"/>
                  </a:solidFill>
                  <a:ea typeface="微软雅黑"/>
                </a:rPr>
                <a:t>了解资本结构管理对企业的作用</a:t>
              </a:r>
            </a:p>
          </p:txBody>
        </p:sp>
        <p:grpSp>
          <p:nvGrpSpPr>
            <p:cNvPr descr="3e37db5b-a795-4f95-b066-8d40e14349b6" id="82" name="组合 81">
              <a:extLst>
                <a:ext uri="{FF2B5EF4-FFF2-40B4-BE49-F238E27FC236}">
                  <a16:creationId id="{31490EAA-1600-C818-4CB5-62B1F6AC3D95}"/>
                </a:ext>
              </a:extLst>
            </p:cNvPr>
            <p:cNvGrpSpPr/>
            <p:nvPr/>
          </p:nvGrpSpPr>
          <p:grpSpPr>
            <a:xfrm>
              <a:off x="731836" y="3246864"/>
              <a:ext cx="2549755" cy="2457587"/>
              <a:chOff x="2525414" y="3246864"/>
              <a:chExt cx="2100684" cy="2457587"/>
            </a:xfrm>
          </p:grpSpPr>
          <p:sp>
            <p:nvSpPr>
              <p:cNvPr descr="3757a95e-e74d-43db-803f-eefaf5472e5e" id="24" name="Number1">
                <a:extLst>
                  <a:ext uri="{FF2B5EF4-FFF2-40B4-BE49-F238E27FC236}">
                    <a16:creationId id="{D05CD34D-A587-4698-B1AC-2D826566DA67}"/>
                  </a:ext>
                </a:extLst>
              </p:cNvPr>
              <p:cNvSpPr txBox="1"/>
              <p:nvPr/>
            </p:nvSpPr>
            <p:spPr>
              <a:xfrm flipH="false" flipV="false">
                <a:off x="3283047" y="3246864"/>
                <a:ext cx="585418" cy="523220"/>
              </a:xfrm>
              <a:prstGeom prst="rect">
                <a:avLst/>
              </a:prstGeom>
              <a:noFill/>
            </p:spPr>
            <p:txBody>
              <a:bodyPr anchor="ctr" anchorCtr="true" rtlCol="0" wrap="none">
                <a:spAutoFit/>
              </a:bodyPr>
              <a:lstStyle/>
              <a:p>
                <a:pPr algn="ctr"/>
                <a:r>
                  <a:rPr b="true" i="false" lang="en-US" sz="2800" u="none">
                    <a:solidFill>
                      <a:srgbClr val="9B5DE7"/>
                    </a:solidFill>
                    <a:latin typeface="Calibri"/>
                  </a:rPr>
                  <a:t>01</a:t>
                </a:r>
              </a:p>
            </p:txBody>
          </p:sp>
          <p:grpSp>
            <p:nvGrpSpPr>
              <p:cNvPr descr="92468459-d52b-4ad0-a15d-260774bf86c1" id="78" name="组合 77">
                <a:extLst>
                  <a:ext uri="{FF2B5EF4-FFF2-40B4-BE49-F238E27FC236}">
                    <a16:creationId id="{E7C5AB09-5061-8F64-0843-6FB015B5EF8E}"/>
                  </a:ext>
                </a:extLst>
              </p:cNvPr>
              <p:cNvGrpSpPr/>
              <p:nvPr/>
            </p:nvGrpSpPr>
            <p:grpSpPr>
              <a:xfrm>
                <a:off x="2525414" y="3891967"/>
                <a:ext cx="2100684" cy="1812484"/>
                <a:chOff x="2525414" y="3891967"/>
                <a:chExt cx="2100684" cy="1812484"/>
              </a:xfrm>
            </p:grpSpPr>
            <p:sp>
              <p:nvSpPr>
                <p:cNvPr descr="52dc35e3-e310-4abd-9a13-5720091e44ee" id="30" name="Bullet1">
                  <a:extLst>
                    <a:ext uri="{FF2B5EF4-FFF2-40B4-BE49-F238E27FC236}">
                      <a16:creationId id="{838A5F78-D6AB-468B-A63A-7A6A2877E648}"/>
                    </a:ext>
                  </a:extLst>
                </p:cNvPr>
                <p:cNvSpPr txBox="1">
                  <a:spLocks/>
                </p:cNvSpPr>
                <p:nvPr/>
              </p:nvSpPr>
              <p:spPr>
                <a:xfrm flipH="false" flipV="false">
                  <a:off x="2525414" y="3891967"/>
                  <a:ext cx="2100684" cy="523220"/>
                </a:xfrm>
                <a:prstGeom prst="rect">
                  <a:avLst/>
                </a:prstGeom>
                <a:noFill/>
              </p:spPr>
              <p:txBody>
                <a:bodyPr anchor="b" anchorCtr="true" rtlCol="0" wrap="square">
                  <a:normAutofit/>
                </a:bodyPr>
                <a:lstStyle/>
                <a:p>
                  <a:pPr algn="ctr"/>
                  <a:r>
                    <a:rPr b="true" i="false" lang="en-US" sz="1800" u="none">
                      <a:solidFill>
                        <a:srgbClr val="2F2F2F"/>
                      </a:solidFill>
                      <a:ea typeface="微软雅黑"/>
                    </a:rPr>
                    <a:t>影响融资成本</a:t>
                  </a:r>
                </a:p>
              </p:txBody>
            </p:sp>
            <p:sp>
              <p:nvSpPr>
                <p:cNvPr descr="401dc7cf-7f67-458e-8227-8fd5740aed4d" id="32" name="Text1">
                  <a:extLst>
                    <a:ext uri="{FF2B5EF4-FFF2-40B4-BE49-F238E27FC236}">
                      <a16:creationId id="{857044E3-6A15-4B1E-9566-9792D8CE0639}"/>
                    </a:ext>
                  </a:extLst>
                </p:cNvPr>
                <p:cNvSpPr txBox="1">
                  <a:spLocks/>
                </p:cNvSpPr>
                <p:nvPr/>
              </p:nvSpPr>
              <p:spPr>
                <a:xfrm flipH="false" flipV="false">
                  <a:off x="2525414" y="4575015"/>
                  <a:ext cx="2100684" cy="1129436"/>
                </a:xfrm>
                <a:prstGeom prst="rect">
                  <a:avLst/>
                </a:prstGeom>
                <a:noFill/>
              </p:spPr>
              <p:txBody>
                <a:bodyPr anchor="t" anchorCtr="true" rtlCol="0" wrap="square">
                  <a:normAutofit/>
                </a:bodyPr>
                <a:lstStyle/>
                <a:p>
                  <a:pPr algn="ctr">
                    <a:lnSpc>
                      <a:spcPct val="120000"/>
                    </a:lnSpc>
                  </a:pPr>
                  <a:r>
                    <a:rPr b="false" i="false" lang="en-US" sz="1200" u="none">
                      <a:solidFill>
                        <a:srgbClr val="2F2F2F"/>
                      </a:solidFill>
                      <a:ea typeface="微软雅黑"/>
                    </a:rPr>
                    <a:t>通过合理的资本结构管理，企业可以降低融资成本。例如，适度利用债务资本可获得税收抵扣优势，降低综合资本成本。</a:t>
                  </a:r>
                </a:p>
              </p:txBody>
            </p:sp>
          </p:grpSp>
        </p:grpSp>
        <p:grpSp>
          <p:nvGrpSpPr>
            <p:cNvPr descr="af04f1f7-7a34-4a99-80ca-a230af1387a2" id="83" name="组合 82">
              <a:extLst>
                <a:ext uri="{FF2B5EF4-FFF2-40B4-BE49-F238E27FC236}">
                  <a16:creationId id="{19440603-24F0-45A7-5571-CCC6595A4F97}"/>
                </a:ext>
              </a:extLst>
            </p:cNvPr>
            <p:cNvGrpSpPr/>
            <p:nvPr/>
          </p:nvGrpSpPr>
          <p:grpSpPr>
            <a:xfrm>
              <a:off x="4821123" y="3246864"/>
              <a:ext cx="2549755" cy="2457587"/>
              <a:chOff x="5126551" y="3246864"/>
              <a:chExt cx="2100684" cy="2457587"/>
            </a:xfrm>
          </p:grpSpPr>
          <p:sp>
            <p:nvSpPr>
              <p:cNvPr descr="bc18a0ea-f485-4775-b3fc-eacf4c9c4f00" id="26" name="Number2">
                <a:extLst>
                  <a:ext uri="{FF2B5EF4-FFF2-40B4-BE49-F238E27FC236}">
                    <a16:creationId id="{BC61E322-3BA1-40AD-9672-7D9618377936}"/>
                  </a:ext>
                </a:extLst>
              </p:cNvPr>
              <p:cNvSpPr txBox="1"/>
              <p:nvPr/>
            </p:nvSpPr>
            <p:spPr>
              <a:xfrm flipH="false" flipV="false">
                <a:off x="5884184" y="3246864"/>
                <a:ext cx="585418" cy="523220"/>
              </a:xfrm>
              <a:prstGeom prst="rect">
                <a:avLst/>
              </a:prstGeom>
              <a:noFill/>
            </p:spPr>
            <p:txBody>
              <a:bodyPr anchor="ctr" anchorCtr="true" rtlCol="0" wrap="none">
                <a:spAutoFit/>
              </a:bodyPr>
              <a:lstStyle/>
              <a:p>
                <a:pPr algn="ctr"/>
                <a:r>
                  <a:rPr b="true" i="false" lang="en-US" sz="2800" u="none">
                    <a:solidFill>
                      <a:srgbClr val="A8A8A8"/>
                    </a:solidFill>
                    <a:latin typeface="Calibri"/>
                  </a:rPr>
                  <a:t>02</a:t>
                </a:r>
              </a:p>
            </p:txBody>
          </p:sp>
          <p:grpSp>
            <p:nvGrpSpPr>
              <p:cNvPr descr="746bbb13-a64d-41b3-8b18-e01d4d3a6bc5" id="79" name="组合 78">
                <a:extLst>
                  <a:ext uri="{FF2B5EF4-FFF2-40B4-BE49-F238E27FC236}">
                    <a16:creationId id="{3334088F-EEB9-B702-F075-4A7AFACDFB3D}"/>
                  </a:ext>
                </a:extLst>
              </p:cNvPr>
              <p:cNvGrpSpPr/>
              <p:nvPr/>
            </p:nvGrpSpPr>
            <p:grpSpPr>
              <a:xfrm>
                <a:off x="5126551" y="3891967"/>
                <a:ext cx="2100684" cy="1812484"/>
                <a:chOff x="5126551" y="3891967"/>
                <a:chExt cx="2100684" cy="1812484"/>
              </a:xfrm>
            </p:grpSpPr>
            <p:sp>
              <p:nvSpPr>
                <p:cNvPr descr="fc38a1b0-9106-4d52-9ba5-ed47ac228314" id="33" name="Bullet2">
                  <a:extLst>
                    <a:ext uri="{FF2B5EF4-FFF2-40B4-BE49-F238E27FC236}">
                      <a16:creationId id="{70D9D8E7-E9D9-4986-9FEE-FDD03DDC2B0C}"/>
                    </a:ext>
                  </a:extLst>
                </p:cNvPr>
                <p:cNvSpPr txBox="1">
                  <a:spLocks/>
                </p:cNvSpPr>
                <p:nvPr/>
              </p:nvSpPr>
              <p:spPr>
                <a:xfrm flipH="false" flipV="false">
                  <a:off x="5126551" y="3891967"/>
                  <a:ext cx="2100684" cy="523220"/>
                </a:xfrm>
                <a:prstGeom prst="rect">
                  <a:avLst/>
                </a:prstGeom>
                <a:noFill/>
              </p:spPr>
              <p:txBody>
                <a:bodyPr anchor="b" anchorCtr="true" rtlCol="0" wrap="square">
                  <a:normAutofit/>
                </a:bodyPr>
                <a:lstStyle/>
                <a:p>
                  <a:pPr algn="ctr"/>
                  <a:r>
                    <a:rPr b="true" i="false" lang="en-US" sz="1800" u="none">
                      <a:solidFill>
                        <a:srgbClr val="2F2F2F"/>
                      </a:solidFill>
                      <a:ea typeface="微软雅黑"/>
                    </a:rPr>
                    <a:t>影响财务风险</a:t>
                  </a:r>
                </a:p>
              </p:txBody>
            </p:sp>
            <p:sp>
              <p:nvSpPr>
                <p:cNvPr descr="71dc2dca-37e2-4c0f-ac70-6b2b2b779a55" id="34" name="Text2">
                  <a:extLst>
                    <a:ext uri="{FF2B5EF4-FFF2-40B4-BE49-F238E27FC236}">
                      <a16:creationId id="{EE8484B9-A6D6-419E-BF56-39B8A2EA8C79}"/>
                    </a:ext>
                  </a:extLst>
                </p:cNvPr>
                <p:cNvSpPr txBox="1">
                  <a:spLocks/>
                </p:cNvSpPr>
                <p:nvPr/>
              </p:nvSpPr>
              <p:spPr>
                <a:xfrm flipH="false" flipV="false">
                  <a:off x="5126551" y="4575015"/>
                  <a:ext cx="2100684" cy="1129436"/>
                </a:xfrm>
                <a:prstGeom prst="rect">
                  <a:avLst/>
                </a:prstGeom>
                <a:noFill/>
              </p:spPr>
              <p:txBody>
                <a:bodyPr anchor="t" anchorCtr="true" rtlCol="0" wrap="square">
                  <a:normAutofit/>
                </a:bodyPr>
                <a:lstStyle/>
                <a:p>
                  <a:pPr algn="ctr">
                    <a:lnSpc>
                      <a:spcPct val="120000"/>
                    </a:lnSpc>
                  </a:pPr>
                  <a:r>
                    <a:rPr b="false" i="false" lang="en-US" sz="1200" u="none">
                      <a:solidFill>
                        <a:srgbClr val="2F2F2F"/>
                      </a:solidFill>
                      <a:ea typeface="微软雅黑"/>
                    </a:rPr>
                    <a:t>资本结构管理影响企业的财务稳健性。债务资本过多会增加财务风险，而权益资本过多则可能降低财务杠杆效益。</a:t>
                  </a:r>
                </a:p>
              </p:txBody>
            </p:sp>
          </p:grpSp>
        </p:grpSp>
        <p:grpSp>
          <p:nvGrpSpPr>
            <p:cNvPr descr="6e51db6c-ba4c-412a-979d-80a341432e2b" id="84" name="组合 83">
              <a:extLst>
                <a:ext uri="{FF2B5EF4-FFF2-40B4-BE49-F238E27FC236}">
                  <a16:creationId id="{12B25FCA-183D-881F-7C53-6E9729C46E18}"/>
                </a:ext>
              </a:extLst>
            </p:cNvPr>
            <p:cNvGrpSpPr/>
            <p:nvPr/>
          </p:nvGrpSpPr>
          <p:grpSpPr>
            <a:xfrm>
              <a:off x="8910409" y="3249321"/>
              <a:ext cx="2549755" cy="2455130"/>
              <a:chOff x="7654712" y="3249321"/>
              <a:chExt cx="2100684" cy="2455130"/>
            </a:xfrm>
          </p:grpSpPr>
          <p:sp>
            <p:nvSpPr>
              <p:cNvPr descr="25bbb735-2b41-4c17-afc5-c2c477149d4c" id="28" name="Number3">
                <a:extLst>
                  <a:ext uri="{FF2B5EF4-FFF2-40B4-BE49-F238E27FC236}">
                    <a16:creationId id="{E8F5548A-B567-48A1-8ACB-1125BBF410E8}"/>
                  </a:ext>
                </a:extLst>
              </p:cNvPr>
              <p:cNvSpPr txBox="1"/>
              <p:nvPr/>
            </p:nvSpPr>
            <p:spPr>
              <a:xfrm flipH="false" flipV="false">
                <a:off x="8412345" y="3249321"/>
                <a:ext cx="585418" cy="523220"/>
              </a:xfrm>
              <a:prstGeom prst="rect">
                <a:avLst/>
              </a:prstGeom>
              <a:noFill/>
            </p:spPr>
            <p:txBody>
              <a:bodyPr anchor="ctr" anchorCtr="true" rtlCol="0" wrap="none">
                <a:spAutoFit/>
              </a:bodyPr>
              <a:lstStyle/>
              <a:p>
                <a:pPr algn="ctr"/>
                <a:r>
                  <a:rPr b="true" i="false" lang="en-US" sz="2800" u="none">
                    <a:solidFill>
                      <a:srgbClr val="5F5F5F"/>
                    </a:solidFill>
                    <a:latin typeface="Calibri"/>
                  </a:rPr>
                  <a:t>03</a:t>
                </a:r>
              </a:p>
            </p:txBody>
          </p:sp>
          <p:grpSp>
            <p:nvGrpSpPr>
              <p:cNvPr descr="ec87fc57-244e-4f59-a7bb-3f9cd23e91ab" id="80" name="组合 79">
                <a:extLst>
                  <a:ext uri="{FF2B5EF4-FFF2-40B4-BE49-F238E27FC236}">
                    <a16:creationId id="{4D5282BE-8C52-FF1F-4B57-05D5B9CD9706}"/>
                  </a:ext>
                </a:extLst>
              </p:cNvPr>
              <p:cNvGrpSpPr/>
              <p:nvPr/>
            </p:nvGrpSpPr>
            <p:grpSpPr>
              <a:xfrm>
                <a:off x="7654712" y="3891967"/>
                <a:ext cx="2100684" cy="1812484"/>
                <a:chOff x="7654712" y="3891967"/>
                <a:chExt cx="2100684" cy="1812484"/>
              </a:xfrm>
            </p:grpSpPr>
            <p:sp>
              <p:nvSpPr>
                <p:cNvPr descr="6e3230c4-4484-4997-8014-2a03a869fbfb" id="35" name="Bullet3">
                  <a:extLst>
                    <a:ext uri="{FF2B5EF4-FFF2-40B4-BE49-F238E27FC236}">
                      <a16:creationId id="{FE52AFE2-6E8F-446E-BA05-3F1EA874D1B4}"/>
                    </a:ext>
                  </a:extLst>
                </p:cNvPr>
                <p:cNvSpPr txBox="1">
                  <a:spLocks/>
                </p:cNvSpPr>
                <p:nvPr/>
              </p:nvSpPr>
              <p:spPr>
                <a:xfrm flipH="false" flipV="false">
                  <a:off x="7654712" y="3891967"/>
                  <a:ext cx="2100684" cy="523220"/>
                </a:xfrm>
                <a:prstGeom prst="rect">
                  <a:avLst/>
                </a:prstGeom>
                <a:noFill/>
              </p:spPr>
              <p:txBody>
                <a:bodyPr anchor="b" anchorCtr="true" rtlCol="0" wrap="square">
                  <a:normAutofit/>
                </a:bodyPr>
                <a:lstStyle/>
                <a:p>
                  <a:pPr algn="ctr"/>
                  <a:r>
                    <a:rPr b="true" i="false" lang="en-US" sz="1800" u="none">
                      <a:solidFill>
                        <a:srgbClr val="2F2F2F"/>
                      </a:solidFill>
                      <a:ea typeface="微软雅黑"/>
                    </a:rPr>
                    <a:t>实现可持续发展</a:t>
                  </a:r>
                </a:p>
              </p:txBody>
            </p:sp>
            <p:sp>
              <p:nvSpPr>
                <p:cNvPr descr="bfcbeedb-035b-4983-83d9-283755cb004e" id="36" name="Text3">
                  <a:extLst>
                    <a:ext uri="{FF2B5EF4-FFF2-40B4-BE49-F238E27FC236}">
                      <a16:creationId id="{A2BF52D3-999A-46C6-8C30-D2D8619D0396}"/>
                    </a:ext>
                  </a:extLst>
                </p:cNvPr>
                <p:cNvSpPr txBox="1">
                  <a:spLocks/>
                </p:cNvSpPr>
                <p:nvPr/>
              </p:nvSpPr>
              <p:spPr>
                <a:xfrm flipH="false" flipV="false">
                  <a:off x="7654712" y="4575015"/>
                  <a:ext cx="2100684" cy="1129436"/>
                </a:xfrm>
                <a:prstGeom prst="rect">
                  <a:avLst/>
                </a:prstGeom>
                <a:noFill/>
              </p:spPr>
              <p:txBody>
                <a:bodyPr anchor="t" anchorCtr="true" rtlCol="0" wrap="square">
                  <a:normAutofit/>
                </a:bodyPr>
                <a:lstStyle/>
                <a:p>
                  <a:pPr algn="ctr">
                    <a:lnSpc>
                      <a:spcPct val="120000"/>
                    </a:lnSpc>
                  </a:pPr>
                  <a:r>
                    <a:rPr b="false" i="false" lang="en-US" sz="1200" u="none">
                      <a:solidFill>
                        <a:srgbClr val="2F2F2F"/>
                      </a:solidFill>
                      <a:ea typeface="微软雅黑"/>
                    </a:rPr>
                    <a:t>有效的资本结构管理有助于企业实现可持续发展和长期价值创造，使企业在市场竞争中保持优势。</a:t>
                  </a:r>
                </a:p>
              </p:txBody>
            </p:sp>
          </p:gr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资本结构管理的重要性</a:t>
            </a:r>
          </a:p>
        </p:txBody>
      </p:sp>
    </p:spTree>
  </p:cSld>
  <p:clrMapOvr>
    <a:masterClrMapping/>
  </p:clrMapOvr>
</p:sld>
</file>

<file path=ppt/slides/slide14.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e550c74d-3402-4a6c-9871-bf93b209d114" id="72" name="d70427a0-c0a0-45fe-a05b-eaf7b6a11ce9.source.3.zh-Hans.pptx">
            <a:extLst>
              <a:ext uri="{FF2B5EF4-FFF2-40B4-BE49-F238E27FC236}">
                <a16:creationId id="{4F48F533-F3BB-3295-84A8-FD119B952368}"/>
              </a:ext>
            </a:extLst>
          </p:cNvPr>
          <p:cNvGrpSpPr/>
          <p:nvPr/>
        </p:nvGrpSpPr>
        <p:grpSpPr>
          <a:xfrm>
            <a:off x="660401" y="1412774"/>
            <a:ext cx="10871200" cy="4569168"/>
            <a:chOff x="660401" y="1412774"/>
            <a:chExt cx="10871200" cy="4569168"/>
          </a:xfrm>
        </p:grpSpPr>
        <p:sp>
          <p:nvSpPr>
            <p:cNvPr descr="28c49959-7220-4d14-bf18-cedf51098467" id="33" name="Title">
              <a:extLst>
                <a:ext uri="{FF2B5EF4-FFF2-40B4-BE49-F238E27FC236}">
                  <a16:creationId id="{418BF211-354E-EDDC-7ECF-96B87AFA46CF}"/>
                </a:ext>
              </a:extLst>
            </p:cNvPr>
            <p:cNvSpPr txBox="1"/>
            <p:nvPr/>
          </p:nvSpPr>
          <p:spPr>
            <a:xfrm flipH="false" flipV="false">
              <a:off x="669926" y="1412774"/>
              <a:ext cx="10848974" cy="523220"/>
            </a:xfrm>
            <a:prstGeom prst="rect">
              <a:avLst/>
            </a:prstGeom>
            <a:noFill/>
          </p:spPr>
          <p:txBody>
            <a:bodyPr anchor="b" anchorCtr="true" wrap="square">
              <a:normAutofit/>
            </a:bodyPr>
            <a:lstStyle/>
            <a:p>
              <a:pPr algn="ctr"/>
              <a:r>
                <a:rPr b="true" i="false" lang="en-US" sz="2400" u="none">
                  <a:solidFill>
                    <a:srgbClr val="2F2F2F"/>
                  </a:solidFill>
                  <a:ea typeface="微软雅黑"/>
                </a:rPr>
                <a:t>熟悉经典的资本结构理论</a:t>
              </a:r>
            </a:p>
          </p:txBody>
        </p:sp>
        <p:grpSp>
          <p:nvGrpSpPr>
            <p:cNvPr descr="f022cb68-7d89-42d8-897d-e832f49d6d5c" id="41" name="组合 40">
              <a:extLst>
                <a:ext uri="{FF2B5EF4-FFF2-40B4-BE49-F238E27FC236}">
                  <a16:creationId id="{FF470E02-CB6A-C066-3E62-3843F0A159F8}"/>
                </a:ext>
              </a:extLst>
            </p:cNvPr>
            <p:cNvGrpSpPr/>
            <p:nvPr/>
          </p:nvGrpSpPr>
          <p:grpSpPr>
            <a:xfrm>
              <a:off x="660401" y="2727811"/>
              <a:ext cx="3400155" cy="3254131"/>
              <a:chOff x="660401" y="2727811"/>
              <a:chExt cx="3400155" cy="3254131"/>
            </a:xfrm>
          </p:grpSpPr>
          <p:sp>
            <p:nvSpPr>
              <p:cNvPr descr="f0aed1e1-6dae-4c3a-993c-50fbf8aaf94f" id="29" name="矩形: 对角圆角 28">
                <a:extLst>
                  <a:ext uri="{FF2B5EF4-FFF2-40B4-BE49-F238E27FC236}">
                    <a16:creationId id="{9C847372-7D68-23A5-4E24-23A879C9D587}"/>
                  </a:ext>
                </a:extLst>
              </p:cNvPr>
              <p:cNvSpPr/>
              <p:nvPr/>
            </p:nvSpPr>
            <p:spPr>
              <a:xfrm flipH="false" flipV="false">
                <a:off x="660401" y="2727811"/>
                <a:ext cx="3400155" cy="3254131"/>
              </a:xfrm>
              <a:prstGeom prst="round2Diag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Autofit/>
              </a:bodyPr>
              <a:lstStyle/>
              <a:p>
                <a:pPr algn="ctr">
                  <a:lnSpc>
                    <a:spcPct val="130000"/>
                  </a:lnSpc>
                </a:pPr>
              </a:p>
            </p:txBody>
          </p:sp>
          <p:sp>
            <p:nvSpPr>
              <p:cNvPr descr="0d07562b-23d0-41bf-9776-af54c69cb3d8" id="30" name="Bullet1">
                <a:extLst>
                  <a:ext uri="{FF2B5EF4-FFF2-40B4-BE49-F238E27FC236}">
                    <a16:creationId id="{680B6A33-8F66-01A3-17DC-0AEF46AA0A70}"/>
                  </a:ext>
                </a:extLst>
              </p:cNvPr>
              <p:cNvSpPr>
                <a:spLocks/>
              </p:cNvSpPr>
              <p:nvPr/>
            </p:nvSpPr>
            <p:spPr>
              <a:xfrm flipH="false" flipV="false">
                <a:off x="917793" y="2934854"/>
                <a:ext cx="2935748" cy="728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b"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r>
                  <a:rPr b="true" i="false" lang="en-US" sz="1800" u="none">
                    <a:solidFill>
                      <a:srgbClr val="2F2F2F"/>
                    </a:solidFill>
                    <a:ea typeface="微软雅黑"/>
                  </a:rPr>
                  <a:t>权衡理论</a:t>
                </a:r>
              </a:p>
            </p:txBody>
          </p:sp>
          <p:sp>
            <p:nvSpPr>
              <p:cNvPr descr="9ffd0533-6e30-4bed-91e7-228b6fbc34d1" id="31" name="Text1">
                <a:extLst>
                  <a:ext uri="{FF2B5EF4-FFF2-40B4-BE49-F238E27FC236}">
                    <a16:creationId id="{C3CFA587-4F52-4221-0067-64A793BB7F70}"/>
                  </a:ext>
                </a:extLst>
              </p:cNvPr>
              <p:cNvSpPr>
                <a:spLocks/>
              </p:cNvSpPr>
              <p:nvPr/>
            </p:nvSpPr>
            <p:spPr>
              <a:xfrm flipH="false" flipV="false">
                <a:off x="917793" y="3726671"/>
                <a:ext cx="2935749" cy="1267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lnSpc>
                    <a:spcPct val="120000"/>
                  </a:lnSpc>
                </a:pPr>
                <a:r>
                  <a:rPr b="false" i="false" lang="en-US" sz="1200" u="none">
                    <a:solidFill>
                      <a:srgbClr val="2F2F2F"/>
                    </a:solidFill>
                    <a:ea typeface="微软雅黑"/>
                  </a:rPr>
                  <a:t>权衡理论主张在债务和权益之间找到最优比例，以实现企业价值最大化。该理论考虑了债务的税收优惠和财务困境成本。</a:t>
                </a:r>
              </a:p>
            </p:txBody>
          </p:sp>
          <p:sp>
            <p:nvSpPr>
              <p:cNvPr descr="81959cca-5338-4e37-8052-020b703e1493" id="38" name="Number1">
                <a:extLst>
                  <a:ext uri="{FF2B5EF4-FFF2-40B4-BE49-F238E27FC236}">
                    <a16:creationId id="{7773E62A-1E64-DB2F-F4DC-51EF49BAB586}"/>
                  </a:ext>
                </a:extLst>
              </p:cNvPr>
              <p:cNvSpPr txBox="1"/>
              <p:nvPr/>
            </p:nvSpPr>
            <p:spPr>
              <a:xfrm flipH="false" flipV="false">
                <a:off x="917793" y="5136219"/>
                <a:ext cx="639919" cy="584775"/>
              </a:xfrm>
              <a:prstGeom prst="rect">
                <a:avLst/>
              </a:prstGeom>
              <a:noFill/>
            </p:spPr>
            <p:txBody>
              <a:bodyPr anchor="ctr" anchorCtr="false" bIns="45720" lIns="91440" rIns="91440" rtlCol="0" tIns="45720" wrap="none">
                <a:spAutoFit/>
              </a:bodyPr>
              <a:lstStyle/>
              <a:p>
                <a:pPr algn="l"/>
                <a:r>
                  <a:rPr b="true" i="false" lang="en-US" sz="3200" u="none">
                    <a:solidFill>
                      <a:srgbClr val="4190FF"/>
                    </a:solidFill>
                    <a:latin typeface="Arial"/>
                  </a:rPr>
                  <a:t>01</a:t>
                </a:r>
              </a:p>
            </p:txBody>
          </p:sp>
        </p:grpSp>
        <p:grpSp>
          <p:nvGrpSpPr>
            <p:cNvPr descr="19bd357a-7a08-4ee5-882d-1d10aaf119fb" id="42" name="组合 41">
              <a:extLst>
                <a:ext uri="{FF2B5EF4-FFF2-40B4-BE49-F238E27FC236}">
                  <a16:creationId id="{C670BD12-0C60-51E1-4985-046B73F4713E}"/>
                </a:ext>
              </a:extLst>
            </p:cNvPr>
            <p:cNvGrpSpPr/>
            <p:nvPr/>
          </p:nvGrpSpPr>
          <p:grpSpPr>
            <a:xfrm>
              <a:off x="4395923" y="2727811"/>
              <a:ext cx="3400155" cy="3254131"/>
              <a:chOff x="4395923" y="2727811"/>
              <a:chExt cx="3400155" cy="3254131"/>
            </a:xfrm>
          </p:grpSpPr>
          <p:sp>
            <p:nvSpPr>
              <p:cNvPr descr="623718d8-f611-4909-808e-d4ed07df0c27" id="20" name="矩形: 对角圆角 19">
                <a:extLst>
                  <a:ext uri="{FF2B5EF4-FFF2-40B4-BE49-F238E27FC236}">
                    <a16:creationId id="{B6C11D0C-7DDF-391D-7F3A-0424A8FCDB5D}"/>
                  </a:ext>
                </a:extLst>
              </p:cNvPr>
              <p:cNvSpPr/>
              <p:nvPr/>
            </p:nvSpPr>
            <p:spPr>
              <a:xfrm flipH="false" flipV="false">
                <a:off x="4395923" y="2727811"/>
                <a:ext cx="3400155" cy="3254131"/>
              </a:xfrm>
              <a:prstGeom prst="round2Diag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Autofit/>
              </a:bodyPr>
              <a:lstStyle/>
              <a:p>
                <a:pPr algn="ctr">
                  <a:lnSpc>
                    <a:spcPct val="130000"/>
                  </a:lnSpc>
                </a:pPr>
              </a:p>
            </p:txBody>
          </p:sp>
          <p:sp>
            <p:nvSpPr>
              <p:cNvPr descr="d81d0881-2abb-4406-8440-d2e78a077df0" id="21" name="Bullet2">
                <a:extLst>
                  <a:ext uri="{FF2B5EF4-FFF2-40B4-BE49-F238E27FC236}">
                    <a16:creationId id="{B61E1993-EE05-A238-998F-E959493909D5}"/>
                  </a:ext>
                </a:extLst>
              </p:cNvPr>
              <p:cNvSpPr>
                <a:spLocks/>
              </p:cNvSpPr>
              <p:nvPr/>
            </p:nvSpPr>
            <p:spPr>
              <a:xfrm flipH="false" flipV="false">
                <a:off x="4653315" y="2934854"/>
                <a:ext cx="2935748" cy="728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b"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r>
                  <a:rPr b="true" i="false" lang="en-US" sz="1800" u="none">
                    <a:solidFill>
                      <a:srgbClr val="2F2F2F"/>
                    </a:solidFill>
                    <a:ea typeface="微软雅黑"/>
                  </a:rPr>
                  <a:t>代理成本理论</a:t>
                </a:r>
              </a:p>
            </p:txBody>
          </p:sp>
          <p:sp>
            <p:nvSpPr>
              <p:cNvPr descr="80d25603-2e97-4658-9552-85213717bf4a" id="22" name="Text2">
                <a:extLst>
                  <a:ext uri="{FF2B5EF4-FFF2-40B4-BE49-F238E27FC236}">
                    <a16:creationId id="{9E85A8F8-81B9-75A9-2D12-181815AA42AE}"/>
                  </a:ext>
                </a:extLst>
              </p:cNvPr>
              <p:cNvSpPr>
                <a:spLocks/>
              </p:cNvSpPr>
              <p:nvPr/>
            </p:nvSpPr>
            <p:spPr>
              <a:xfrm flipH="false" flipV="false">
                <a:off x="4653315" y="3726671"/>
                <a:ext cx="2935749" cy="1267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lnSpc>
                    <a:spcPct val="120000"/>
                  </a:lnSpc>
                </a:pPr>
                <a:r>
                  <a:rPr b="false" i="false" lang="en-US" sz="1200" u="none">
                    <a:solidFill>
                      <a:srgbClr val="2F2F2F"/>
                    </a:solidFill>
                    <a:ea typeface="微软雅黑"/>
                  </a:rPr>
                  <a:t>代理成本理论强调通过降低代理成本来优化资本结构，例如通过债务约束来降低管理层代理成本，提高企业效率。</a:t>
                </a:r>
              </a:p>
            </p:txBody>
          </p:sp>
          <p:sp>
            <p:nvSpPr>
              <p:cNvPr descr="9adfea86-99be-4add-8a03-7a3d7f389171" id="39" name="Number2">
                <a:extLst>
                  <a:ext uri="{FF2B5EF4-FFF2-40B4-BE49-F238E27FC236}">
                    <a16:creationId id="{9C06EE9E-B01A-3C58-0ED7-B91B8B68791C}"/>
                  </a:ext>
                </a:extLst>
              </p:cNvPr>
              <p:cNvSpPr txBox="1"/>
              <p:nvPr/>
            </p:nvSpPr>
            <p:spPr>
              <a:xfrm flipH="false" flipV="false">
                <a:off x="4672058" y="5136219"/>
                <a:ext cx="639919" cy="584775"/>
              </a:xfrm>
              <a:prstGeom prst="rect">
                <a:avLst/>
              </a:prstGeom>
              <a:noFill/>
            </p:spPr>
            <p:txBody>
              <a:bodyPr anchor="ctr" anchorCtr="false" bIns="45720" lIns="91440" rIns="91440" rtlCol="0" tIns="45720" wrap="none">
                <a:spAutoFit/>
              </a:bodyPr>
              <a:lstStyle/>
              <a:p>
                <a:pPr algn="l"/>
                <a:r>
                  <a:rPr b="true" i="false" lang="en-US" sz="3200" u="none">
                    <a:solidFill>
                      <a:srgbClr val="4190FF"/>
                    </a:solidFill>
                    <a:latin typeface="Arial"/>
                  </a:rPr>
                  <a:t>02</a:t>
                </a:r>
              </a:p>
            </p:txBody>
          </p:sp>
        </p:grpSp>
        <p:grpSp>
          <p:nvGrpSpPr>
            <p:cNvPr descr="385046b7-b8b6-40b0-a5a6-3295c8c62f57" id="43" name="组合 42">
              <a:extLst>
                <a:ext uri="{FF2B5EF4-FFF2-40B4-BE49-F238E27FC236}">
                  <a16:creationId id="{EF93D666-2437-97B9-84D4-D192F1B8D0A4}"/>
                </a:ext>
              </a:extLst>
            </p:cNvPr>
            <p:cNvGrpSpPr/>
            <p:nvPr/>
          </p:nvGrpSpPr>
          <p:grpSpPr>
            <a:xfrm>
              <a:off x="8131446" y="2727811"/>
              <a:ext cx="3400155" cy="3254131"/>
              <a:chOff x="8131446" y="2727811"/>
              <a:chExt cx="3400155" cy="3254131"/>
            </a:xfrm>
          </p:grpSpPr>
          <p:sp>
            <p:nvSpPr>
              <p:cNvPr descr="34ae2922-60c7-4a5b-9396-8b94c361d4f5" id="11" name="矩形: 对角圆角 10">
                <a:extLst>
                  <a:ext uri="{FF2B5EF4-FFF2-40B4-BE49-F238E27FC236}">
                    <a16:creationId id="{24590103-BDF1-18A3-D776-7D7B8FD0E8FB}"/>
                  </a:ext>
                </a:extLst>
              </p:cNvPr>
              <p:cNvSpPr/>
              <p:nvPr/>
            </p:nvSpPr>
            <p:spPr>
              <a:xfrm flipH="false" flipV="false">
                <a:off x="8131446" y="2727811"/>
                <a:ext cx="3400155" cy="3254131"/>
              </a:xfrm>
              <a:prstGeom prst="round2Diag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Autofit/>
              </a:bodyPr>
              <a:lstStyle/>
              <a:p>
                <a:pPr algn="ctr">
                  <a:lnSpc>
                    <a:spcPct val="130000"/>
                  </a:lnSpc>
                </a:pPr>
              </a:p>
            </p:txBody>
          </p:sp>
          <p:sp>
            <p:nvSpPr>
              <p:cNvPr descr="cc4eb166-7485-4576-9f43-75ff11986f15" id="12" name="Bullet3">
                <a:extLst>
                  <a:ext uri="{FF2B5EF4-FFF2-40B4-BE49-F238E27FC236}">
                    <a16:creationId id="{EA9B32E2-7BD3-A381-BEB3-F0B86BB1E163}"/>
                  </a:ext>
                </a:extLst>
              </p:cNvPr>
              <p:cNvSpPr>
                <a:spLocks/>
              </p:cNvSpPr>
              <p:nvPr/>
            </p:nvSpPr>
            <p:spPr>
              <a:xfrm flipH="false" flipV="false">
                <a:off x="8388838" y="2934854"/>
                <a:ext cx="2935748" cy="728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b"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r>
                  <a:rPr b="true" i="false" lang="en-US" sz="1800" u="none">
                    <a:solidFill>
                      <a:srgbClr val="2F2F2F"/>
                    </a:solidFill>
                    <a:ea typeface="微软雅黑"/>
                  </a:rPr>
                  <a:t>优序融资理论</a:t>
                </a:r>
              </a:p>
            </p:txBody>
          </p:sp>
          <p:sp>
            <p:nvSpPr>
              <p:cNvPr descr="8ae3c3c1-6bc2-42e1-9fce-aa29a44e0185" id="13" name="Text3">
                <a:extLst>
                  <a:ext uri="{FF2B5EF4-FFF2-40B4-BE49-F238E27FC236}">
                    <a16:creationId id="{94D11CB2-DBF3-CB9E-1EC3-D80842585037}"/>
                  </a:ext>
                </a:extLst>
              </p:cNvPr>
              <p:cNvSpPr>
                <a:spLocks/>
              </p:cNvSpPr>
              <p:nvPr/>
            </p:nvSpPr>
            <p:spPr>
              <a:xfrm flipH="false" flipV="false">
                <a:off x="8388838" y="3726671"/>
                <a:ext cx="2935749" cy="1267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lnSpc>
                    <a:spcPct val="120000"/>
                  </a:lnSpc>
                </a:pPr>
                <a:r>
                  <a:rPr b="false" i="false" lang="en-US" sz="1200" u="none">
                    <a:solidFill>
                      <a:srgbClr val="2F2F2F"/>
                    </a:solidFill>
                    <a:ea typeface="微软雅黑"/>
                  </a:rPr>
                  <a:t>优序融资理论认为企业融资会优先选择内部融资，然后是无风险或低风险债务融资，最后才是股权融资，以减少信息不对称带来的成本。</a:t>
                </a:r>
              </a:p>
            </p:txBody>
          </p:sp>
          <p:sp>
            <p:nvSpPr>
              <p:cNvPr descr="7a8c7796-cb5b-449f-8fe4-a0c754428fed" id="40" name="Number3">
                <a:extLst>
                  <a:ext uri="{FF2B5EF4-FFF2-40B4-BE49-F238E27FC236}">
                    <a16:creationId id="{C45CD51A-5F45-78EF-35A4-8438EB68E8B5}"/>
                  </a:ext>
                </a:extLst>
              </p:cNvPr>
              <p:cNvSpPr txBox="1"/>
              <p:nvPr/>
            </p:nvSpPr>
            <p:spPr>
              <a:xfrm flipH="false" flipV="false">
                <a:off x="8512538" y="5136219"/>
                <a:ext cx="639919" cy="584775"/>
              </a:xfrm>
              <a:prstGeom prst="rect">
                <a:avLst/>
              </a:prstGeom>
              <a:noFill/>
            </p:spPr>
            <p:txBody>
              <a:bodyPr anchor="ctr" anchorCtr="false" bIns="45720" lIns="91440" rIns="91440" rtlCol="0" tIns="45720" wrap="none">
                <a:spAutoFit/>
              </a:bodyPr>
              <a:lstStyle/>
              <a:p>
                <a:pPr algn="l"/>
                <a:r>
                  <a:rPr b="true" i="false" lang="en-US" sz="3200" u="none">
                    <a:solidFill>
                      <a:srgbClr val="4190FF"/>
                    </a:solidFill>
                    <a:latin typeface="Arial"/>
                  </a:rPr>
                  <a:t>03</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资本结构理论</a:t>
            </a: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1c4e745d-d1b6-4325-bad4-6bc3a7a0ebce" id="5" name=""/>
          <p:cNvSpPr>
            <a:spLocks noGrp="1"/>
          </p:cNvSpPr>
          <p:nvPr>
            <p:ph hasCustomPrompt="1" type="title"/>
          </p:nvPr>
        </p:nvSpPr>
        <p:spPr/>
        <p:txBody>
          <a:bodyPr anchorCtr="false"/>
          <a:lstStyle/>
          <a:p>
            <a:pPr algn="r">
              <a:lnSpc>
                <a:spcPct val="100000"/>
              </a:lnSpc>
              <a:spcBef>
                <a:spcPct val="0"/>
              </a:spcBef>
            </a:pPr>
            <a:r>
              <a:rPr b="true" i="false" lang="en-US" sz="3200" u="none">
                <a:solidFill>
                  <a:srgbClr val="2F2F2F"/>
                </a:solidFill>
                <a:ea typeface="微软雅黑"/>
              </a:rPr>
              <a:t>偿债能力与资本结构的关系</a:t>
            </a:r>
          </a:p>
        </p:txBody>
      </p:sp>
      <p:sp>
        <p:nvSpPr>
          <p:cNvPr descr="86fb887e-410a-4576-994b-4880395bdc51" id="25" name=""/>
          <p:cNvSpPr>
            <a:spLocks noGrp="1"/>
          </p:cNvSpPr>
          <p:nvPr>
            <p:ph hasCustomPrompt="1" idx="1" sz="quarter" type="body"/>
          </p:nvPr>
        </p:nvSpPr>
        <p:spPr/>
        <p:txBody>
          <a:bodyPr anchorCtr="false"/>
          <a:lstStyle/>
          <a:p>
            <a:pPr algn="r">
              <a:lnSpc>
                <a:spcPct val="120000"/>
              </a:lnSpc>
              <a:spcBef>
                <a:spcPts val="1000"/>
              </a:spcBef>
            </a:pPr>
            <a:r>
              <a:rPr b="false" i="false" lang="en-US" sz="2000" u="none">
                <a:solidFill>
                  <a:srgbClr val="2F2F2F"/>
                </a:solidFill>
                <a:ea typeface="微软雅黑"/>
              </a:rPr>
              <a:t>剖析偿债能力与资本结构的相互影响</a:t>
            </a:r>
          </a:p>
        </p:txBody>
      </p:sp>
    </p:spTree>
  </p:cSld>
  <p:clrMapOvr>
    <a:masterClrMapping/>
  </p:clrMapOvr>
</p:sld>
</file>

<file path=ppt/slides/slide16.xml><?xml version="1.0" encoding="utf-8"?>
<p:sld xmlns:a="http://schemas.openxmlformats.org/drawingml/2006/main" xmlns:a14="http://schemas.microsoft.com/office/drawing/2010/main" xmlns:a16="http://schemas.microsoft.com/office/drawing/2014/main" xmlns:p="http://schemas.openxmlformats.org/presentationml/2006/main">
  <p:cSld>
    <p:spTree>
      <p:nvGrpSpPr>
        <p:cNvPr id="1" name=""/>
        <p:cNvGrpSpPr/>
        <p:nvPr/>
      </p:nvGrpSpPr>
      <p:grpSpPr>
        <a:xfrm>
          <a:off x="0" y="0"/>
          <a:ext cx="0" cy="0"/>
        </a:xfrm>
      </p:grpSpPr>
      <p:grpSp>
        <p:nvGrpSpPr>
          <p:cNvPr descr="b380071c-9ae8-42c9-9df2-091c6d431348" id="10" name="b200dcb1-0894-4488-b39f-c92d08921c06.source.3.zh-Hans.pptx">
            <a:extLst>
              <a:ext uri="{FF2B5EF4-FFF2-40B4-BE49-F238E27FC236}">
                <a16:creationId id="{4C851B62-1B5A-16B1-7500-465242F420A8}"/>
              </a:ext>
            </a:extLst>
          </p:cNvPr>
          <p:cNvGrpSpPr/>
          <p:nvPr/>
        </p:nvGrpSpPr>
        <p:grpSpPr>
          <a:xfrm>
            <a:off x="660400" y="1130312"/>
            <a:ext cx="10858500" cy="5105388"/>
            <a:chOff x="660400" y="1130312"/>
            <a:chExt cx="10858500" cy="5105388"/>
          </a:xfrm>
        </p:grpSpPr>
        <p:sp>
          <p:nvSpPr>
            <p:cNvPr descr="b660d262-1d16-479e-909d-536635596423" id="31" name="Title">
              <a:extLst>
                <a:ext uri="{FF2B5EF4-FFF2-40B4-BE49-F238E27FC236}">
                  <a16:creationId id="{A613184D-6AAE-67E3-A65B-AFB67AA07006}"/>
                </a:ext>
              </a:extLst>
            </p:cNvPr>
            <p:cNvSpPr>
              <a:spLocks noChangeAspect="1"/>
            </p:cNvSpPr>
            <p:nvPr/>
          </p:nvSpPr>
          <p:spPr>
            <a:xfrm flipH="false" flipV="false">
              <a:off x="660400" y="1130312"/>
              <a:ext cx="10858500" cy="618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l"/>
              <a:r>
                <a:rPr b="true" i="false" lang="en-US" sz="2400" u="none">
                  <a:solidFill>
                    <a:srgbClr val="2F2F2F"/>
                  </a:solidFill>
                  <a:ea typeface="微软雅黑"/>
                </a:rPr>
                <a:t>了解资本结构如何作用于偿债能力</a:t>
              </a:r>
            </a:p>
          </p:txBody>
        </p:sp>
        <p:cxnSp>
          <p:nvCxnSpPr>
            <p:cNvPr descr="faf536ff-e6f4-4e4d-859c-68bcccaae3ec" id="2" name="直接连接符 1">
              <a:extLst>
                <a:ext uri="{FF2B5EF4-FFF2-40B4-BE49-F238E27FC236}">
                  <a16:creationId id="{0F2CC2E8-670C-4C72-4241-7282459810CB}"/>
                </a:ext>
              </a:extLst>
            </p:cNvPr>
            <p:cNvCxnSpPr>
              <a:cxnSpLocks/>
            </p:cNvCxnSpPr>
            <p:nvPr/>
          </p:nvCxnSpPr>
          <p:spPr>
            <a:xfrm flipH="false" flipV="false">
              <a:off x="5997302" y="1952012"/>
              <a:ext cx="0" cy="4283688"/>
            </a:xfrm>
            <a:prstGeom prst="line">
              <a:avLst/>
            </a:prstGeom>
            <a:ln w="6350">
              <a:solidFill>
                <a:schemeClr val="tx1">
                  <a:alpha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descr="b0bb791a-28a2-4bed-9386-862725c522d0" id="19" name="矩形: 圆角 18">
              <a:extLst>
                <a:ext uri="{FF2B5EF4-FFF2-40B4-BE49-F238E27FC236}">
                  <a16:creationId id="{4038027E-F1B2-5057-18E1-D344780C3493}"/>
                </a:ext>
              </a:extLst>
            </p:cNvPr>
            <p:cNvSpPr/>
            <p:nvPr/>
          </p:nvSpPr>
          <p:spPr>
            <a:xfrm flipH="false" flipV="false">
              <a:off x="5973597" y="5168817"/>
              <a:ext cx="47785" cy="46154"/>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p>
          </p:txBody>
        </p:sp>
        <p:sp>
          <p:nvSpPr>
            <p:cNvPr descr="a03f55c6-29c1-46a8-b469-c0d8e090caff" id="12" name="矩形: 圆角 11">
              <a:extLst>
                <a:ext uri="{FF2B5EF4-FFF2-40B4-BE49-F238E27FC236}">
                  <a16:creationId id="{3ABF3E30-A66D-D5CD-F54E-0E648E8D3FF7}"/>
                </a:ext>
              </a:extLst>
            </p:cNvPr>
            <p:cNvSpPr/>
            <p:nvPr/>
          </p:nvSpPr>
          <p:spPr>
            <a:xfrm flipH="false" flipV="false">
              <a:off x="5973597" y="4019979"/>
              <a:ext cx="47785" cy="46154"/>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p>
          </p:txBody>
        </p:sp>
        <p:sp>
          <p:nvSpPr>
            <p:cNvPr descr="06f420d8-0e0e-4cba-a535-c71852da919f" id="5" name="矩形: 圆角 4">
              <a:extLst>
                <a:ext uri="{FF2B5EF4-FFF2-40B4-BE49-F238E27FC236}">
                  <a16:creationId id="{59F99641-DC45-FA0F-AECB-BC4837056525}"/>
                </a:ext>
              </a:extLst>
            </p:cNvPr>
            <p:cNvSpPr/>
            <p:nvPr/>
          </p:nvSpPr>
          <p:spPr>
            <a:xfrm flipH="false" flipV="false">
              <a:off x="5973597" y="2871141"/>
              <a:ext cx="47785" cy="46154"/>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p>
          </p:txBody>
        </p:sp>
        <p:grpSp>
          <p:nvGrpSpPr>
            <p:cNvPr descr="f6e2c249-9021-4d3a-bf82-eb3b6ad6e920" id="38" name="组合 37">
              <a:extLst>
                <a:ext uri="{FF2B5EF4-FFF2-40B4-BE49-F238E27FC236}">
                  <a16:creationId id="{E6748181-2F47-DAB6-23D2-8F3E0895F82A}"/>
                </a:ext>
              </a:extLst>
            </p:cNvPr>
            <p:cNvGrpSpPr/>
            <p:nvPr/>
          </p:nvGrpSpPr>
          <p:grpSpPr>
            <a:xfrm>
              <a:off x="660400" y="1952013"/>
              <a:ext cx="4951725" cy="1884411"/>
              <a:chOff x="782886" y="1952013"/>
              <a:chExt cx="4737786" cy="1884411"/>
            </a:xfrm>
          </p:grpSpPr>
          <p:sp>
            <p:nvSpPr>
              <p:cNvPr descr="582b469a-b504-430f-9e10-b47470f99c46" id="6" name="ComponentBackground1">
                <a:extLst>
                  <a:ext uri="{FF2B5EF4-FFF2-40B4-BE49-F238E27FC236}">
                    <a16:creationId id="{BDAB55EE-9E99-F844-56B3-FE4B1FB8E711}"/>
                  </a:ext>
                </a:extLst>
              </p:cNvPr>
              <p:cNvSpPr>
                <a:spLocks/>
              </p:cNvSpPr>
              <p:nvPr/>
            </p:nvSpPr>
            <p:spPr>
              <a:xfrm flipH="false" flipV="false">
                <a:off x="984174" y="1952013"/>
                <a:ext cx="4536498" cy="1884411"/>
              </a:xfrm>
              <a:prstGeom prst="roundRect">
                <a:avLst>
                  <a:gd fmla="val 8395" name="adj"/>
                </a:avLst>
              </a:prstGeom>
              <a:noFill/>
              <a:ln w="6350">
                <a:solidFill>
                  <a:schemeClr val="tx1">
                    <a:alpha val="50000"/>
                  </a:schemeClr>
                </a:solidFill>
              </a:ln>
              <a:effectLst>
                <a:outerShdw algn="ctr" blurRad="533400" dir="5400000" dist="50800"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square">
                <a:no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l"/>
              </a:p>
            </p:txBody>
          </p:sp>
          <p:sp>
            <p:nvSpPr>
              <p:cNvPr descr="ed8a3f15-f223-4a0e-8139-439d330aff92" id="7" name="Bullet1">
                <a:extLst>
                  <a:ext uri="{FF2B5EF4-FFF2-40B4-BE49-F238E27FC236}">
                    <a16:creationId id="{A15E8169-824F-C38E-C1F3-03F2C0605C38}"/>
                  </a:ext>
                </a:extLst>
              </p:cNvPr>
              <p:cNvSpPr txBox="1">
                <a:spLocks/>
              </p:cNvSpPr>
              <p:nvPr/>
            </p:nvSpPr>
            <p:spPr bwMode="auto">
              <a:xfrm flipH="false" flipV="false">
                <a:off x="1420787" y="2050510"/>
                <a:ext cx="4072149" cy="482400"/>
              </a:xfrm>
              <a:prstGeom prst="rect">
                <a:avLst/>
              </a:prstGeom>
              <a:noFill/>
              <a:ln w="9525">
                <a:noFill/>
                <a:miter lim="800000"/>
                <a:headEnd/>
                <a:tailEnd/>
              </a:ln>
              <a:extLst>
                <a:ext uri="{909E8E84-426E-40DD-AFC4-6F175D3DCCD1}">
                  <a14:hiddenFill>
                    <a:solidFill>
                      <a:srgbClr val="FFFFFF"/>
                    </a:solidFill>
                  </a14:hiddenFill>
                </a:ext>
              </a:extLst>
            </p:spPr>
            <p:txBody>
              <a:bodyPr anchor="ctr" anchorCtr="false" bIns="45720" lIns="91440" rIns="91440" tIns="45720" wrap="squar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spcBef>
                    <a:spcPct val="0"/>
                  </a:spcBef>
                </a:pPr>
                <a:r>
                  <a:rPr b="true" i="false" lang="en-US" sz="1800" u="none">
                    <a:solidFill>
                      <a:srgbClr val="2F2F2F"/>
                    </a:solidFill>
                    <a:ea typeface="微软雅黑"/>
                  </a:rPr>
                  <a:t>债务比例与偿债压力</a:t>
                </a:r>
              </a:p>
            </p:txBody>
          </p:sp>
          <p:sp>
            <p:nvSpPr>
              <p:cNvPr descr="f14ef6e3-97ec-4a28-8103-2bd156c2b9cf" id="8" name="Number1">
                <a:extLst>
                  <a:ext uri="{FF2B5EF4-FFF2-40B4-BE49-F238E27FC236}">
                    <a16:creationId id="{A7559E2F-7588-028B-1106-9C08EE1185C1}"/>
                  </a:ext>
                </a:extLst>
              </p:cNvPr>
              <p:cNvSpPr>
                <a:spLocks/>
              </p:cNvSpPr>
              <p:nvPr/>
            </p:nvSpPr>
            <p:spPr>
              <a:xfrm flipH="false" flipV="false">
                <a:off x="782886" y="2625326"/>
                <a:ext cx="420224" cy="439200"/>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r>
                  <a:rPr b="false" i="false" lang="en-US" sz="1600" u="none">
                    <a:solidFill>
                      <a:srgbClr val="FFFFFF"/>
                    </a:solidFill>
                    <a:latin typeface="Arial"/>
                  </a:rPr>
                  <a:t>1</a:t>
                </a:r>
              </a:p>
            </p:txBody>
          </p:sp>
          <p:sp>
            <p:nvSpPr>
              <p:cNvPr descr="e94ce920-c0ca-4cf6-a753-7530f23a9f50" id="9" name="Text1">
                <a:extLst>
                  <a:ext uri="{FF2B5EF4-FFF2-40B4-BE49-F238E27FC236}">
                    <a16:creationId id="{BFD48180-E97B-8C61-F4BD-974A474E2FC8}"/>
                  </a:ext>
                </a:extLst>
              </p:cNvPr>
              <p:cNvSpPr txBox="1">
                <a:spLocks/>
              </p:cNvSpPr>
              <p:nvPr/>
            </p:nvSpPr>
            <p:spPr bwMode="auto">
              <a:xfrm flipH="false" flipV="false">
                <a:off x="1420787" y="2640951"/>
                <a:ext cx="4072149" cy="1095448"/>
              </a:xfrm>
              <a:prstGeom prst="rect">
                <a:avLst/>
              </a:prstGeom>
              <a:noFill/>
              <a:ln w="9525">
                <a:noFill/>
                <a:miter lim="800000"/>
                <a:headEnd/>
                <a:tailEnd/>
              </a:ln>
              <a:extLst>
                <a:ext uri="{909E8E84-426E-40DD-AFC4-6F175D3DCCD1}">
                  <a14:hiddenFill>
                    <a:solidFill>
                      <a:srgbClr val="FFFFFF"/>
                    </a:solidFill>
                  </a14:hiddenFill>
                </a:ext>
              </a:extLst>
            </p:spPr>
            <p:txBody>
              <a:bodyPr anchor="t" anchorCtr="false" bIns="45720" lIns="91440" rIns="91440" tIns="45720" wrap="squar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spcBef>
                    <a:spcPct val="0"/>
                  </a:spcBef>
                  <a:spcAft>
                    <a:spcPct val="0"/>
                  </a:spcAft>
                </a:pPr>
                <a:r>
                  <a:rPr b="false" i="false" lang="en-US" strike="noStrike" sz="1200" u="none">
                    <a:solidFill>
                      <a:srgbClr val="2F2F2F"/>
                    </a:solidFill>
                    <a:ea typeface="微软雅黑"/>
                  </a:rPr>
                  <a:t>资本结构中债务比例过高，会增加企业的利息支出和本金偿还压力，降低企业的短期和长期偿债能力。</a:t>
                </a:r>
              </a:p>
            </p:txBody>
          </p:sp>
        </p:grpSp>
        <p:grpSp>
          <p:nvGrpSpPr>
            <p:cNvPr descr="1ef8f488-f703-49b7-8813-5ef55533d61d" id="39" name="组合 38">
              <a:extLst>
                <a:ext uri="{FF2B5EF4-FFF2-40B4-BE49-F238E27FC236}">
                  <a16:creationId id="{24A2F652-AE75-647A-C76F-691626EA9309}"/>
                </a:ext>
              </a:extLst>
            </p:cNvPr>
            <p:cNvGrpSpPr/>
            <p:nvPr/>
          </p:nvGrpSpPr>
          <p:grpSpPr>
            <a:xfrm>
              <a:off x="6369244" y="3100852"/>
              <a:ext cx="5149656" cy="1884409"/>
              <a:chOff x="6245080" y="3100852"/>
              <a:chExt cx="4927166" cy="1884409"/>
            </a:xfrm>
          </p:grpSpPr>
          <p:sp>
            <p:nvSpPr>
              <p:cNvPr descr="268b71e1-9e74-4ce1-9228-a187bdf310bd" id="13" name="ComponentBackground2">
                <a:extLst>
                  <a:ext uri="{FF2B5EF4-FFF2-40B4-BE49-F238E27FC236}">
                    <a16:creationId id="{3645C710-1BFC-7687-1811-90D602B0CFC2}"/>
                  </a:ext>
                </a:extLst>
              </p:cNvPr>
              <p:cNvSpPr>
                <a:spLocks/>
              </p:cNvSpPr>
              <p:nvPr/>
            </p:nvSpPr>
            <p:spPr>
              <a:xfrm flipH="true" flipV="false">
                <a:off x="6245080" y="3100852"/>
                <a:ext cx="4709634" cy="1884409"/>
              </a:xfrm>
              <a:prstGeom prst="roundRect">
                <a:avLst>
                  <a:gd fmla="val 6477" name="adj"/>
                </a:avLst>
              </a:prstGeom>
              <a:noFill/>
              <a:ln w="6350">
                <a:solidFill>
                  <a:schemeClr val="tx1">
                    <a:alpha val="50000"/>
                  </a:schemeClr>
                </a:solidFill>
              </a:ln>
              <a:effectLst>
                <a:outerShdw algn="ctr" blurRad="533400" dir="5400000" dist="50800"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square">
                <a:no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l"/>
              </a:p>
            </p:txBody>
          </p:sp>
          <p:sp>
            <p:nvSpPr>
              <p:cNvPr descr="20e31193-e9da-4d8b-ac07-bb68f1285931" id="14" name="Bullet2">
                <a:extLst>
                  <a:ext uri="{FF2B5EF4-FFF2-40B4-BE49-F238E27FC236}">
                    <a16:creationId id="{E872017C-C89B-7A71-BD1E-E5229E1CEC7E}"/>
                  </a:ext>
                </a:extLst>
              </p:cNvPr>
              <p:cNvSpPr txBox="1">
                <a:spLocks/>
              </p:cNvSpPr>
              <p:nvPr/>
            </p:nvSpPr>
            <p:spPr bwMode="auto">
              <a:xfrm flipH="false" flipV="false">
                <a:off x="6576496" y="3215639"/>
                <a:ext cx="4072149" cy="482400"/>
              </a:xfrm>
              <a:prstGeom prst="rect">
                <a:avLst/>
              </a:prstGeom>
              <a:noFill/>
              <a:ln w="9525">
                <a:noFill/>
                <a:miter lim="800000"/>
                <a:headEnd/>
                <a:tailEnd/>
              </a:ln>
              <a:extLst>
                <a:ext uri="{909E8E84-426E-40DD-AFC4-6F175D3DCCD1}">
                  <a14:hiddenFill>
                    <a:solidFill>
                      <a:srgbClr val="FFFFFF"/>
                    </a:solidFill>
                  </a14:hiddenFill>
                </a:ext>
              </a:extLst>
            </p:spPr>
            <p:txBody>
              <a:bodyPr anchor="ctr" anchorCtr="false" bIns="45720" lIns="91440" rIns="91440" tIns="45720" wrap="squar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spcBef>
                    <a:spcPct val="0"/>
                  </a:spcBef>
                </a:pPr>
                <a:r>
                  <a:rPr b="true" i="false" lang="en-US" sz="1800" u="none">
                    <a:solidFill>
                      <a:srgbClr val="2F2F2F"/>
                    </a:solidFill>
                    <a:ea typeface="微软雅黑"/>
                  </a:rPr>
                  <a:t>权益资本与偿债保障</a:t>
                </a:r>
              </a:p>
            </p:txBody>
          </p:sp>
          <p:sp>
            <p:nvSpPr>
              <p:cNvPr descr="052e9bed-931e-422b-b190-8a8bbf0e05dc" id="15" name="Number2">
                <a:extLst>
                  <a:ext uri="{FF2B5EF4-FFF2-40B4-BE49-F238E27FC236}">
                    <a16:creationId id="{3CF62670-B02B-ED12-368B-19998D19406C}"/>
                  </a:ext>
                </a:extLst>
              </p:cNvPr>
              <p:cNvSpPr>
                <a:spLocks/>
              </p:cNvSpPr>
              <p:nvPr/>
            </p:nvSpPr>
            <p:spPr>
              <a:xfrm flipH="false" flipV="false">
                <a:off x="10752022" y="3774166"/>
                <a:ext cx="420224" cy="439200"/>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r>
                  <a:rPr b="false" i="false" lang="en-US" sz="1600" u="none">
                    <a:solidFill>
                      <a:srgbClr val="FFFFFF"/>
                    </a:solidFill>
                    <a:latin typeface="Arial"/>
                  </a:rPr>
                  <a:t>2</a:t>
                </a:r>
              </a:p>
            </p:txBody>
          </p:sp>
          <p:sp>
            <p:nvSpPr>
              <p:cNvPr descr="86d39c2f-f5e5-4bf2-99ec-03c7778b30d8" id="16" name="Text2">
                <a:extLst>
                  <a:ext uri="{FF2B5EF4-FFF2-40B4-BE49-F238E27FC236}">
                    <a16:creationId id="{BF72FE48-999F-305E-F3B3-9157091060DC}"/>
                  </a:ext>
                </a:extLst>
              </p:cNvPr>
              <p:cNvSpPr txBox="1">
                <a:spLocks/>
              </p:cNvSpPr>
              <p:nvPr/>
            </p:nvSpPr>
            <p:spPr bwMode="auto">
              <a:xfrm flipH="false" flipV="false">
                <a:off x="6576496" y="3789789"/>
                <a:ext cx="4072149" cy="1095444"/>
              </a:xfrm>
              <a:prstGeom prst="rect">
                <a:avLst/>
              </a:prstGeom>
              <a:noFill/>
              <a:ln w="9525">
                <a:noFill/>
                <a:miter lim="800000"/>
                <a:headEnd/>
                <a:tailEnd/>
              </a:ln>
              <a:extLst>
                <a:ext uri="{909E8E84-426E-40DD-AFC4-6F175D3DCCD1}">
                  <a14:hiddenFill>
                    <a:solidFill>
                      <a:srgbClr val="FFFFFF"/>
                    </a:solidFill>
                  </a14:hiddenFill>
                </a:ext>
              </a:extLst>
            </p:spPr>
            <p:txBody>
              <a:bodyPr anchor="t" anchorCtr="false" bIns="45720" lIns="91440" rIns="91440" tIns="45720" wrap="squar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spcBef>
                    <a:spcPct val="0"/>
                  </a:spcBef>
                  <a:spcAft>
                    <a:spcPct val="0"/>
                  </a:spcAft>
                </a:pPr>
                <a:r>
                  <a:rPr b="false" i="false" lang="en-US" strike="noStrike" sz="1200" u="none">
                    <a:solidFill>
                      <a:srgbClr val="2F2F2F"/>
                    </a:solidFill>
                    <a:ea typeface="微软雅黑"/>
                  </a:rPr>
                  <a:t>充足的权益资本可为债务偿还提供保障，增强企业的偿债能力。权益资本越多，企业财务风险越小。</a:t>
                </a:r>
              </a:p>
            </p:txBody>
          </p:sp>
        </p:grpSp>
        <p:grpSp>
          <p:nvGrpSpPr>
            <p:cNvPr descr="6f6fb8ee-4218-48a6-9cac-9a3b8efc92d8" id="40" name="组合 39">
              <a:extLst>
                <a:ext uri="{FF2B5EF4-FFF2-40B4-BE49-F238E27FC236}">
                  <a16:creationId id="{9C1C439B-6BE9-702E-B075-1B5A8474A6DE}"/>
                </a:ext>
              </a:extLst>
            </p:cNvPr>
            <p:cNvGrpSpPr/>
            <p:nvPr/>
          </p:nvGrpSpPr>
          <p:grpSpPr>
            <a:xfrm>
              <a:off x="660400" y="4249689"/>
              <a:ext cx="4951725" cy="1884411"/>
              <a:chOff x="782886" y="4249689"/>
              <a:chExt cx="4737786" cy="1884411"/>
            </a:xfrm>
          </p:grpSpPr>
          <p:sp>
            <p:nvSpPr>
              <p:cNvPr descr="3f1f3663-4e69-423f-abbf-cc41a5abafd5" id="20" name="ComponentBackground3">
                <a:extLst>
                  <a:ext uri="{FF2B5EF4-FFF2-40B4-BE49-F238E27FC236}">
                    <a16:creationId id="{7778E7A9-8096-0B1A-D454-C77BA8A3457B}"/>
                  </a:ext>
                </a:extLst>
              </p:cNvPr>
              <p:cNvSpPr>
                <a:spLocks/>
              </p:cNvSpPr>
              <p:nvPr/>
            </p:nvSpPr>
            <p:spPr>
              <a:xfrm flipH="false" flipV="false">
                <a:off x="984174" y="4249689"/>
                <a:ext cx="4536498" cy="1884411"/>
              </a:xfrm>
              <a:prstGeom prst="roundRect">
                <a:avLst>
                  <a:gd fmla="val 6477" name="adj"/>
                </a:avLst>
              </a:prstGeom>
              <a:noFill/>
              <a:ln w="6350">
                <a:solidFill>
                  <a:schemeClr val="tx1">
                    <a:alpha val="50000"/>
                  </a:schemeClr>
                </a:solidFill>
              </a:ln>
              <a:effectLst>
                <a:outerShdw algn="ctr" blurRad="533400" dir="5400000" dist="50800"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square">
                <a:no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l"/>
              </a:p>
            </p:txBody>
          </p:sp>
          <p:sp>
            <p:nvSpPr>
              <p:cNvPr descr="b03f6650-f4aa-4b77-a374-acd88371d4dd" id="21" name="Bullet3">
                <a:extLst>
                  <a:ext uri="{FF2B5EF4-FFF2-40B4-BE49-F238E27FC236}">
                    <a16:creationId id="{56A8F69E-08C7-22C8-39EB-62C050B29677}"/>
                  </a:ext>
                </a:extLst>
              </p:cNvPr>
              <p:cNvSpPr txBox="1">
                <a:spLocks/>
              </p:cNvSpPr>
              <p:nvPr/>
            </p:nvSpPr>
            <p:spPr bwMode="auto">
              <a:xfrm flipH="false" flipV="false">
                <a:off x="1420787" y="4364475"/>
                <a:ext cx="4072149" cy="482400"/>
              </a:xfrm>
              <a:prstGeom prst="rect">
                <a:avLst/>
              </a:prstGeom>
              <a:noFill/>
              <a:ln w="9525">
                <a:noFill/>
                <a:miter lim="800000"/>
                <a:headEnd/>
                <a:tailEnd/>
              </a:ln>
              <a:extLst>
                <a:ext uri="{909E8E84-426E-40DD-AFC4-6F175D3DCCD1}">
                  <a14:hiddenFill>
                    <a:solidFill>
                      <a:srgbClr val="FFFFFF"/>
                    </a:solidFill>
                  </a14:hiddenFill>
                </a:ext>
              </a:extLst>
            </p:spPr>
            <p:txBody>
              <a:bodyPr anchor="ctr" anchorCtr="false" bIns="45720" lIns="91440" rIns="91440" tIns="45720" wrap="squar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spcBef>
                    <a:spcPct val="0"/>
                  </a:spcBef>
                </a:pPr>
                <a:r>
                  <a:rPr b="true" i="false" lang="en-US" sz="1800" u="none">
                    <a:solidFill>
                      <a:srgbClr val="2F2F2F"/>
                    </a:solidFill>
                    <a:ea typeface="微软雅黑"/>
                  </a:rPr>
                  <a:t>资本成本与盈利能力</a:t>
                </a:r>
              </a:p>
            </p:txBody>
          </p:sp>
          <p:sp>
            <p:nvSpPr>
              <p:cNvPr descr="e75963ee-4bcb-4895-b448-d3bcf83df03d" id="22" name="Number3">
                <a:extLst>
                  <a:ext uri="{FF2B5EF4-FFF2-40B4-BE49-F238E27FC236}">
                    <a16:creationId id="{8F400A04-4F69-048D-21C3-4C58B056255D}"/>
                  </a:ext>
                </a:extLst>
              </p:cNvPr>
              <p:cNvSpPr>
                <a:spLocks/>
              </p:cNvSpPr>
              <p:nvPr/>
            </p:nvSpPr>
            <p:spPr>
              <a:xfrm flipH="false" flipV="false">
                <a:off x="782886" y="4923002"/>
                <a:ext cx="420224" cy="439200"/>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r>
                  <a:rPr b="false" i="false" lang="en-US" sz="1600" u="none">
                    <a:solidFill>
                      <a:srgbClr val="FFFFFF"/>
                    </a:solidFill>
                    <a:latin typeface="Arial"/>
                  </a:rPr>
                  <a:t>3</a:t>
                </a:r>
              </a:p>
            </p:txBody>
          </p:sp>
          <p:sp>
            <p:nvSpPr>
              <p:cNvPr descr="ec5de464-1cb6-4d96-a8b3-7de5fd5916c5" id="23" name="Text3">
                <a:extLst>
                  <a:ext uri="{FF2B5EF4-FFF2-40B4-BE49-F238E27FC236}">
                    <a16:creationId id="{3BAF7E46-8B7E-A582-C0B1-F10D80197F3E}"/>
                  </a:ext>
                </a:extLst>
              </p:cNvPr>
              <p:cNvSpPr txBox="1">
                <a:spLocks/>
              </p:cNvSpPr>
              <p:nvPr/>
            </p:nvSpPr>
            <p:spPr bwMode="auto">
              <a:xfrm flipH="false" flipV="false">
                <a:off x="1420787" y="4938627"/>
                <a:ext cx="4072149" cy="1095448"/>
              </a:xfrm>
              <a:prstGeom prst="rect">
                <a:avLst/>
              </a:prstGeom>
              <a:noFill/>
              <a:ln w="9525">
                <a:noFill/>
                <a:miter lim="800000"/>
                <a:headEnd/>
                <a:tailEnd/>
              </a:ln>
              <a:extLst>
                <a:ext uri="{909E8E84-426E-40DD-AFC4-6F175D3DCCD1}">
                  <a14:hiddenFill>
                    <a:solidFill>
                      <a:srgbClr val="FFFFFF"/>
                    </a:solidFill>
                  </a14:hiddenFill>
                </a:ext>
              </a:extLst>
            </p:spPr>
            <p:txBody>
              <a:bodyPr anchor="t" anchorCtr="false" bIns="45720" lIns="91440" rIns="91440" tIns="45720" wrap="squar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spcBef>
                    <a:spcPct val="0"/>
                  </a:spcBef>
                  <a:spcAft>
                    <a:spcPct val="0"/>
                  </a:spcAft>
                </a:pPr>
                <a:r>
                  <a:rPr b="false" i="false" lang="en-US" strike="noStrike" sz="1200" u="none">
                    <a:solidFill>
                      <a:srgbClr val="2F2F2F"/>
                    </a:solidFill>
                    <a:ea typeface="微软雅黑"/>
                  </a:rPr>
                  <a:t>合理的资本结构能降低资本成本，提高企业盈利能力，从而为企业偿债提供更充足的资金来源。</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资本结构对偿债能力的影响</a:t>
            </a:r>
          </a:p>
        </p:txBody>
      </p:sp>
    </p:spTree>
  </p:cSld>
  <p:clrMapOvr>
    <a:masterClrMapping/>
  </p:clrMapOvr>
</p:sld>
</file>

<file path=ppt/slides/slide17.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90462fb3-1c58-4d70-b30a-aa294e3026e7" id="8" name="e6eee993-bf31-4794-9082-47e3375dfb00.source.3.zh-Hans.pptx">
            <a:extLst>
              <a:ext uri="{FF2B5EF4-FFF2-40B4-BE49-F238E27FC236}">
                <a16:creationId id="{59C0BAC5-EBD3-9A7C-32DC-9B2CB928E606}"/>
              </a:ext>
            </a:extLst>
          </p:cNvPr>
          <p:cNvGrpSpPr/>
          <p:nvPr/>
        </p:nvGrpSpPr>
        <p:grpSpPr>
          <a:xfrm>
            <a:off x="660399" y="1130300"/>
            <a:ext cx="10858501" cy="4999038"/>
            <a:chOff x="660399" y="1130300"/>
            <a:chExt cx="10858501" cy="4999038"/>
          </a:xfrm>
        </p:grpSpPr>
        <p:grpSp>
          <p:nvGrpSpPr>
            <p:cNvPr descr="84c6de0b-4b81-498f-b6f5-cd747e8e9ac5" id="5" name="组合 4">
              <a:extLst>
                <a:ext uri="{FF2B5EF4-FFF2-40B4-BE49-F238E27FC236}">
                  <a16:creationId id="{D283D26B-0C49-F613-67CB-25956E872D8D}"/>
                </a:ext>
              </a:extLst>
            </p:cNvPr>
            <p:cNvGrpSpPr/>
            <p:nvPr/>
          </p:nvGrpSpPr>
          <p:grpSpPr>
            <a:xfrm>
              <a:off x="660399" y="1130300"/>
              <a:ext cx="10858501" cy="4999038"/>
              <a:chOff x="660399" y="1130300"/>
              <a:chExt cx="10858501" cy="4999038"/>
            </a:xfrm>
          </p:grpSpPr>
          <p:cxnSp>
            <p:nvCxnSpPr>
              <p:cNvPr descr="ee9701ee-8c87-44be-a125-b58e2de68113" id="13" name="连接符: 肘形 12">
                <a:extLst>
                  <a:ext uri="{FF2B5EF4-FFF2-40B4-BE49-F238E27FC236}">
                    <a16:creationId id="{F89CEBAC-2295-E13F-3F28-1BC3B335F608}"/>
                  </a:ext>
                </a:extLst>
              </p:cNvPr>
              <p:cNvCxnSpPr>
                <a:cxnSpLocks/>
                <a:stCxn id="16" idx="0"/>
                <a:endCxn id="20" idx="0"/>
              </p:cNvCxnSpPr>
              <p:nvPr/>
            </p:nvCxnSpPr>
            <p:spPr>
              <a:xfrm flipH="true" flipV="true" rot="5400000">
                <a:off x="6089647" y="-1261740"/>
                <a:ext cx="12700" cy="7408159"/>
              </a:xfrm>
              <a:prstGeom prst="bentConnector3">
                <a:avLst>
                  <a:gd fmla="val 1800000" name="adj1"/>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descr="c2224fb7-119d-41a4-9298-8d1eba85c67b" id="26" name="Title">
                <a:extLst>
                  <a:ext uri="{FF2B5EF4-FFF2-40B4-BE49-F238E27FC236}">
                    <a16:creationId id="{94C68AC1-9862-493F-F4F4-44FF83523484}"/>
                  </a:ext>
                </a:extLst>
              </p:cNvPr>
              <p:cNvSpPr/>
              <p:nvPr/>
            </p:nvSpPr>
            <p:spPr>
              <a:xfrm flipH="false" flipV="false">
                <a:off x="660400" y="1130300"/>
                <a:ext cx="10858500" cy="653642"/>
              </a:xfrm>
              <a:prstGeom prst="roundRect">
                <a:avLst>
                  <a:gd fmla="val 14472" name="adj"/>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l"/>
                <a:r>
                  <a:rPr b="true" i="false" lang="en-US" sz="2400" u="none">
                    <a:solidFill>
                      <a:srgbClr val="2F2F2F"/>
                    </a:solidFill>
                    <a:ea typeface="微软雅黑"/>
                  </a:rPr>
                  <a:t>认识偿债能力对资本结构的制约</a:t>
                </a:r>
              </a:p>
            </p:txBody>
          </p:sp>
          <p:grpSp>
            <p:nvGrpSpPr>
              <p:cNvPr descr="4e86aaea-7904-4f0a-b8e1-6b7cd143c509" id="2" name="组合 1">
                <a:extLst>
                  <a:ext uri="{FF2B5EF4-FFF2-40B4-BE49-F238E27FC236}">
                    <a16:creationId id="{F3CBE899-A7BD-AD35-9D54-8D902DD74138}"/>
                  </a:ext>
                </a:extLst>
              </p:cNvPr>
              <p:cNvGrpSpPr/>
              <p:nvPr/>
            </p:nvGrpSpPr>
            <p:grpSpPr>
              <a:xfrm>
                <a:off x="660399" y="2442339"/>
                <a:ext cx="10858501" cy="3686999"/>
                <a:chOff x="660399" y="2442339"/>
                <a:chExt cx="10858501" cy="3686999"/>
              </a:xfrm>
            </p:grpSpPr>
            <p:sp>
              <p:nvSpPr>
                <p:cNvPr descr="065ce391-5cf9-4a09-91bb-96a2d1f0d7e3" id="21" name="Text1">
                  <a:extLst>
                    <a:ext uri="{FF2B5EF4-FFF2-40B4-BE49-F238E27FC236}">
                      <a16:creationId id="{640D0796-FD18-F653-3DD0-2534460144EE}"/>
                    </a:ext>
                  </a:extLst>
                </p:cNvPr>
                <p:cNvSpPr txBox="1">
                  <a:spLocks/>
                </p:cNvSpPr>
                <p:nvPr/>
              </p:nvSpPr>
              <p:spPr>
                <a:xfrm flipH="false" flipV="false">
                  <a:off x="8068561" y="3100737"/>
                  <a:ext cx="3450339" cy="3028601"/>
                </a:xfrm>
                <a:prstGeom prst="rect">
                  <a:avLst/>
                </a:prstGeom>
                <a:noFill/>
              </p:spPr>
              <p:txBody>
                <a:bodyPr anchor="t" anchorCtr="false" rtlCol="0" wrap="square">
                  <a:normAutofit/>
                </a:bodyPr>
                <a:lstStyle>
                  <a:defPPr>
                    <a:defRPr lang="zh-CN"/>
                  </a:defPPr>
                  <a:lvl1pPr algn="ctr" defTabSz="914400" eaLnBrk="1" hangingPunct="1" latinLnBrk="0" marL="0" rtl="0">
                    <a:lnSpc>
                      <a:spcPct val="150000"/>
                    </a:lnSpc>
                    <a:defRPr kern="1200" sz="1200">
                      <a:solidFill>
                        <a:schemeClr val="bg1">
                          <a:lumMod val="50000"/>
                        </a:schemeClr>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企业偿债能力强，更容易获得债权人的信任，可选择更多的融资渠道和方式，如发行债券等。</a:t>
                  </a:r>
                </a:p>
              </p:txBody>
            </p:sp>
            <p:sp>
              <p:nvSpPr>
                <p:cNvPr descr="98892b3f-40c9-4230-8538-6f21f5861d0f" id="16" name="Bullet1">
                  <a:extLst>
                    <a:ext uri="{FF2B5EF4-FFF2-40B4-BE49-F238E27FC236}">
                      <a16:creationId id="{16FB128B-7195-8664-E348-486CEA4B15F1}"/>
                    </a:ext>
                  </a:extLst>
                </p:cNvPr>
                <p:cNvSpPr>
                  <a:spLocks/>
                </p:cNvSpPr>
                <p:nvPr/>
              </p:nvSpPr>
              <p:spPr>
                <a:xfrm flipH="true" flipV="false">
                  <a:off x="660399" y="2442339"/>
                  <a:ext cx="3450339" cy="500400"/>
                </a:xfrm>
                <a:prstGeom prst="roundRect">
                  <a:avLst/>
                </a:prstGeom>
                <a:solidFill>
                  <a:schemeClr val="accent1"/>
                </a:solidFill>
              </p:spPr>
              <p:txBody>
                <a:bodyPr anchor="ctr"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z="1800" u="none">
                      <a:solidFill>
                        <a:srgbClr val="FFFFFF"/>
                      </a:solidFill>
                      <a:ea typeface="微软雅黑"/>
                    </a:rPr>
                    <a:t>偿债能力影响融资选择</a:t>
                  </a:r>
                </a:p>
              </p:txBody>
            </p:sp>
          </p:grpSp>
          <p:grpSp>
            <p:nvGrpSpPr>
              <p:cNvPr descr="53038f86-49cd-4365-a851-04b61afc94e7" id="3" name="组合 2">
                <a:extLst>
                  <a:ext uri="{FF2B5EF4-FFF2-40B4-BE49-F238E27FC236}">
                    <a16:creationId id="{D13C8BFE-124E-4B74-AD59-FD092A8542E4}"/>
                  </a:ext>
                </a:extLst>
              </p:cNvPr>
              <p:cNvGrpSpPr/>
              <p:nvPr/>
            </p:nvGrpSpPr>
            <p:grpSpPr>
              <a:xfrm>
                <a:off x="660401" y="2442339"/>
                <a:ext cx="7154416" cy="3686999"/>
                <a:chOff x="660401" y="2442339"/>
                <a:chExt cx="7154416" cy="3686999"/>
              </a:xfrm>
            </p:grpSpPr>
            <p:sp>
              <p:nvSpPr>
                <p:cNvPr descr="89d95935-09d9-42f3-96fe-001d429e75f3" id="18" name="Bullet2">
                  <a:extLst>
                    <a:ext uri="{FF2B5EF4-FFF2-40B4-BE49-F238E27FC236}">
                      <a16:creationId id="{2CC94B31-11B0-119F-D993-8773B3C40555}"/>
                    </a:ext>
                  </a:extLst>
                </p:cNvPr>
                <p:cNvSpPr>
                  <a:spLocks/>
                </p:cNvSpPr>
                <p:nvPr/>
              </p:nvSpPr>
              <p:spPr>
                <a:xfrm flipH="true" flipV="false">
                  <a:off x="4364478" y="2442339"/>
                  <a:ext cx="3450339" cy="500400"/>
                </a:xfrm>
                <a:prstGeom prst="roundRect">
                  <a:avLst/>
                </a:prstGeom>
                <a:solidFill>
                  <a:schemeClr val="accent1"/>
                </a:solidFill>
              </p:spPr>
              <p:txBody>
                <a:bodyPr anchor="ctr"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z="1800" u="none">
                      <a:solidFill>
                        <a:srgbClr val="FFFFFF"/>
                      </a:solidFill>
                      <a:ea typeface="微软雅黑"/>
                    </a:rPr>
                    <a:t>偿债能力影响资本结构调整</a:t>
                  </a:r>
                </a:p>
              </p:txBody>
            </p:sp>
            <p:sp>
              <p:nvSpPr>
                <p:cNvPr descr="e389c012-0b99-4e6a-a388-f2061a75ce37" id="17" name="Text2">
                  <a:extLst>
                    <a:ext uri="{FF2B5EF4-FFF2-40B4-BE49-F238E27FC236}">
                      <a16:creationId id="{805235A1-68D9-AC24-2C86-78769F7847B3}"/>
                    </a:ext>
                  </a:extLst>
                </p:cNvPr>
                <p:cNvSpPr txBox="1">
                  <a:spLocks/>
                </p:cNvSpPr>
                <p:nvPr/>
              </p:nvSpPr>
              <p:spPr>
                <a:xfrm flipH="false" flipV="false">
                  <a:off x="660401" y="3100737"/>
                  <a:ext cx="3450339" cy="3028601"/>
                </a:xfrm>
                <a:prstGeom prst="rect">
                  <a:avLst/>
                </a:prstGeom>
                <a:noFill/>
              </p:spPr>
              <p:txBody>
                <a:bodyPr anchor="t" anchorCtr="false" rtlCol="0" wrap="square">
                  <a:normAutofit/>
                </a:bodyPr>
                <a:lstStyle>
                  <a:defPPr>
                    <a:defRPr lang="zh-CN"/>
                  </a:defPPr>
                  <a:lvl1pPr algn="ctr" defTabSz="914400" eaLnBrk="1" hangingPunct="1" latinLnBrk="0" marL="0" rtl="0">
                    <a:lnSpc>
                      <a:spcPct val="150000"/>
                    </a:lnSpc>
                    <a:defRPr kern="1200" sz="1200">
                      <a:solidFill>
                        <a:schemeClr val="bg1">
                          <a:lumMod val="50000"/>
                        </a:schemeClr>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当企业偿债能力出现问题时，可能需要调整资本结构，如减少债务融资，增加权益融资，以降低财务风险。</a:t>
                  </a:r>
                </a:p>
              </p:txBody>
            </p:sp>
          </p:grpSp>
          <p:grpSp>
            <p:nvGrpSpPr>
              <p:cNvPr descr="42e05eef-9566-4ef1-aac1-224979669c70" id="4" name="组合 3">
                <a:extLst>
                  <a:ext uri="{FF2B5EF4-FFF2-40B4-BE49-F238E27FC236}">
                    <a16:creationId id="{DF63DA08-5287-FC91-272B-42FA4BD4BE66}"/>
                  </a:ext>
                </a:extLst>
              </p:cNvPr>
              <p:cNvGrpSpPr/>
              <p:nvPr/>
            </p:nvGrpSpPr>
            <p:grpSpPr>
              <a:xfrm>
                <a:off x="4364481" y="2442339"/>
                <a:ext cx="7154416" cy="3686999"/>
                <a:chOff x="4364481" y="2442339"/>
                <a:chExt cx="7154416" cy="3686999"/>
              </a:xfrm>
            </p:grpSpPr>
            <p:sp>
              <p:nvSpPr>
                <p:cNvPr descr="ac8190d0-f46a-4ade-9621-1d4ce7e65c9c" id="20" name="Bullet3">
                  <a:extLst>
                    <a:ext uri="{FF2B5EF4-FFF2-40B4-BE49-F238E27FC236}">
                      <a16:creationId id="{AAF26B63-6156-955A-7E5F-AAAC1D3D2A93}"/>
                    </a:ext>
                  </a:extLst>
                </p:cNvPr>
                <p:cNvSpPr>
                  <a:spLocks/>
                </p:cNvSpPr>
                <p:nvPr/>
              </p:nvSpPr>
              <p:spPr>
                <a:xfrm flipH="true" flipV="false">
                  <a:off x="8068558" y="2442339"/>
                  <a:ext cx="3450339" cy="500400"/>
                </a:xfrm>
                <a:prstGeom prst="roundRect">
                  <a:avLst/>
                </a:prstGeom>
                <a:solidFill>
                  <a:schemeClr val="accent1"/>
                </a:solidFill>
              </p:spPr>
              <p:txBody>
                <a:bodyPr anchor="ctr"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z="1800" u="none">
                      <a:solidFill>
                        <a:srgbClr val="FFFFFF"/>
                      </a:solidFill>
                      <a:ea typeface="微软雅黑"/>
                    </a:rPr>
                    <a:t>偿债能力影响企业信誉</a:t>
                  </a:r>
                </a:p>
              </p:txBody>
            </p:sp>
            <p:sp>
              <p:nvSpPr>
                <p:cNvPr descr="33dbccf4-5193-4cba-8875-69e35ecbe078" id="19" name="Text3">
                  <a:extLst>
                    <a:ext uri="{FF2B5EF4-FFF2-40B4-BE49-F238E27FC236}">
                      <a16:creationId id="{ED855A5C-2E8B-6150-1E3A-1D61B14E5A9E}"/>
                    </a:ext>
                  </a:extLst>
                </p:cNvPr>
                <p:cNvSpPr txBox="1">
                  <a:spLocks/>
                </p:cNvSpPr>
                <p:nvPr/>
              </p:nvSpPr>
              <p:spPr>
                <a:xfrm flipH="false" flipV="false">
                  <a:off x="4364481" y="3100737"/>
                  <a:ext cx="3450339" cy="3028601"/>
                </a:xfrm>
                <a:prstGeom prst="rect">
                  <a:avLst/>
                </a:prstGeom>
                <a:noFill/>
              </p:spPr>
              <p:txBody>
                <a:bodyPr anchor="t" anchorCtr="false" rtlCol="0" wrap="square">
                  <a:normAutofit/>
                </a:bodyPr>
                <a:lstStyle>
                  <a:defPPr>
                    <a:defRPr lang="zh-CN"/>
                  </a:defPPr>
                  <a:lvl1pPr algn="ctr" defTabSz="914400" eaLnBrk="1" hangingPunct="1" latinLnBrk="0" marL="0" rtl="0">
                    <a:lnSpc>
                      <a:spcPct val="150000"/>
                    </a:lnSpc>
                    <a:defRPr kern="1200" sz="1200">
                      <a:solidFill>
                        <a:schemeClr val="bg1">
                          <a:lumMod val="50000"/>
                        </a:schemeClr>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良好的偿债能力能提升企业信誉，有利于企业在资本市场上筹集资金，为优化资本结构创造有利条件。</a:t>
                  </a:r>
                </a:p>
              </p:txBody>
            </p:sp>
          </p:grpSp>
        </p:grpSp>
        <p:cxnSp>
          <p:nvCxnSpPr>
            <p:cNvPr descr="0205bf20-9151-404c-9679-1325f2f18b50" id="7" name="连接符: 肘形 6">
              <a:extLst>
                <a:ext uri="{FF2B5EF4-FFF2-40B4-BE49-F238E27FC236}">
                  <a16:creationId id="{112600C7-7694-276E-8CAE-46FEC306A723}"/>
                </a:ext>
              </a:extLst>
            </p:cNvPr>
            <p:cNvCxnSpPr>
              <a:stCxn id="26" idx="2"/>
              <a:endCxn id="18" idx="0"/>
            </p:cNvCxnSpPr>
            <p:nvPr/>
          </p:nvCxnSpPr>
          <p:spPr>
            <a:xfrm flipH="false" flipV="false" rot="5400000">
              <a:off x="5760451" y="2113139"/>
              <a:ext cx="658397" cy="3"/>
            </a:xfrm>
            <a:prstGeom prst="bentConnector3">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偿债能力对资本结构的反作用</a:t>
            </a:r>
          </a:p>
        </p:txBody>
      </p:sp>
    </p:spTree>
  </p:cSld>
  <p:clrMapOvr>
    <a:masterClrMapping/>
  </p:clrMapOvr>
</p:sld>
</file>

<file path=ppt/slides/slide18.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1c4e745d-d1b6-4325-bad4-6bc3a7a0ebce" id="5" name=""/>
          <p:cNvSpPr>
            <a:spLocks noGrp="1"/>
          </p:cNvSpPr>
          <p:nvPr>
            <p:ph hasCustomPrompt="1" type="title"/>
          </p:nvPr>
        </p:nvSpPr>
        <p:spPr/>
        <p:txBody>
          <a:bodyPr anchorCtr="false"/>
          <a:lstStyle/>
          <a:p>
            <a:pPr algn="r">
              <a:lnSpc>
                <a:spcPct val="100000"/>
              </a:lnSpc>
              <a:spcBef>
                <a:spcPct val="0"/>
              </a:spcBef>
            </a:pPr>
            <a:r>
              <a:rPr b="true" i="false" lang="en-US" sz="3200" u="none">
                <a:solidFill>
                  <a:srgbClr val="2F2F2F"/>
                </a:solidFill>
                <a:ea typeface="微软雅黑"/>
              </a:rPr>
              <a:t>提高偿债能力的策略</a:t>
            </a:r>
          </a:p>
        </p:txBody>
      </p:sp>
      <p:sp>
        <p:nvSpPr>
          <p:cNvPr descr="86fb887e-410a-4576-994b-4880395bdc51" id="25" name=""/>
          <p:cNvSpPr>
            <a:spLocks noGrp="1"/>
          </p:cNvSpPr>
          <p:nvPr>
            <p:ph hasCustomPrompt="1" idx="1" sz="quarter" type="body"/>
          </p:nvPr>
        </p:nvSpPr>
        <p:spPr/>
        <p:txBody>
          <a:bodyPr anchorCtr="false"/>
          <a:lstStyle/>
          <a:p>
            <a:pPr algn="r">
              <a:lnSpc>
                <a:spcPct val="120000"/>
              </a:lnSpc>
              <a:spcBef>
                <a:spcPts val="1000"/>
              </a:spcBef>
            </a:pPr>
            <a:r>
              <a:rPr b="false" i="false" lang="en-US" sz="2000" u="none">
                <a:solidFill>
                  <a:srgbClr val="2F2F2F"/>
                </a:solidFill>
                <a:ea typeface="微软雅黑"/>
              </a:rPr>
              <a:t>掌握提升企业偿债能力的方法</a:t>
            </a:r>
          </a:p>
        </p:txBody>
      </p:sp>
    </p:spTree>
  </p:cSld>
  <p:clrMapOvr>
    <a:masterClrMapping/>
  </p:clrMapOvr>
</p:sld>
</file>

<file path=ppt/slides/slide1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a89c51c1-2548-469f-92bf-c4270c70a208" id="2" name="def833a4-fb96-4912-b259-2a1294d29a0c.source.3.zh-Hans.pptx">
            <a:extLst>
              <a:ext uri="{FF2B5EF4-FFF2-40B4-BE49-F238E27FC236}">
                <a16:creationId id="{02BAF283-FE8A-A841-5D29-0181C6C4D784}"/>
              </a:ext>
            </a:extLst>
          </p:cNvPr>
          <p:cNvGrpSpPr/>
          <p:nvPr/>
        </p:nvGrpSpPr>
        <p:grpSpPr>
          <a:xfrm>
            <a:off x="469900" y="940758"/>
            <a:ext cx="11049000" cy="5195245"/>
            <a:chOff x="469900" y="940758"/>
            <a:chExt cx="11049000" cy="5195245"/>
          </a:xfrm>
        </p:grpSpPr>
        <p:sp>
          <p:nvSpPr>
            <p:cNvPr descr="c30a32d0-b1e1-4fa2-b005-d8e15afe77d6" id="55" name="Title">
              <a:extLst>
                <a:ext uri="{FF2B5EF4-FFF2-40B4-BE49-F238E27FC236}">
                  <a16:creationId id="{EEF12A66-1B7F-E191-B4DD-4B1DD5759736}"/>
                </a:ext>
              </a:extLst>
            </p:cNvPr>
            <p:cNvSpPr txBox="1"/>
            <p:nvPr/>
          </p:nvSpPr>
          <p:spPr>
            <a:xfrm flipH="false" flipV="false">
              <a:off x="7931234" y="1130301"/>
              <a:ext cx="3587666" cy="5003800"/>
            </a:xfrm>
            <a:prstGeom prst="rect">
              <a:avLst/>
            </a:prstGeom>
            <a:noFill/>
          </p:spPr>
          <p:txBody>
            <a:bodyPr anchor="ctr" anchorCtr="false" bIns="45720" lIns="91440" rIns="91440" tIns="45720" wrap="square">
              <a:normAutofit/>
            </a:bodyPr>
            <a:lstStyle>
              <a:defPPr>
                <a:defRPr lang="en-US"/>
              </a:defPPr>
              <a:lvl1pPr>
                <a:defRPr b="1" sz="2400"/>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r>
                <a:rPr b="true" i="false" lang="en-US" sz="2400" u="none">
                  <a:solidFill>
                    <a:srgbClr val="2F2F2F"/>
                  </a:solidFill>
                  <a:ea typeface="微软雅黑"/>
                </a:rPr>
                <a:t>从资本结构角度提升偿债能力</a:t>
              </a:r>
            </a:p>
          </p:txBody>
        </p:sp>
        <p:cxnSp>
          <p:nvCxnSpPr>
            <p:cNvPr descr="12531ea8-aefc-4a3c-b061-8954938fba35" id="56" name="连接符: 肘形 55">
              <a:extLst>
                <a:ext uri="{FF2B5EF4-FFF2-40B4-BE49-F238E27FC236}">
                  <a16:creationId id="{AB287149-B74A-8112-2475-E0713B1DEAB9}"/>
                </a:ext>
              </a:extLst>
            </p:cNvPr>
            <p:cNvCxnSpPr>
              <a:cxnSpLocks/>
              <a:stCxn id="30" idx="3"/>
              <a:endCxn id="55" idx="1"/>
            </p:cNvCxnSpPr>
            <p:nvPr/>
          </p:nvCxnSpPr>
          <p:spPr>
            <a:xfrm flipH="false" flipV="false">
              <a:off x="7213599" y="1918943"/>
              <a:ext cx="717635" cy="1713258"/>
            </a:xfrm>
            <a:prstGeom prst="bentConnector3">
              <a:avLst>
                <a:gd fmla="val 50000" name="adj1"/>
              </a:avLst>
            </a:prstGeom>
            <a:noFill/>
            <a:ln cap="flat" cmpd="sng" w="6350">
              <a:solidFill>
                <a:schemeClr val="tx1">
                  <a:alpha val="50000"/>
                </a:schemeClr>
              </a:solidFill>
              <a:prstDash val="solid"/>
              <a:miter lim="800000"/>
              <a:headEnd len="sm" type="none" w="sm"/>
              <a:tailEnd len="sm" type="none" w="sm"/>
            </a:ln>
          </p:spPr>
        </p:cxnSp>
        <p:cxnSp>
          <p:nvCxnSpPr>
            <p:cNvPr descr="d54d7b61-b452-474d-aa6e-d33e3bab40e6" id="57" name="连接符: 肘形 56">
              <a:extLst>
                <a:ext uri="{FF2B5EF4-FFF2-40B4-BE49-F238E27FC236}">
                  <a16:creationId id="{FE1895EA-AE08-C9B1-EC74-D648B0CFBD91}"/>
                </a:ext>
              </a:extLst>
            </p:cNvPr>
            <p:cNvCxnSpPr>
              <a:cxnSpLocks/>
              <a:stCxn id="40" idx="3"/>
              <a:endCxn id="55" idx="1"/>
            </p:cNvCxnSpPr>
            <p:nvPr/>
          </p:nvCxnSpPr>
          <p:spPr>
            <a:xfrm flipH="false" flipV="true">
              <a:off x="7213599" y="3632201"/>
              <a:ext cx="717635" cy="1721511"/>
            </a:xfrm>
            <a:prstGeom prst="bentConnector3">
              <a:avLst>
                <a:gd fmla="val 50000" name="adj1"/>
              </a:avLst>
            </a:prstGeom>
            <a:noFill/>
            <a:ln cap="flat" cmpd="sng" w="6350">
              <a:solidFill>
                <a:schemeClr val="tx1">
                  <a:alpha val="50000"/>
                </a:schemeClr>
              </a:solidFill>
              <a:prstDash val="solid"/>
              <a:miter lim="800000"/>
              <a:headEnd len="sm" type="none" w="sm"/>
              <a:tailEnd len="sm" type="none" w="sm"/>
            </a:ln>
          </p:spPr>
        </p:cxnSp>
        <p:grpSp>
          <p:nvGrpSpPr>
            <p:cNvPr descr="5816cc95-d26c-4e93-a50d-e8a76e38bb06" id="6" name="组合 5">
              <a:extLst>
                <a:ext uri="{FF2B5EF4-FFF2-40B4-BE49-F238E27FC236}">
                  <a16:creationId id="{A59B8480-829C-442E-CD23-0C90F581ADFE}"/>
                </a:ext>
              </a:extLst>
            </p:cNvPr>
            <p:cNvGrpSpPr/>
            <p:nvPr/>
          </p:nvGrpSpPr>
          <p:grpSpPr>
            <a:xfrm>
              <a:off x="469900" y="940758"/>
              <a:ext cx="6743699" cy="1760476"/>
              <a:chOff x="469900" y="940758"/>
              <a:chExt cx="6743699" cy="1760476"/>
            </a:xfrm>
          </p:grpSpPr>
          <p:sp>
            <p:nvSpPr>
              <p:cNvPr descr="e72f6ec8-3253-462a-aa06-490e02a20dc0" id="30" name="ComponentBackground1">
                <a:extLst>
                  <a:ext uri="{FF2B5EF4-FFF2-40B4-BE49-F238E27FC236}">
                    <a16:creationId id="{DB233A66-A8DE-FF5A-048C-905D5565092C}"/>
                  </a:ext>
                </a:extLst>
              </p:cNvPr>
              <p:cNvSpPr/>
              <p:nvPr/>
            </p:nvSpPr>
            <p:spPr>
              <a:xfrm flipH="false" flipV="false">
                <a:off x="664350" y="1136651"/>
                <a:ext cx="6549249" cy="1564583"/>
              </a:xfrm>
              <a:prstGeom prst="rect">
                <a:avLst/>
              </a:prstGeom>
              <a:noFill/>
              <a:ln cap="rnd" w="6350">
                <a:solidFill>
                  <a:schemeClr val="tx1">
                    <a:alpha val="5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ctr"/>
              </a:p>
            </p:txBody>
          </p:sp>
          <p:sp>
            <p:nvSpPr>
              <p:cNvPr descr="9644096a-5773-42b4-88c1-7ec1d3edf02f" id="31" name="Text1">
                <a:extLst>
                  <a:ext uri="{FF2B5EF4-FFF2-40B4-BE49-F238E27FC236}">
                    <a16:creationId id="{8003986A-C199-D3FF-EC90-1E07E5B3EF8E}"/>
                  </a:ext>
                </a:extLst>
              </p:cNvPr>
              <p:cNvSpPr/>
              <p:nvPr/>
            </p:nvSpPr>
            <p:spPr>
              <a:xfrm flipH="true" flipV="false">
                <a:off x="804832" y="1689558"/>
                <a:ext cx="6007294" cy="924619"/>
              </a:xfrm>
              <a:prstGeom prst="rect">
                <a:avLst/>
              </a:prstGeom>
              <a:ln>
                <a:noFill/>
              </a:ln>
            </p:spPr>
            <p:txBody>
              <a:bodyPr anchor="t" anchorCtr="false" bIns="45720" lIns="91440" rIns="91440" tIns="45720" wrap="square">
                <a:normAutofit/>
              </a:bodyPr>
              <a:lstStyle/>
              <a:p>
                <a:pPr algn="l">
                  <a:lnSpc>
                    <a:spcPct val="120000"/>
                  </a:lnSpc>
                  <a:spcBef>
                    <a:spcPct val="0"/>
                  </a:spcBef>
                  <a:spcAft>
                    <a:spcPct val="0"/>
                  </a:spcAft>
                </a:pPr>
                <a:r>
                  <a:rPr b="false" i="false" lang="en-US" strike="noStrike" sz="1200" u="none">
                    <a:solidFill>
                      <a:srgbClr val="2F2F2F"/>
                    </a:solidFill>
                    <a:ea typeface="微软雅黑"/>
                  </a:rPr>
                  <a:t>企业应根据自身经营状况和偿债能力，合理控制债务规模，避免过度负债，以降低财务风险，提高偿债能力。</a:t>
                </a:r>
              </a:p>
            </p:txBody>
          </p:sp>
          <p:sp>
            <p:nvSpPr>
              <p:cNvPr descr="4ae510fa-0722-437e-924a-c04cf2498aec" id="32" name="Bullet1">
                <a:extLst>
                  <a:ext uri="{FF2B5EF4-FFF2-40B4-BE49-F238E27FC236}">
                    <a16:creationId id="{7B6EE96A-40FA-A2DB-1677-73187E9068C6}"/>
                  </a:ext>
                </a:extLst>
              </p:cNvPr>
              <p:cNvSpPr txBox="1"/>
              <p:nvPr/>
            </p:nvSpPr>
            <p:spPr>
              <a:xfrm flipH="false" flipV="false">
                <a:off x="804833" y="1191705"/>
                <a:ext cx="6007294" cy="442800"/>
              </a:xfrm>
              <a:prstGeom prst="rect">
                <a:avLst/>
              </a:prstGeom>
              <a:noFill/>
              <a:ln>
                <a:noFill/>
              </a:ln>
            </p:spPr>
            <p:txBody>
              <a:bodyPr anchor="ctr" anchorCtr="false" bIns="45720" lIns="91440" rIns="91440" tIns="45720" wrap="square">
                <a:normAutofit/>
              </a:bodyPr>
              <a:lstStyle/>
              <a:p>
                <a:pPr algn="l">
                  <a:lnSpc>
                    <a:spcPct val="120000"/>
                  </a:lnSpc>
                </a:pPr>
                <a:r>
                  <a:rPr b="true" i="false" lang="en-US" sz="1800" u="none">
                    <a:solidFill>
                      <a:srgbClr val="2F2F2F"/>
                    </a:solidFill>
                    <a:ea typeface="微软雅黑"/>
                  </a:rPr>
                  <a:t>适度负债经营</a:t>
                </a:r>
              </a:p>
            </p:txBody>
          </p:sp>
          <p:sp>
            <p:nvSpPr>
              <p:cNvPr descr="d92d13c3-f9d0-4bb1-a991-c1b40a4b0633" id="33" name="Shape1">
                <a:extLst>
                  <a:ext uri="{FF2B5EF4-FFF2-40B4-BE49-F238E27FC236}">
                    <a16:creationId id="{851C0C87-4B4E-1091-D467-D92561F2E0D2}"/>
                  </a:ext>
                </a:extLst>
              </p:cNvPr>
              <p:cNvSpPr/>
              <p:nvPr/>
            </p:nvSpPr>
            <p:spPr>
              <a:xfrm flipH="false" flipV="false">
                <a:off x="469900" y="940758"/>
                <a:ext cx="393664" cy="396548"/>
              </a:xfrm>
              <a:prstGeom prst="pie">
                <a:avLst>
                  <a:gd fmla="val 0" name="adj1"/>
                  <a:gd fmla="val 5387355" name="adj2"/>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grpSp>
        <p:grpSp>
          <p:nvGrpSpPr>
            <p:cNvPr descr="0b1f96f4-c2ae-40ce-a3f8-88570d535ce1" id="7" name="组合 6">
              <a:extLst>
                <a:ext uri="{FF2B5EF4-FFF2-40B4-BE49-F238E27FC236}">
                  <a16:creationId id="{87256106-47CB-B740-6EE6-6617628B5CF5}"/>
                </a:ext>
              </a:extLst>
            </p:cNvPr>
            <p:cNvGrpSpPr/>
            <p:nvPr/>
          </p:nvGrpSpPr>
          <p:grpSpPr>
            <a:xfrm>
              <a:off x="469900" y="2662707"/>
              <a:ext cx="6743699" cy="1760790"/>
              <a:chOff x="469900" y="2662707"/>
              <a:chExt cx="6743699" cy="1760790"/>
            </a:xfrm>
          </p:grpSpPr>
          <p:sp>
            <p:nvSpPr>
              <p:cNvPr descr="92b5963d-92c9-498a-b360-1c47e0b61903" id="35" name="ComponentBackground2">
                <a:extLst>
                  <a:ext uri="{FF2B5EF4-FFF2-40B4-BE49-F238E27FC236}">
                    <a16:creationId id="{7A90A91B-F02F-7359-EBC5-B75FD506E9C5}"/>
                  </a:ext>
                </a:extLst>
              </p:cNvPr>
              <p:cNvSpPr/>
              <p:nvPr/>
            </p:nvSpPr>
            <p:spPr>
              <a:xfrm flipH="false" flipV="false">
                <a:off x="664350" y="2858914"/>
                <a:ext cx="6549249" cy="1564583"/>
              </a:xfrm>
              <a:prstGeom prst="rect">
                <a:avLst/>
              </a:prstGeom>
              <a:noFill/>
              <a:ln cap="rnd" w="6350">
                <a:solidFill>
                  <a:schemeClr val="tx1">
                    <a:alpha val="5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ctr"/>
              </a:p>
            </p:txBody>
          </p:sp>
          <p:sp>
            <p:nvSpPr>
              <p:cNvPr descr="f8bd6bb1-6c76-4ed0-8b61-a6e853896b9a" id="36" name="Text2">
                <a:extLst>
                  <a:ext uri="{FF2B5EF4-FFF2-40B4-BE49-F238E27FC236}">
                    <a16:creationId id="{6C7A30D9-7AFE-21EC-98D9-D965B259AC8B}"/>
                  </a:ext>
                </a:extLst>
              </p:cNvPr>
              <p:cNvSpPr/>
              <p:nvPr/>
            </p:nvSpPr>
            <p:spPr>
              <a:xfrm flipH="true" flipV="false">
                <a:off x="804832" y="3411821"/>
                <a:ext cx="6007294" cy="924619"/>
              </a:xfrm>
              <a:prstGeom prst="rect">
                <a:avLst/>
              </a:prstGeom>
              <a:ln>
                <a:noFill/>
              </a:ln>
            </p:spPr>
            <p:txBody>
              <a:bodyPr anchor="t" anchorCtr="false" bIns="45720" lIns="91440" rIns="91440" tIns="45720" wrap="square">
                <a:normAutofit/>
              </a:bodyPr>
              <a:lstStyle/>
              <a:p>
                <a:pPr algn="l">
                  <a:lnSpc>
                    <a:spcPct val="120000"/>
                  </a:lnSpc>
                  <a:spcBef>
                    <a:spcPct val="0"/>
                  </a:spcBef>
                  <a:spcAft>
                    <a:spcPct val="0"/>
                  </a:spcAft>
                </a:pPr>
                <a:r>
                  <a:rPr b="false" i="false" lang="en-US" strike="noStrike" sz="1200" u="none">
                    <a:solidFill>
                      <a:srgbClr val="2F2F2F"/>
                    </a:solidFill>
                    <a:ea typeface="微软雅黑"/>
                  </a:rPr>
                  <a:t>合理安排长短期债务的比例，避免债务集中到期，确保企业有足够的现金流偿还债务，增强短期偿债能力。</a:t>
                </a:r>
              </a:p>
            </p:txBody>
          </p:sp>
          <p:sp>
            <p:nvSpPr>
              <p:cNvPr descr="19c1f7ee-9eb1-4e7f-931f-9483073ce6cb" id="37" name="Bullet2">
                <a:extLst>
                  <a:ext uri="{FF2B5EF4-FFF2-40B4-BE49-F238E27FC236}">
                    <a16:creationId id="{1B092511-FF0C-CA8E-B200-68B2AA53E7DE}"/>
                  </a:ext>
                </a:extLst>
              </p:cNvPr>
              <p:cNvSpPr txBox="1"/>
              <p:nvPr/>
            </p:nvSpPr>
            <p:spPr>
              <a:xfrm flipH="false" flipV="false">
                <a:off x="804833" y="2913968"/>
                <a:ext cx="6007294" cy="442800"/>
              </a:xfrm>
              <a:prstGeom prst="rect">
                <a:avLst/>
              </a:prstGeom>
              <a:noFill/>
              <a:ln>
                <a:noFill/>
              </a:ln>
            </p:spPr>
            <p:txBody>
              <a:bodyPr anchor="ctr" anchorCtr="false" bIns="45720" lIns="91440" rIns="91440" tIns="45720" wrap="square">
                <a:normAutofit/>
              </a:bodyPr>
              <a:lstStyle/>
              <a:p>
                <a:pPr algn="l">
                  <a:lnSpc>
                    <a:spcPct val="120000"/>
                  </a:lnSpc>
                </a:pPr>
                <a:r>
                  <a:rPr b="true" i="false" lang="en-US" sz="1800" u="none">
                    <a:solidFill>
                      <a:srgbClr val="2F2F2F"/>
                    </a:solidFill>
                    <a:ea typeface="微软雅黑"/>
                  </a:rPr>
                  <a:t>合理安排债务期限</a:t>
                </a:r>
              </a:p>
            </p:txBody>
          </p:sp>
          <p:sp>
            <p:nvSpPr>
              <p:cNvPr descr="2defa392-57a3-42e3-94bc-b1eb511c72dc" id="38" name="Shape2">
                <a:extLst>
                  <a:ext uri="{FF2B5EF4-FFF2-40B4-BE49-F238E27FC236}">
                    <a16:creationId id="{B6F2503D-5956-9996-575C-0ACE872F37B6}"/>
                  </a:ext>
                </a:extLst>
              </p:cNvPr>
              <p:cNvSpPr/>
              <p:nvPr/>
            </p:nvSpPr>
            <p:spPr>
              <a:xfrm flipH="false" flipV="false">
                <a:off x="469900" y="2662707"/>
                <a:ext cx="393664" cy="396548"/>
              </a:xfrm>
              <a:prstGeom prst="pie">
                <a:avLst>
                  <a:gd fmla="val 0" name="adj1"/>
                  <a:gd fmla="val 5387355" name="adj2"/>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grpSp>
        <p:grpSp>
          <p:nvGrpSpPr>
            <p:cNvPr descr="be5cc8ba-e3fd-4bcd-ba42-80fa78bdcfd7" id="8" name="组合 7">
              <a:extLst>
                <a:ext uri="{FF2B5EF4-FFF2-40B4-BE49-F238E27FC236}">
                  <a16:creationId id="{4C1136D4-CC9E-4FED-00F9-0358CD88A62B}"/>
                </a:ext>
              </a:extLst>
            </p:cNvPr>
            <p:cNvGrpSpPr/>
            <p:nvPr/>
          </p:nvGrpSpPr>
          <p:grpSpPr>
            <a:xfrm>
              <a:off x="469900" y="4374898"/>
              <a:ext cx="6743699" cy="1761105"/>
              <a:chOff x="469900" y="4374898"/>
              <a:chExt cx="6743699" cy="1761105"/>
            </a:xfrm>
          </p:grpSpPr>
          <p:sp>
            <p:nvSpPr>
              <p:cNvPr descr="6b0af67b-a871-43bc-956e-51096b95ae95" id="40" name="ComponentBackground3">
                <a:extLst>
                  <a:ext uri="{FF2B5EF4-FFF2-40B4-BE49-F238E27FC236}">
                    <a16:creationId id="{D6DEB120-939A-C45C-1378-BD5281E06F30}"/>
                  </a:ext>
                </a:extLst>
              </p:cNvPr>
              <p:cNvSpPr/>
              <p:nvPr/>
            </p:nvSpPr>
            <p:spPr>
              <a:xfrm flipH="false" flipV="false">
                <a:off x="664350" y="4571420"/>
                <a:ext cx="6549249" cy="1564583"/>
              </a:xfrm>
              <a:prstGeom prst="rect">
                <a:avLst/>
              </a:prstGeom>
              <a:noFill/>
              <a:ln cap="rnd" w="6350">
                <a:solidFill>
                  <a:schemeClr val="tx1">
                    <a:alpha val="5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ctr"/>
              </a:p>
            </p:txBody>
          </p:sp>
          <p:sp>
            <p:nvSpPr>
              <p:cNvPr descr="268473e7-18ff-4e1c-8ccc-cc276e6f856e" id="41" name="Text3">
                <a:extLst>
                  <a:ext uri="{FF2B5EF4-FFF2-40B4-BE49-F238E27FC236}">
                    <a16:creationId id="{CB7F5FDC-8233-E681-2A62-3584EFB4CD8A}"/>
                  </a:ext>
                </a:extLst>
              </p:cNvPr>
              <p:cNvSpPr/>
              <p:nvPr/>
            </p:nvSpPr>
            <p:spPr>
              <a:xfrm flipH="true" flipV="false">
                <a:off x="804832" y="5124327"/>
                <a:ext cx="6007294" cy="924619"/>
              </a:xfrm>
              <a:prstGeom prst="rect">
                <a:avLst/>
              </a:prstGeom>
              <a:ln>
                <a:noFill/>
              </a:ln>
            </p:spPr>
            <p:txBody>
              <a:bodyPr anchor="t" anchorCtr="false" bIns="45720" lIns="91440" rIns="91440" tIns="45720" wrap="square">
                <a:normAutofit/>
              </a:bodyPr>
              <a:lstStyle/>
              <a:p>
                <a:pPr algn="l">
                  <a:lnSpc>
                    <a:spcPct val="120000"/>
                  </a:lnSpc>
                  <a:spcBef>
                    <a:spcPct val="0"/>
                  </a:spcBef>
                  <a:spcAft>
                    <a:spcPct val="0"/>
                  </a:spcAft>
                </a:pPr>
                <a:r>
                  <a:rPr b="false" i="false" lang="en-US" strike="noStrike" sz="1200" u="none">
                    <a:solidFill>
                      <a:srgbClr val="2F2F2F"/>
                    </a:solidFill>
                    <a:ea typeface="微软雅黑"/>
                  </a:rPr>
                  <a:t>通过增加所有者权益，如吸收新投资、增加留存收益等，可增强企业的资本实力，提高长期偿债能力。</a:t>
                </a:r>
              </a:p>
            </p:txBody>
          </p:sp>
          <p:sp>
            <p:nvSpPr>
              <p:cNvPr descr="42279c2e-3d97-4d14-aa74-3663cc6b2810" id="42" name="Bullet3">
                <a:extLst>
                  <a:ext uri="{FF2B5EF4-FFF2-40B4-BE49-F238E27FC236}">
                    <a16:creationId id="{6A30BD7F-0FF5-CF5A-14C7-ADEC5EF0B4E0}"/>
                  </a:ext>
                </a:extLst>
              </p:cNvPr>
              <p:cNvSpPr txBox="1"/>
              <p:nvPr/>
            </p:nvSpPr>
            <p:spPr>
              <a:xfrm flipH="false" flipV="false">
                <a:off x="804833" y="4626474"/>
                <a:ext cx="6007294" cy="442800"/>
              </a:xfrm>
              <a:prstGeom prst="rect">
                <a:avLst/>
              </a:prstGeom>
              <a:noFill/>
              <a:ln>
                <a:noFill/>
              </a:ln>
            </p:spPr>
            <p:txBody>
              <a:bodyPr anchor="ctr" anchorCtr="false" bIns="45720" lIns="91440" rIns="91440" tIns="45720" wrap="square">
                <a:normAutofit/>
              </a:bodyPr>
              <a:lstStyle/>
              <a:p>
                <a:pPr algn="l">
                  <a:lnSpc>
                    <a:spcPct val="120000"/>
                  </a:lnSpc>
                </a:pPr>
                <a:r>
                  <a:rPr b="true" i="false" lang="en-US" sz="1800" u="none">
                    <a:solidFill>
                      <a:srgbClr val="2F2F2F"/>
                    </a:solidFill>
                    <a:ea typeface="微软雅黑"/>
                  </a:rPr>
                  <a:t>增加权益资本</a:t>
                </a:r>
              </a:p>
            </p:txBody>
          </p:sp>
          <p:sp>
            <p:nvSpPr>
              <p:cNvPr descr="f9674e31-bc44-4eca-a28b-5494422cb109" id="43" name="Shape3">
                <a:extLst>
                  <a:ext uri="{FF2B5EF4-FFF2-40B4-BE49-F238E27FC236}">
                    <a16:creationId id="{BA3AE12C-B6E8-E251-8797-185341C2192F}"/>
                  </a:ext>
                </a:extLst>
              </p:cNvPr>
              <p:cNvSpPr/>
              <p:nvPr/>
            </p:nvSpPr>
            <p:spPr>
              <a:xfrm flipH="false" flipV="false">
                <a:off x="469900" y="4374898"/>
                <a:ext cx="393664" cy="396548"/>
              </a:xfrm>
              <a:prstGeom prst="pie">
                <a:avLst>
                  <a:gd fmla="val 0" name="adj1"/>
                  <a:gd fmla="val 5387355" name="adj2"/>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grpSp>
        <p:cxnSp>
          <p:nvCxnSpPr>
            <p:cNvPr descr="f2d1cbaf-7581-4113-90c2-a407e0230a42" id="3" name="连接符: 肘形 2">
              <a:extLst>
                <a:ext uri="{FF2B5EF4-FFF2-40B4-BE49-F238E27FC236}">
                  <a16:creationId id="{C117E408-CCED-FEE2-EF9D-2915EC607852}"/>
                </a:ext>
              </a:extLst>
            </p:cNvPr>
            <p:cNvCxnSpPr>
              <a:cxnSpLocks/>
              <a:stCxn id="35" idx="3"/>
              <a:endCxn id="55" idx="1"/>
            </p:cNvCxnSpPr>
            <p:nvPr/>
          </p:nvCxnSpPr>
          <p:spPr>
            <a:xfrm flipH="false" flipV="true">
              <a:off x="7213599" y="3632201"/>
              <a:ext cx="717635" cy="9005"/>
            </a:xfrm>
            <a:prstGeom prst="bentConnector3">
              <a:avLst>
                <a:gd fmla="val 50000" name="adj1"/>
              </a:avLst>
            </a:prstGeom>
            <a:noFill/>
            <a:ln cap="flat" cmpd="sng" w="6350">
              <a:solidFill>
                <a:schemeClr val="tx1">
                  <a:alpha val="50000"/>
                </a:schemeClr>
              </a:solidFill>
              <a:prstDash val="solid"/>
              <a:miter lim="800000"/>
              <a:headEnd len="sm" type="none" w="sm"/>
              <a:tailEnd len="sm" type="none" w="sm"/>
            </a:ln>
          </p:spPr>
        </p:cxn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优化资本结构的策略</a:t>
            </a:r>
          </a:p>
        </p:txBody>
      </p:sp>
    </p:spTree>
  </p:cSld>
  <p:clrMapOvr>
    <a:masterClrMapping/>
  </p:clrMapOvr>
</p:sld>
</file>

<file path=ppt/slides/slide2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dfad7dfc-b2a2-4e28-8e32-c09ea75546f8" id="4" name="4e6feda6-b381-4331-8c4b-4675ea778f69.source.3.zh-Hans.pptx">
            <a:extLst>
              <a:ext uri="{FF2B5EF4-FFF2-40B4-BE49-F238E27FC236}">
                <a16:creationId id="{C44ED334-E1E9-5D8A-BF48-92D1B55A9A6C}"/>
              </a:ext>
            </a:extLst>
          </p:cNvPr>
          <p:cNvGrpSpPr/>
          <p:nvPr/>
        </p:nvGrpSpPr>
        <p:grpSpPr>
          <a:xfrm>
            <a:off x="673100" y="1130300"/>
            <a:ext cx="10845800" cy="4597400"/>
            <a:chOff x="673100" y="1130300"/>
            <a:chExt cx="10845800" cy="4597400"/>
          </a:xfrm>
        </p:grpSpPr>
        <p:sp>
          <p:nvSpPr>
            <p:cNvPr descr="5a8053cd-7914-491b-8af0-27aa19c8e85c" id="17" name="Title">
              <a:extLst>
                <a:ext uri="{FF2B5EF4-FFF2-40B4-BE49-F238E27FC236}">
                  <a16:creationId id="{F2C17F4C-81CD-ABF0-51C7-F48E449479BA}"/>
                </a:ext>
              </a:extLst>
            </p:cNvPr>
            <p:cNvSpPr txBox="1"/>
            <p:nvPr/>
          </p:nvSpPr>
          <p:spPr>
            <a:xfrm flipH="false" flipV="false">
              <a:off x="673100" y="1130300"/>
              <a:ext cx="10845800" cy="1292860"/>
            </a:xfrm>
            <a:prstGeom prst="rect">
              <a:avLst/>
            </a:prstGeom>
            <a:noFill/>
          </p:spPr>
          <p:txBody>
            <a:bodyPr anchor="t" anchorCtr="true" rtlCol="0" vert="horz" wrap="square">
              <a:normAutofit/>
            </a:bodyPr>
            <a:lstStyle/>
            <a:p>
              <a:pPr algn="ctr"/>
              <a:r>
                <a:rPr b="true" i="false" lang="en-US" sz="2400" u="none">
                  <a:solidFill>
                    <a:srgbClr val="2F2F2F"/>
                  </a:solidFill>
                  <a:ea typeface="微软雅黑"/>
                </a:rPr>
                <a:t>通过改善经营增强偿债能力</a:t>
              </a:r>
            </a:p>
          </p:txBody>
        </p:sp>
        <p:grpSp>
          <p:nvGrpSpPr>
            <p:cNvPr descr="a483b859-94b9-44ad-b7a0-6c3a2d83af8b" id="29" name="组合 28">
              <a:extLst>
                <a:ext uri="{FF2B5EF4-FFF2-40B4-BE49-F238E27FC236}">
                  <a16:creationId id="{D766D1EA-1CB9-82CB-1F1B-6D428DAD08D4}"/>
                </a:ext>
              </a:extLst>
            </p:cNvPr>
            <p:cNvGrpSpPr/>
            <p:nvPr/>
          </p:nvGrpSpPr>
          <p:grpSpPr>
            <a:xfrm>
              <a:off x="682626" y="2753999"/>
              <a:ext cx="2564666" cy="2973701"/>
              <a:chOff x="682626" y="2753999"/>
              <a:chExt cx="2564666" cy="2973701"/>
            </a:xfrm>
          </p:grpSpPr>
          <p:sp>
            <p:nvSpPr>
              <p:cNvPr descr="5c80b67e-c182-4f03-a6d1-cba44d16e3a2" id="3" name="Number1">
                <a:extLst>
                  <a:ext uri="{FF2B5EF4-FFF2-40B4-BE49-F238E27FC236}">
                    <a16:creationId id="{1AEE33CD-83ED-4BA6-8FEC-085BB19DAD9F}"/>
                  </a:ext>
                </a:extLst>
              </p:cNvPr>
              <p:cNvSpPr/>
              <p:nvPr/>
            </p:nvSpPr>
            <p:spPr bwMode="auto">
              <a:xfrm flipH="false" flipV="false">
                <a:off x="1666382" y="2753999"/>
                <a:ext cx="611075" cy="611075"/>
              </a:xfrm>
              <a:prstGeom prst="rect">
                <a:avLst/>
              </a:prstGeom>
              <a:solidFill>
                <a:schemeClr val="accent1"/>
              </a:solidFill>
              <a:ln w="38100">
                <a:noFill/>
              </a:ln>
            </p:spPr>
            <p:style>
              <a:lnRef idx="2">
                <a:schemeClr val="dk1"/>
              </a:lnRef>
              <a:fillRef idx="1">
                <a:schemeClr val="lt1"/>
              </a:fillRef>
              <a:effectRef idx="0">
                <a:schemeClr val="dk1"/>
              </a:effectRef>
              <a:fontRef idx="minor">
                <a:schemeClr val="dk1"/>
              </a:fontRef>
            </p:style>
            <p:txBody>
              <a:bodyPr anchor="ctr" anchorCtr="false" rtlCol="0"/>
              <a:lstStyle/>
              <a:p>
                <a:pPr algn="ctr"/>
                <a:r>
                  <a:rPr b="true" i="false" lang="en-US" sz="1800" u="none">
                    <a:solidFill>
                      <a:srgbClr val="FFFFFF"/>
                    </a:solidFill>
                    <a:latin typeface="Arial"/>
                  </a:rPr>
                  <a:t>01</a:t>
                </a:r>
              </a:p>
            </p:txBody>
          </p:sp>
          <p:sp>
            <p:nvSpPr>
              <p:cNvPr descr="00652ab7-a21b-46b0-af95-3a024ac76a78" id="19" name="Text1">
                <a:extLst>
                  <a:ext uri="{FF2B5EF4-FFF2-40B4-BE49-F238E27FC236}">
                    <a16:creationId id="{3879D30D-6419-913C-AC6D-D14805E0CD9E}"/>
                  </a:ext>
                </a:extLst>
              </p:cNvPr>
              <p:cNvSpPr txBox="1"/>
              <p:nvPr/>
            </p:nvSpPr>
            <p:spPr>
              <a:xfrm flipH="false" flipV="false">
                <a:off x="682626" y="4244416"/>
                <a:ext cx="2564666" cy="1483284"/>
              </a:xfrm>
              <a:prstGeom prst="rect">
                <a:avLst/>
              </a:prstGeom>
              <a:noFill/>
              <a:ln>
                <a:noFill/>
              </a:ln>
            </p:spPr>
            <p:txBody>
              <a:bodyPr anchor="t" anchorCtr="true" bIns="45720" lIns="91440" rIns="91440" tIns="45720" wrap="square">
                <a:normAutofit/>
              </a:bodyPr>
              <a:lstStyle/>
              <a:p>
                <a:pPr algn="ctr">
                  <a:lnSpc>
                    <a:spcPct val="120000"/>
                  </a:lnSpc>
                </a:pPr>
                <a:r>
                  <a:rPr b="false" i="false" lang="en-US" sz="1200" u="none">
                    <a:solidFill>
                      <a:srgbClr val="2F2F2F"/>
                    </a:solidFill>
                    <a:ea typeface="微软雅黑"/>
                  </a:rPr>
                  <a:t>加强资产管理，提高资产周转速度，可使资产更快地转化为现金，提高企业的短期偿债能力。</a:t>
                </a:r>
              </a:p>
            </p:txBody>
          </p:sp>
          <p:sp>
            <p:nvSpPr>
              <p:cNvPr descr="685dd7b9-f21b-41fa-b981-93083b375a41" id="20" name="Bullet1">
                <a:extLst>
                  <a:ext uri="{FF2B5EF4-FFF2-40B4-BE49-F238E27FC236}">
                    <a16:creationId id="{BDB6AF01-558A-3F21-0F31-C758B029F07C}"/>
                  </a:ext>
                </a:extLst>
              </p:cNvPr>
              <p:cNvSpPr txBox="1"/>
              <p:nvPr/>
            </p:nvSpPr>
            <p:spPr>
              <a:xfrm flipH="false" flipV="false">
                <a:off x="682626" y="3492927"/>
                <a:ext cx="2564666" cy="751489"/>
              </a:xfrm>
              <a:prstGeom prst="rect">
                <a:avLst/>
              </a:prstGeom>
              <a:noFill/>
              <a:ln>
                <a:noFill/>
              </a:ln>
            </p:spPr>
            <p:txBody>
              <a:bodyPr anchor="b" anchorCtr="true" bIns="45720" lIns="91440" rIns="91440" tIns="45720" wrap="square">
                <a:normAutofit/>
              </a:bodyPr>
              <a:lstStyle/>
              <a:p>
                <a:pPr algn="ctr"/>
                <a:r>
                  <a:rPr b="true" i="false" lang="en-US" sz="1800" u="none">
                    <a:solidFill>
                      <a:srgbClr val="4190FF"/>
                    </a:solidFill>
                    <a:ea typeface="微软雅黑"/>
                  </a:rPr>
                  <a:t>提高资产周转率</a:t>
                </a:r>
              </a:p>
            </p:txBody>
          </p:sp>
        </p:grpSp>
        <p:grpSp>
          <p:nvGrpSpPr>
            <p:cNvPr descr="4920dde0-b426-4bfe-a48f-7496b61cb62c" id="30" name="组合 29">
              <a:extLst>
                <a:ext uri="{FF2B5EF4-FFF2-40B4-BE49-F238E27FC236}">
                  <a16:creationId id="{EF113590-D72C-1166-D104-FC3FF1CA4FEA}"/>
                </a:ext>
              </a:extLst>
            </p:cNvPr>
            <p:cNvGrpSpPr/>
            <p:nvPr/>
          </p:nvGrpSpPr>
          <p:grpSpPr>
            <a:xfrm>
              <a:off x="4813667" y="2749253"/>
              <a:ext cx="2564666" cy="2978447"/>
              <a:chOff x="4813667" y="2749253"/>
              <a:chExt cx="2564666" cy="2978447"/>
            </a:xfrm>
          </p:grpSpPr>
          <p:sp>
            <p:nvSpPr>
              <p:cNvPr descr="e16e38a5-0b26-4f07-b229-764725a82733" id="6" name="Number2">
                <a:extLst>
                  <a:ext uri="{FF2B5EF4-FFF2-40B4-BE49-F238E27FC236}">
                    <a16:creationId id="{0C7FD67B-54BE-43DF-99A3-84E9BD79D739}"/>
                  </a:ext>
                </a:extLst>
              </p:cNvPr>
              <p:cNvSpPr/>
              <p:nvPr/>
            </p:nvSpPr>
            <p:spPr bwMode="auto">
              <a:xfrm flipH="false" flipV="false">
                <a:off x="5689742" y="2749253"/>
                <a:ext cx="611075" cy="611075"/>
              </a:xfrm>
              <a:prstGeom prst="rect">
                <a:avLst/>
              </a:prstGeom>
              <a:solidFill>
                <a:schemeClr val="tx2">
                  <a:alpha val="15000"/>
                </a:schemeClr>
              </a:solidFill>
              <a:ln w="38100">
                <a:noFill/>
              </a:ln>
            </p:spPr>
            <p:style>
              <a:lnRef idx="2">
                <a:schemeClr val="dk1"/>
              </a:lnRef>
              <a:fillRef idx="1">
                <a:schemeClr val="lt1"/>
              </a:fillRef>
              <a:effectRef idx="0">
                <a:schemeClr val="dk1"/>
              </a:effectRef>
              <a:fontRef idx="minor">
                <a:schemeClr val="dk1"/>
              </a:fontRef>
            </p:style>
            <p:txBody>
              <a:bodyPr anchor="ctr" anchorCtr="false" rtlCol="0"/>
              <a:lstStyle/>
              <a:p>
                <a:pPr algn="ctr"/>
                <a:r>
                  <a:rPr b="true" i="false" lang="en-US" sz="1800" u="none">
                    <a:solidFill>
                      <a:srgbClr val="2F2F2F"/>
                    </a:solidFill>
                    <a:latin typeface="Arial"/>
                  </a:rPr>
                  <a:t>02</a:t>
                </a:r>
              </a:p>
            </p:txBody>
          </p:sp>
          <p:sp>
            <p:nvSpPr>
              <p:cNvPr descr="30b88f56-3161-4ca8-824d-add9fb7b5813" id="21" name="Text2">
                <a:extLst>
                  <a:ext uri="{FF2B5EF4-FFF2-40B4-BE49-F238E27FC236}">
                    <a16:creationId id="{49F068EB-CC34-2D71-6CC4-A67C461EC9B1}"/>
                  </a:ext>
                </a:extLst>
              </p:cNvPr>
              <p:cNvSpPr txBox="1"/>
              <p:nvPr/>
            </p:nvSpPr>
            <p:spPr>
              <a:xfrm flipH="false" flipV="false">
                <a:off x="4813667" y="4244416"/>
                <a:ext cx="2564666" cy="1483284"/>
              </a:xfrm>
              <a:prstGeom prst="rect">
                <a:avLst/>
              </a:prstGeom>
              <a:noFill/>
              <a:ln>
                <a:noFill/>
              </a:ln>
            </p:spPr>
            <p:txBody>
              <a:bodyPr anchor="t" anchorCtr="true" bIns="45720" lIns="91440" rIns="91440" tIns="45720" wrap="square">
                <a:normAutofit/>
              </a:bodyPr>
              <a:lstStyle/>
              <a:p>
                <a:pPr algn="ctr">
                  <a:lnSpc>
                    <a:spcPct val="120000"/>
                  </a:lnSpc>
                </a:pPr>
                <a:r>
                  <a:rPr b="false" i="false" lang="en-US" sz="1200" u="none">
                    <a:solidFill>
                      <a:srgbClr val="2F2F2F"/>
                    </a:solidFill>
                    <a:ea typeface="微软雅黑"/>
                  </a:rPr>
                  <a:t>通过优化产品结构、降低成本、拓展市场等方式提高企业盈利能力，为偿债提供更充足的资金保障。</a:t>
                </a:r>
              </a:p>
            </p:txBody>
          </p:sp>
          <p:sp>
            <p:nvSpPr>
              <p:cNvPr descr="33a45d64-3166-4ef1-98ca-73d8159f3c2c" id="22" name="Bullet2">
                <a:extLst>
                  <a:ext uri="{FF2B5EF4-FFF2-40B4-BE49-F238E27FC236}">
                    <a16:creationId id="{E61B9752-8C11-2100-3719-B597BBCE4E28}"/>
                  </a:ext>
                </a:extLst>
              </p:cNvPr>
              <p:cNvSpPr txBox="1"/>
              <p:nvPr/>
            </p:nvSpPr>
            <p:spPr>
              <a:xfrm flipH="false" flipV="false">
                <a:off x="4813667" y="3492927"/>
                <a:ext cx="2564666" cy="751489"/>
              </a:xfrm>
              <a:prstGeom prst="rect">
                <a:avLst/>
              </a:prstGeom>
              <a:noFill/>
              <a:ln>
                <a:noFill/>
              </a:ln>
            </p:spPr>
            <p:txBody>
              <a:bodyPr anchor="b" anchorCtr="true" bIns="45720" lIns="91440" rIns="91440" tIns="45720" wrap="square">
                <a:normAutofit/>
              </a:bodyPr>
              <a:lstStyle/>
              <a:p>
                <a:pPr algn="ctr"/>
                <a:r>
                  <a:rPr b="true" i="false" lang="en-US" sz="1800" u="none">
                    <a:solidFill>
                      <a:srgbClr val="2F2F2F"/>
                    </a:solidFill>
                    <a:ea typeface="微软雅黑"/>
                  </a:rPr>
                  <a:t>增加盈利能力</a:t>
                </a:r>
              </a:p>
            </p:txBody>
          </p:sp>
        </p:grpSp>
        <p:grpSp>
          <p:nvGrpSpPr>
            <p:cNvPr descr="8fdff675-af4d-4ccb-b759-90f21ddadfbd" id="31" name="组合 30">
              <a:extLst>
                <a:ext uri="{FF2B5EF4-FFF2-40B4-BE49-F238E27FC236}">
                  <a16:creationId id="{1292A8A2-AD88-76C6-0DEF-E39A9083CC69}"/>
                </a:ext>
              </a:extLst>
            </p:cNvPr>
            <p:cNvGrpSpPr/>
            <p:nvPr/>
          </p:nvGrpSpPr>
          <p:grpSpPr>
            <a:xfrm>
              <a:off x="8482990" y="2748079"/>
              <a:ext cx="2564666" cy="2979621"/>
              <a:chOff x="8482990" y="2748079"/>
              <a:chExt cx="2564666" cy="2979621"/>
            </a:xfrm>
          </p:grpSpPr>
          <p:sp>
            <p:nvSpPr>
              <p:cNvPr descr="de89f849-f998-4fc3-a1a7-b3fd42136889" id="8" name="Number3">
                <a:extLst>
                  <a:ext uri="{FF2B5EF4-FFF2-40B4-BE49-F238E27FC236}">
                    <a16:creationId id="{BDE00559-0104-4C0F-8E58-19AA88B4E274}"/>
                  </a:ext>
                </a:extLst>
              </p:cNvPr>
              <p:cNvSpPr/>
              <p:nvPr/>
            </p:nvSpPr>
            <p:spPr bwMode="auto">
              <a:xfrm flipH="false" flipV="false">
                <a:off x="9379092" y="2748079"/>
                <a:ext cx="611075" cy="611075"/>
              </a:xfrm>
              <a:prstGeom prst="rect">
                <a:avLst/>
              </a:prstGeom>
              <a:solidFill>
                <a:schemeClr val="accent1"/>
              </a:solidFill>
              <a:ln w="38100">
                <a:noFill/>
              </a:ln>
            </p:spPr>
            <p:style>
              <a:lnRef idx="2">
                <a:schemeClr val="dk1"/>
              </a:lnRef>
              <a:fillRef idx="1">
                <a:schemeClr val="lt1"/>
              </a:fillRef>
              <a:effectRef idx="0">
                <a:schemeClr val="dk1"/>
              </a:effectRef>
              <a:fontRef idx="minor">
                <a:schemeClr val="dk1"/>
              </a:fontRef>
            </p:style>
            <p:txBody>
              <a:bodyPr anchor="ctr" anchorCtr="false" rtlCol="0"/>
              <a:lstStyle/>
              <a:p>
                <a:pPr algn="ctr"/>
                <a:r>
                  <a:rPr b="true" i="false" lang="en-US" sz="1800" u="none">
                    <a:solidFill>
                      <a:srgbClr val="FFFFFF"/>
                    </a:solidFill>
                    <a:latin typeface="Arial"/>
                  </a:rPr>
                  <a:t>03</a:t>
                </a:r>
              </a:p>
            </p:txBody>
          </p:sp>
          <p:sp>
            <p:nvSpPr>
              <p:cNvPr descr="857b8504-f342-41a6-b699-f8a879849fda" id="23" name="Text3">
                <a:extLst>
                  <a:ext uri="{FF2B5EF4-FFF2-40B4-BE49-F238E27FC236}">
                    <a16:creationId id="{35E44C77-5080-A9CE-F2FD-197AFE4B7744}"/>
                  </a:ext>
                </a:extLst>
              </p:cNvPr>
              <p:cNvSpPr txBox="1"/>
              <p:nvPr/>
            </p:nvSpPr>
            <p:spPr>
              <a:xfrm flipH="false" flipV="false">
                <a:off x="8482990" y="4244416"/>
                <a:ext cx="2564666" cy="1483284"/>
              </a:xfrm>
              <a:prstGeom prst="rect">
                <a:avLst/>
              </a:prstGeom>
              <a:noFill/>
              <a:ln>
                <a:noFill/>
              </a:ln>
            </p:spPr>
            <p:txBody>
              <a:bodyPr anchor="t" anchorCtr="true" bIns="45720" lIns="91440" rIns="91440" tIns="45720" wrap="square">
                <a:normAutofit/>
              </a:bodyPr>
              <a:lstStyle/>
              <a:p>
                <a:pPr algn="ctr">
                  <a:lnSpc>
                    <a:spcPct val="120000"/>
                  </a:lnSpc>
                </a:pPr>
                <a:r>
                  <a:rPr b="false" i="false" lang="en-US" sz="1200" u="none">
                    <a:solidFill>
                      <a:srgbClr val="2F2F2F"/>
                    </a:solidFill>
                    <a:ea typeface="微软雅黑"/>
                  </a:rPr>
                  <a:t>严格控制各项成本费用，提高成本效益，有助于提升企业经营效益，从而增强偿债能力。</a:t>
                </a:r>
              </a:p>
            </p:txBody>
          </p:sp>
          <p:sp>
            <p:nvSpPr>
              <p:cNvPr descr="a28451c7-4198-45d4-99d7-e65cd4c727dc" id="24" name="Bullet3">
                <a:extLst>
                  <a:ext uri="{FF2B5EF4-FFF2-40B4-BE49-F238E27FC236}">
                    <a16:creationId id="{CB2CEDBA-DDD6-7B28-45B1-FB5B4A6AC8FC}"/>
                  </a:ext>
                </a:extLst>
              </p:cNvPr>
              <p:cNvSpPr txBox="1"/>
              <p:nvPr/>
            </p:nvSpPr>
            <p:spPr>
              <a:xfrm flipH="false" flipV="false">
                <a:off x="8482990" y="3492927"/>
                <a:ext cx="2564666" cy="751489"/>
              </a:xfrm>
              <a:prstGeom prst="rect">
                <a:avLst/>
              </a:prstGeom>
              <a:noFill/>
              <a:ln>
                <a:noFill/>
              </a:ln>
            </p:spPr>
            <p:txBody>
              <a:bodyPr anchor="b" anchorCtr="true" bIns="45720" lIns="91440" rIns="91440" tIns="45720" wrap="square">
                <a:normAutofit/>
              </a:bodyPr>
              <a:lstStyle/>
              <a:p>
                <a:pPr algn="ctr"/>
                <a:r>
                  <a:rPr b="true" i="false" lang="en-US" sz="1800" u="none">
                    <a:solidFill>
                      <a:srgbClr val="4190FF"/>
                    </a:solidFill>
                    <a:ea typeface="微软雅黑"/>
                  </a:rPr>
                  <a:t>加强成本控制</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提升经营效益的策略</a:t>
            </a:r>
          </a:p>
        </p:txBody>
      </p:sp>
    </p:spTree>
  </p:cSld>
  <p:clrMapOvr>
    <a:masterClrMapping/>
  </p:clrMapOvr>
</p:sld>
</file>

<file path=ppt/slides/slide21.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080f8882-b540-4411-9210-1e2255fb48ed" id="5" name="209b288e-08fb-4dd4-aa76-a4b68b900cab.source.3.zh-Hans.pptx">
            <a:extLst>
              <a:ext uri="{FF2B5EF4-FFF2-40B4-BE49-F238E27FC236}">
                <a16:creationId id="{56FD7539-1289-558E-997D-49C156A78256}"/>
              </a:ext>
            </a:extLst>
          </p:cNvPr>
          <p:cNvGrpSpPr/>
          <p:nvPr/>
        </p:nvGrpSpPr>
        <p:grpSpPr>
          <a:xfrm>
            <a:off x="660400" y="1130300"/>
            <a:ext cx="10858500" cy="5003800"/>
            <a:chOff x="660400" y="1130300"/>
            <a:chExt cx="10858500" cy="5003800"/>
          </a:xfrm>
        </p:grpSpPr>
        <p:sp>
          <p:nvSpPr>
            <p:cNvPr descr="08333e16-713c-435d-9fe9-1d8b7971f187" id="2" name="Title">
              <a:extLst>
                <a:ext uri="{FF2B5EF4-FFF2-40B4-BE49-F238E27FC236}">
                  <a16:creationId id="{748D3429-CE1D-FFF0-8CD0-E6DD2ADBBD6C}"/>
                </a:ext>
              </a:extLst>
            </p:cNvPr>
            <p:cNvSpPr>
              <a:spLocks/>
            </p:cNvSpPr>
            <p:nvPr/>
          </p:nvSpPr>
          <p:spPr>
            <a:xfrm flipH="false" flipV="false">
              <a:off x="660400" y="1130300"/>
              <a:ext cx="10858500" cy="490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l"/>
              <a:r>
                <a:rPr b="true" i="false" lang="en-US" sz="2400" u="none">
                  <a:solidFill>
                    <a:srgbClr val="2F2F2F"/>
                  </a:solidFill>
                  <a:ea typeface="微软雅黑"/>
                </a:rPr>
                <a:t>运用财务管理手段提升偿债能力</a:t>
              </a:r>
            </a:p>
          </p:txBody>
        </p:sp>
        <p:grpSp>
          <p:nvGrpSpPr>
            <p:cNvPr descr="b1dd61c6-f4f8-424f-baa1-e385a881c989" id="7" name="组合 6">
              <a:extLst>
                <a:ext uri="{FF2B5EF4-FFF2-40B4-BE49-F238E27FC236}">
                  <a16:creationId id="{57B99AC8-0583-E565-BE92-8D22AEEC9E95}"/>
                </a:ext>
              </a:extLst>
            </p:cNvPr>
            <p:cNvGrpSpPr/>
            <p:nvPr/>
          </p:nvGrpSpPr>
          <p:grpSpPr>
            <a:xfrm>
              <a:off x="660400" y="1655179"/>
              <a:ext cx="10858500" cy="1331051"/>
              <a:chOff x="660400" y="1655179"/>
              <a:chExt cx="10858500" cy="1331051"/>
            </a:xfrm>
          </p:grpSpPr>
          <p:sp>
            <p:nvSpPr>
              <p:cNvPr descr="25d1fc54-88c9-4647-9da7-909bb75edaef" id="6" name="ComponentBackground1">
                <a:extLst>
                  <a:ext uri="{FF2B5EF4-FFF2-40B4-BE49-F238E27FC236}">
                    <a16:creationId id="{5DF76B54-72A8-A151-D83F-EE981552DCA6}"/>
                  </a:ext>
                </a:extLst>
              </p:cNvPr>
              <p:cNvSpPr/>
              <p:nvPr/>
            </p:nvSpPr>
            <p:spPr>
              <a:xfrm flipH="false" flipV="false">
                <a:off x="660400" y="1655179"/>
                <a:ext cx="10858500" cy="1331051"/>
              </a:xfrm>
              <a:prstGeom prst="roundRect">
                <a:avLst>
                  <a:gd fmla="val 7854" name="adj"/>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sp>
            <p:nvSpPr>
              <p:cNvPr descr="200e7e23-1b04-4611-9845-5702b81167a8" id="3" name="Text1">
                <a:extLst>
                  <a:ext uri="{FF2B5EF4-FFF2-40B4-BE49-F238E27FC236}">
                    <a16:creationId id="{32C6CE0C-D239-84FC-53D9-2D60439F388F}"/>
                  </a:ext>
                </a:extLst>
              </p:cNvPr>
              <p:cNvSpPr txBox="1">
                <a:spLocks/>
              </p:cNvSpPr>
              <p:nvPr/>
            </p:nvSpPr>
            <p:spPr>
              <a:xfrm flipH="false" flipV="false">
                <a:off x="1232157" y="2088336"/>
                <a:ext cx="10197843" cy="783593"/>
              </a:xfrm>
              <a:prstGeom prst="rect">
                <a:avLst/>
              </a:prstGeom>
              <a:noFill/>
            </p:spPr>
            <p:txBody>
              <a:bodyPr anchor="t"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建立完善的财务预警系统，及时监测企业的财务状况，预测潜在的偿债风险，以便提前采取措施加以防范。</a:t>
                </a:r>
              </a:p>
            </p:txBody>
          </p:sp>
          <p:sp>
            <p:nvSpPr>
              <p:cNvPr descr="2be4ad23-ed70-4668-a00d-e569ef1e3942" id="4" name="Bullet1">
                <a:extLst>
                  <a:ext uri="{FF2B5EF4-FFF2-40B4-BE49-F238E27FC236}">
                    <a16:creationId id="{BA5443AE-4AC2-8A48-67B9-9DB2D4AA5AEE}"/>
                  </a:ext>
                </a:extLst>
              </p:cNvPr>
              <p:cNvSpPr txBox="1">
                <a:spLocks/>
              </p:cNvSpPr>
              <p:nvPr/>
            </p:nvSpPr>
            <p:spPr>
              <a:xfrm flipH="false" flipV="false">
                <a:off x="1232157" y="1697384"/>
                <a:ext cx="10197843" cy="390954"/>
              </a:xfrm>
              <a:prstGeom prst="rect">
                <a:avLst/>
              </a:prstGeom>
              <a:noFill/>
            </p:spPr>
            <p:txBody>
              <a:bodyPr anchor="ctr" anchorCtr="false" rtlCol="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trike="noStrike" sz="1800" u="none">
                    <a:solidFill>
                      <a:srgbClr val="2F2F2F"/>
                    </a:solidFill>
                    <a:ea typeface="微软雅黑"/>
                  </a:rPr>
                  <a:t>建立财务预警系统</a:t>
                </a:r>
              </a:p>
            </p:txBody>
          </p:sp>
          <p:sp>
            <p:nvSpPr>
              <p:cNvPr descr="279b8fb5-8f3a-40af-9cbd-f2ed9a90f125" id="26" name="Number1">
                <a:extLst>
                  <a:ext uri="{FF2B5EF4-FFF2-40B4-BE49-F238E27FC236}">
                    <a16:creationId id="{84FADAD4-C0D6-3DC9-ACF3-74605DBD71F9}"/>
                  </a:ext>
                </a:extLst>
              </p:cNvPr>
              <p:cNvSpPr>
                <a:spLocks/>
              </p:cNvSpPr>
              <p:nvPr/>
            </p:nvSpPr>
            <p:spPr>
              <a:xfrm flipH="false" flipV="false">
                <a:off x="660400" y="165735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p>
                <a:pPr algn="ctr"/>
                <a:r>
                  <a:rPr b="false" i="false" lang="en-US" sz="1600" u="none">
                    <a:solidFill>
                      <a:srgbClr val="FFFFFF"/>
                    </a:solidFill>
                    <a:latin typeface="Arial"/>
                  </a:rPr>
                  <a:t>1</a:t>
                </a:r>
              </a:p>
            </p:txBody>
          </p:sp>
        </p:grpSp>
        <p:grpSp>
          <p:nvGrpSpPr>
            <p:cNvPr descr="3ebef08f-eb1b-464b-af5b-0ce953d8a2dd" id="9" name="组合 8">
              <a:extLst>
                <a:ext uri="{FF2B5EF4-FFF2-40B4-BE49-F238E27FC236}">
                  <a16:creationId id="{B1AA6C1E-8A55-ECE1-A67D-9D1763137689}"/>
                </a:ext>
              </a:extLst>
            </p:cNvPr>
            <p:cNvGrpSpPr/>
            <p:nvPr/>
          </p:nvGrpSpPr>
          <p:grpSpPr>
            <a:xfrm>
              <a:off x="660400" y="3229114"/>
              <a:ext cx="10858500" cy="1331051"/>
              <a:chOff x="660400" y="2791234"/>
              <a:chExt cx="10858500" cy="1331051"/>
            </a:xfrm>
          </p:grpSpPr>
          <p:sp>
            <p:nvSpPr>
              <p:cNvPr descr="4037f9a9-1825-4da7-b7ea-a6ddb06e8277" id="146" name="ComponentBackground2">
                <a:extLst>
                  <a:ext uri="{FF2B5EF4-FFF2-40B4-BE49-F238E27FC236}">
                    <a16:creationId id="{AC8EEDD4-DC84-BB67-8641-7DAEC7E5249C}"/>
                  </a:ext>
                </a:extLst>
              </p:cNvPr>
              <p:cNvSpPr/>
              <p:nvPr/>
            </p:nvSpPr>
            <p:spPr>
              <a:xfrm flipH="false" flipV="false">
                <a:off x="660400" y="2791234"/>
                <a:ext cx="10858500" cy="1331051"/>
              </a:xfrm>
              <a:prstGeom prst="roundRect">
                <a:avLst>
                  <a:gd fmla="val 7854" name="adj"/>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sp>
            <p:nvSpPr>
              <p:cNvPr descr="a7ae8571-b7d1-45f1-8ba0-a300ff69bd6a" id="148" name="Text2">
                <a:extLst>
                  <a:ext uri="{FF2B5EF4-FFF2-40B4-BE49-F238E27FC236}">
                    <a16:creationId id="{DE745480-5300-D4CC-0FBD-FFE65A110115}"/>
                  </a:ext>
                </a:extLst>
              </p:cNvPr>
              <p:cNvSpPr txBox="1">
                <a:spLocks/>
              </p:cNvSpPr>
              <p:nvPr/>
            </p:nvSpPr>
            <p:spPr>
              <a:xfrm flipH="false" flipV="false">
                <a:off x="1232157" y="3224391"/>
                <a:ext cx="10197843" cy="783593"/>
              </a:xfrm>
              <a:prstGeom prst="rect">
                <a:avLst/>
              </a:prstGeom>
              <a:noFill/>
            </p:spPr>
            <p:txBody>
              <a:bodyPr anchor="t"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合理安排资金收支，确保资金的有效利用和合理配置，避免出现资金短缺或闲置的情况，保障偿债资金的充足。</a:t>
                </a:r>
              </a:p>
            </p:txBody>
          </p:sp>
          <p:sp>
            <p:nvSpPr>
              <p:cNvPr descr="94efb225-508b-4d9a-a971-61497285f439" id="149" name="Bullet2">
                <a:extLst>
                  <a:ext uri="{FF2B5EF4-FFF2-40B4-BE49-F238E27FC236}">
                    <a16:creationId id="{0497B67B-76D1-1D23-23A6-0E878A6457D7}"/>
                  </a:ext>
                </a:extLst>
              </p:cNvPr>
              <p:cNvSpPr txBox="1">
                <a:spLocks/>
              </p:cNvSpPr>
              <p:nvPr/>
            </p:nvSpPr>
            <p:spPr>
              <a:xfrm flipH="false" flipV="false">
                <a:off x="1232157" y="2833439"/>
                <a:ext cx="10197843" cy="390954"/>
              </a:xfrm>
              <a:prstGeom prst="rect">
                <a:avLst/>
              </a:prstGeom>
              <a:noFill/>
            </p:spPr>
            <p:txBody>
              <a:bodyPr anchor="ctr" anchorCtr="false" rtlCol="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trike="noStrike" sz="1800" u="none">
                    <a:solidFill>
                      <a:srgbClr val="2F2F2F"/>
                    </a:solidFill>
                    <a:ea typeface="微软雅黑"/>
                  </a:rPr>
                  <a:t>合理安排资金收支</a:t>
                </a:r>
              </a:p>
            </p:txBody>
          </p:sp>
          <p:sp>
            <p:nvSpPr>
              <p:cNvPr descr="4ac02057-6d2c-4e96-9976-f368c92935c9" id="145" name="Number2">
                <a:extLst>
                  <a:ext uri="{FF2B5EF4-FFF2-40B4-BE49-F238E27FC236}">
                    <a16:creationId id="{84D350E5-6F71-8BC9-BB37-F3E0E1D2FE10}"/>
                  </a:ext>
                </a:extLst>
              </p:cNvPr>
              <p:cNvSpPr>
                <a:spLocks/>
              </p:cNvSpPr>
              <p:nvPr/>
            </p:nvSpPr>
            <p:spPr>
              <a:xfrm flipH="false" flipV="false">
                <a:off x="660400" y="2793405"/>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p>
                <a:pPr algn="ctr"/>
                <a:r>
                  <a:rPr b="false" i="false" lang="en-US" sz="1600" u="none">
                    <a:solidFill>
                      <a:srgbClr val="FFFFFF"/>
                    </a:solidFill>
                    <a:latin typeface="Arial"/>
                  </a:rPr>
                  <a:t>2</a:t>
                </a:r>
              </a:p>
            </p:txBody>
          </p:sp>
        </p:grpSp>
        <p:grpSp>
          <p:nvGrpSpPr>
            <p:cNvPr descr="3944699b-7aad-4666-836b-6b0885156356" id="10" name="组合 9">
              <a:extLst>
                <a:ext uri="{FF2B5EF4-FFF2-40B4-BE49-F238E27FC236}">
                  <a16:creationId id="{74D5124A-447E-1658-1160-3EAB50B3189D}"/>
                </a:ext>
              </a:extLst>
            </p:cNvPr>
            <p:cNvGrpSpPr/>
            <p:nvPr/>
          </p:nvGrpSpPr>
          <p:grpSpPr>
            <a:xfrm>
              <a:off x="660400" y="4803049"/>
              <a:ext cx="10858500" cy="1331051"/>
              <a:chOff x="660400" y="3927289"/>
              <a:chExt cx="10858500" cy="1331051"/>
            </a:xfrm>
          </p:grpSpPr>
          <p:sp>
            <p:nvSpPr>
              <p:cNvPr descr="ba44688e-1da3-445f-9aae-fed7f9c62ce4" id="153" name="ComponentBackground3">
                <a:extLst>
                  <a:ext uri="{FF2B5EF4-FFF2-40B4-BE49-F238E27FC236}">
                    <a16:creationId id="{99498F78-BAA7-8FCA-91D2-770DC812350E}"/>
                  </a:ext>
                </a:extLst>
              </p:cNvPr>
              <p:cNvSpPr/>
              <p:nvPr/>
            </p:nvSpPr>
            <p:spPr>
              <a:xfrm flipH="false" flipV="false">
                <a:off x="660400" y="3927289"/>
                <a:ext cx="10858500" cy="1331051"/>
              </a:xfrm>
              <a:prstGeom prst="roundRect">
                <a:avLst>
                  <a:gd fmla="val 7854" name="adj"/>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a:lstStyle/>
              <a:p>
                <a:pPr algn="ctr"/>
              </a:p>
            </p:txBody>
          </p:sp>
          <p:sp>
            <p:nvSpPr>
              <p:cNvPr descr="828eaccd-e478-4f9c-8f36-052b1dd4559f" id="155" name="Text3">
                <a:extLst>
                  <a:ext uri="{FF2B5EF4-FFF2-40B4-BE49-F238E27FC236}">
                    <a16:creationId id="{9AF26C84-FB90-5D37-030F-561765CEAD87}"/>
                  </a:ext>
                </a:extLst>
              </p:cNvPr>
              <p:cNvSpPr txBox="1">
                <a:spLocks/>
              </p:cNvSpPr>
              <p:nvPr/>
            </p:nvSpPr>
            <p:spPr>
              <a:xfrm flipH="false" flipV="false">
                <a:off x="1232157" y="4360446"/>
                <a:ext cx="10197843" cy="783593"/>
              </a:xfrm>
              <a:prstGeom prst="rect">
                <a:avLst/>
              </a:prstGeom>
              <a:noFill/>
            </p:spPr>
            <p:txBody>
              <a:bodyPr anchor="t"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加强应收账款的管理，加快应收账款的回收速度，减少坏账损失，提高企业的现金流，增强短期偿债能力。</a:t>
                </a:r>
              </a:p>
            </p:txBody>
          </p:sp>
          <p:sp>
            <p:nvSpPr>
              <p:cNvPr descr="131c9396-7bf8-45ad-9658-a86d418e9733" id="156" name="Bullet3">
                <a:extLst>
                  <a:ext uri="{FF2B5EF4-FFF2-40B4-BE49-F238E27FC236}">
                    <a16:creationId id="{9BEFAC9B-6E3F-C7D0-BBD8-80AAFC060977}"/>
                  </a:ext>
                </a:extLst>
              </p:cNvPr>
              <p:cNvSpPr txBox="1">
                <a:spLocks/>
              </p:cNvSpPr>
              <p:nvPr/>
            </p:nvSpPr>
            <p:spPr>
              <a:xfrm flipH="false" flipV="false">
                <a:off x="1232157" y="3969494"/>
                <a:ext cx="10197843" cy="390954"/>
              </a:xfrm>
              <a:prstGeom prst="rect">
                <a:avLst/>
              </a:prstGeom>
              <a:noFill/>
            </p:spPr>
            <p:txBody>
              <a:bodyPr anchor="ctr" anchorCtr="false" rtlCol="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trike="noStrike" sz="1800" u="none">
                    <a:solidFill>
                      <a:srgbClr val="2F2F2F"/>
                    </a:solidFill>
                    <a:ea typeface="微软雅黑"/>
                  </a:rPr>
                  <a:t>加强应收账款管理</a:t>
                </a:r>
              </a:p>
            </p:txBody>
          </p:sp>
          <p:sp>
            <p:nvSpPr>
              <p:cNvPr descr="6d1ae77d-6156-44d7-a95a-30d6c317a62f" id="152" name="Number3">
                <a:extLst>
                  <a:ext uri="{FF2B5EF4-FFF2-40B4-BE49-F238E27FC236}">
                    <a16:creationId id="{7C355033-361D-87A5-AAF1-890327FE7F21}"/>
                  </a:ext>
                </a:extLst>
              </p:cNvPr>
              <p:cNvSpPr>
                <a:spLocks/>
              </p:cNvSpPr>
              <p:nvPr/>
            </p:nvSpPr>
            <p:spPr>
              <a:xfrm flipH="false" flipV="false">
                <a:off x="660400" y="392946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nchorCtr="false" rtlCol="0" wrap="none">
                <a:normAutofit/>
              </a:bodyPr>
              <a:lstStyle/>
              <a:p>
                <a:pPr algn="ctr"/>
                <a:r>
                  <a:rPr b="false" i="false" lang="en-US" sz="1600" u="none">
                    <a:solidFill>
                      <a:srgbClr val="FFFFFF"/>
                    </a:solidFill>
                    <a:latin typeface="Arial"/>
                  </a:rPr>
                  <a:t>3</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加强财务管理的策略</a:t>
            </a:r>
          </a:p>
        </p:txBody>
      </p:sp>
    </p:spTree>
  </p:cSld>
  <p:clrMapOvr>
    <a:masterClrMapping/>
  </p:clrMapOvr>
</p:sld>
</file>

<file path=ppt/slides/slide22.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1c4e745d-d1b6-4325-bad4-6bc3a7a0ebce" id="5" name=""/>
          <p:cNvSpPr>
            <a:spLocks noGrp="1"/>
          </p:cNvSpPr>
          <p:nvPr>
            <p:ph hasCustomPrompt="1" type="title"/>
          </p:nvPr>
        </p:nvSpPr>
        <p:spPr/>
        <p:txBody>
          <a:bodyPr anchorCtr="false"/>
          <a:lstStyle/>
          <a:p>
            <a:pPr algn="r">
              <a:lnSpc>
                <a:spcPct val="100000"/>
              </a:lnSpc>
              <a:spcBef>
                <a:spcPct val="0"/>
              </a:spcBef>
            </a:pPr>
            <a:r>
              <a:rPr b="true" i="false" lang="en-US" sz="3200" u="none">
                <a:solidFill>
                  <a:srgbClr val="2F2F2F"/>
                </a:solidFill>
                <a:ea typeface="微软雅黑"/>
              </a:rPr>
              <a:t>优化资本结构的策略</a:t>
            </a:r>
          </a:p>
        </p:txBody>
      </p:sp>
      <p:sp>
        <p:nvSpPr>
          <p:cNvPr descr="86fb887e-410a-4576-994b-4880395bdc51" id="25" name=""/>
          <p:cNvSpPr>
            <a:spLocks noGrp="1"/>
          </p:cNvSpPr>
          <p:nvPr>
            <p:ph hasCustomPrompt="1" idx="1" sz="quarter" type="body"/>
          </p:nvPr>
        </p:nvSpPr>
        <p:spPr/>
        <p:txBody>
          <a:bodyPr anchorCtr="false"/>
          <a:lstStyle/>
          <a:p>
            <a:pPr algn="r">
              <a:lnSpc>
                <a:spcPct val="120000"/>
              </a:lnSpc>
              <a:spcBef>
                <a:spcPts val="1000"/>
              </a:spcBef>
            </a:pPr>
            <a:r>
              <a:rPr b="false" i="false" lang="en-US" sz="2000" u="none">
                <a:solidFill>
                  <a:srgbClr val="2F2F2F"/>
                </a:solidFill>
                <a:ea typeface="微软雅黑"/>
              </a:rPr>
              <a:t>深入探讨优化资本结构的具体措施</a:t>
            </a:r>
          </a:p>
        </p:txBody>
      </p:sp>
    </p:spTree>
  </p:cSld>
  <p:clrMapOvr>
    <a:masterClrMapping/>
  </p:clrMapOvr>
</p:sld>
</file>

<file path=ppt/slides/slide23.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345c4632-88db-4233-a36a-fad984bc60c2" id="20" name="dfb8e719-bc77-4df4-ad66-c9f63a1f8954.source.2.zh-Hans.pptx">
            <a:extLst>
              <a:ext uri="{FF2B5EF4-FFF2-40B4-BE49-F238E27FC236}">
                <a16:creationId id="{97135374-CA44-05EB-3606-64E50550E377}"/>
              </a:ext>
            </a:extLst>
          </p:cNvPr>
          <p:cNvGrpSpPr/>
          <p:nvPr/>
        </p:nvGrpSpPr>
        <p:grpSpPr>
          <a:xfrm>
            <a:off x="660400" y="1130300"/>
            <a:ext cx="10858500" cy="4960258"/>
            <a:chOff x="660400" y="1130300"/>
            <a:chExt cx="10858500" cy="4960258"/>
          </a:xfrm>
        </p:grpSpPr>
        <p:grpSp>
          <p:nvGrpSpPr>
            <p:cNvPr descr="86a1ebac-5784-4a8d-9930-1046786fbcd9" id="5" name="组合 4">
              <a:extLst>
                <a:ext uri="{FF2B5EF4-FFF2-40B4-BE49-F238E27FC236}">
                  <a16:creationId id="{89AC706C-04FF-881A-B85B-AB49CD1D67DD}"/>
                </a:ext>
              </a:extLst>
            </p:cNvPr>
            <p:cNvGrpSpPr/>
            <p:nvPr/>
          </p:nvGrpSpPr>
          <p:grpSpPr>
            <a:xfrm>
              <a:off x="660400" y="1130300"/>
              <a:ext cx="10858500" cy="4960258"/>
              <a:chOff x="660400" y="1130300"/>
              <a:chExt cx="10858500" cy="4960258"/>
            </a:xfrm>
          </p:grpSpPr>
          <p:sp>
            <p:nvSpPr>
              <p:cNvPr descr="562d5b42-45ef-476c-8006-33953b1596a0" id="4" name="Title">
                <a:extLst>
                  <a:ext uri="{FF2B5EF4-FFF2-40B4-BE49-F238E27FC236}">
                    <a16:creationId id="{84FDD983-8E71-5F7E-27B5-B6A79DE3F3C4}"/>
                  </a:ext>
                </a:extLst>
              </p:cNvPr>
              <p:cNvSpPr/>
              <p:nvPr/>
            </p:nvSpPr>
            <p:spPr>
              <a:xfrm flipH="false" flipV="false">
                <a:off x="660400" y="1130300"/>
                <a:ext cx="10858500" cy="720000"/>
              </a:xfrm>
              <a:prstGeom prst="roundRect">
                <a:avLst>
                  <a:gd fmla="val 0" name="adj"/>
                </a:avLst>
              </a:prstGeom>
              <a:noFill/>
              <a:ln cap="rnd" w="6350">
                <a:solidFill>
                  <a:schemeClr val="tx1">
                    <a:alpha val="50000"/>
                  </a:schemeClr>
                </a:solidFill>
                <a:prstDash val="solid"/>
                <a:round/>
              </a:ln>
              <a:effectLst>
                <a:outerShdw algn="ctr" blurRad="254000" dir="5400000" dist="127000"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normAutofit/>
              </a:bodyPr>
              <a:lstStyle/>
              <a:p>
                <a:pPr algn="l"/>
                <a:r>
                  <a:rPr b="true" i="false" lang="en-US" sz="2400" u="none">
                    <a:solidFill>
                      <a:srgbClr val="2F2F2F"/>
                    </a:solidFill>
                    <a:ea typeface="微软雅黑"/>
                  </a:rPr>
                  <a:t>运用权衡理论优化资本结构</a:t>
                </a:r>
              </a:p>
            </p:txBody>
          </p:sp>
          <p:grpSp>
            <p:nvGrpSpPr>
              <p:cNvPr descr="bc4e665f-76c0-4610-b069-0b09dd0355b5" id="9" name="组合 8">
                <a:extLst>
                  <a:ext uri="{FF2B5EF4-FFF2-40B4-BE49-F238E27FC236}">
                    <a16:creationId id="{1450F64D-5F07-0672-56B4-6BCFF3957594}"/>
                  </a:ext>
                </a:extLst>
              </p:cNvPr>
              <p:cNvGrpSpPr/>
              <p:nvPr/>
            </p:nvGrpSpPr>
            <p:grpSpPr>
              <a:xfrm>
                <a:off x="1240527" y="2731243"/>
                <a:ext cx="4508500" cy="3359315"/>
                <a:chOff x="1240527" y="2731243"/>
                <a:chExt cx="4508500" cy="3359315"/>
              </a:xfrm>
            </p:grpSpPr>
            <p:sp>
              <p:nvSpPr>
                <p:cNvPr descr="4c99a19b-66f3-42c6-b155-98d97e2b9faf" id="6" name="Bullet1">
                  <a:extLst>
                    <a:ext uri="{FF2B5EF4-FFF2-40B4-BE49-F238E27FC236}">
                      <a16:creationId id="{10F6B1C4-1423-5A97-12D3-766BA7936B1E}"/>
                    </a:ext>
                  </a:extLst>
                </p:cNvPr>
                <p:cNvSpPr/>
                <p:nvPr/>
              </p:nvSpPr>
              <p:spPr>
                <a:xfrm flipH="false" flipV="false">
                  <a:off x="1240527" y="3085856"/>
                  <a:ext cx="4508500" cy="558000"/>
                </a:xfrm>
                <a:prstGeom prst="rect">
                  <a:avLst/>
                </a:prstGeom>
                <a:noFill/>
                <a:ln cap="rnd" w="6350">
                  <a:solidFill>
                    <a:schemeClr val="tx1">
                      <a:alpha val="50000"/>
                    </a:schemeClr>
                  </a:solidFill>
                  <a:prstDash val="solid"/>
                  <a:round/>
                </a:ln>
                <a:effectLst>
                  <a:outerShdw algn="ctr" blurRad="254000" dir="5400000" dist="127000"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normAutofit/>
                </a:bodyPr>
                <a:lstStyle/>
                <a:p>
                  <a:pPr algn="l">
                    <a:lnSpc>
                      <a:spcPct val="120000"/>
                    </a:lnSpc>
                  </a:pPr>
                  <a:r>
                    <a:rPr b="true" i="false" lang="en-US" sz="1800" u="none">
                      <a:solidFill>
                        <a:srgbClr val="2F2F2F"/>
                      </a:solidFill>
                      <a:ea typeface="微软雅黑"/>
                    </a:rPr>
                    <a:t>平衡债务税收优势与财务困境成本</a:t>
                  </a:r>
                </a:p>
              </p:txBody>
            </p:sp>
            <p:sp>
              <p:nvSpPr>
                <p:cNvPr descr="477aa051-2adf-46ba-9ba6-883a036d8b2d" id="7" name="Text1">
                  <a:extLst>
                    <a:ext uri="{FF2B5EF4-FFF2-40B4-BE49-F238E27FC236}">
                      <a16:creationId id="{0A0C82FE-A1F5-3527-A026-D7C8B823F2DC}"/>
                    </a:ext>
                  </a:extLst>
                </p:cNvPr>
                <p:cNvSpPr/>
                <p:nvPr/>
              </p:nvSpPr>
              <p:spPr>
                <a:xfrm flipH="false" flipV="false">
                  <a:off x="1240527" y="3744687"/>
                  <a:ext cx="4508500" cy="2345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rtlCol="0" wrap="square">
                  <a:normAutofit/>
                </a:bodyPr>
                <a:lstStyle/>
                <a:p>
                  <a:pPr algn="l">
                    <a:lnSpc>
                      <a:spcPct val="120000"/>
                    </a:lnSpc>
                  </a:pPr>
                  <a:r>
                    <a:rPr b="false" i="false" lang="en-US" sz="1200" u="none">
                      <a:solidFill>
                        <a:srgbClr val="2F2F2F"/>
                      </a:solidFill>
                      <a:ea typeface="微软雅黑"/>
                    </a:rPr>
                    <a:t>企业应在利用债务带来的税收优惠和避免财务困境成本之间找到平衡点，确定最优资本结构。</a:t>
                  </a:r>
                </a:p>
              </p:txBody>
            </p:sp>
            <p:sp>
              <p:nvSpPr>
                <p:cNvPr descr="9ea28d72-0c1e-47cd-8025-82e1725133be" id="8" name="Number1">
                  <a:extLst>
                    <a:ext uri="{FF2B5EF4-FFF2-40B4-BE49-F238E27FC236}">
                      <a16:creationId id="{4FEB5DC7-8C27-BCFA-15FF-ECDEF250F386}"/>
                    </a:ext>
                  </a:extLst>
                </p:cNvPr>
                <p:cNvSpPr/>
                <p:nvPr/>
              </p:nvSpPr>
              <p:spPr>
                <a:xfrm flipH="false" flipV="false">
                  <a:off x="3037753" y="2731243"/>
                  <a:ext cx="914048" cy="360000"/>
                </a:xfrm>
                <a:prstGeom prst="rect">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non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r>
                    <a:rPr b="false" i="false" lang="en-US" sz="1600" u="none">
                      <a:solidFill>
                        <a:srgbClr val="FFFFFF"/>
                      </a:solidFill>
                      <a:latin typeface="Arial"/>
                    </a:rPr>
                    <a:t>1</a:t>
                  </a:r>
                </a:p>
              </p:txBody>
            </p:sp>
          </p:grpSp>
          <p:grpSp>
            <p:nvGrpSpPr>
              <p:cNvPr descr="1e6425f4-a020-4e38-90fd-af7f9f99d640" id="10" name="组合 9">
                <a:extLst>
                  <a:ext uri="{FF2B5EF4-FFF2-40B4-BE49-F238E27FC236}">
                    <a16:creationId id="{7437813D-C893-83C3-10FD-767796DE2409}"/>
                  </a:ext>
                </a:extLst>
              </p:cNvPr>
              <p:cNvGrpSpPr/>
              <p:nvPr/>
            </p:nvGrpSpPr>
            <p:grpSpPr>
              <a:xfrm>
                <a:off x="6430274" y="2731243"/>
                <a:ext cx="4508500" cy="3359315"/>
                <a:chOff x="6430274" y="2731243"/>
                <a:chExt cx="4508500" cy="3359315"/>
              </a:xfrm>
            </p:grpSpPr>
            <p:sp>
              <p:nvSpPr>
                <p:cNvPr descr="8b9e721a-352f-4e05-b197-6558365a9de0" id="12" name="Bullet2">
                  <a:extLst>
                    <a:ext uri="{FF2B5EF4-FFF2-40B4-BE49-F238E27FC236}">
                      <a16:creationId id="{25D24087-E1B9-F366-E34D-FDA984B57B1C}"/>
                    </a:ext>
                  </a:extLst>
                </p:cNvPr>
                <p:cNvSpPr/>
                <p:nvPr/>
              </p:nvSpPr>
              <p:spPr>
                <a:xfrm flipH="false" flipV="false">
                  <a:off x="6430274" y="3085856"/>
                  <a:ext cx="4508500" cy="558000"/>
                </a:xfrm>
                <a:prstGeom prst="rect">
                  <a:avLst/>
                </a:prstGeom>
                <a:noFill/>
                <a:ln cap="rnd" w="6350">
                  <a:solidFill>
                    <a:schemeClr val="tx1">
                      <a:alpha val="50000"/>
                    </a:schemeClr>
                  </a:solidFill>
                  <a:prstDash val="solid"/>
                  <a:round/>
                </a:ln>
                <a:effectLst>
                  <a:outerShdw algn="ctr" blurRad="254000" dir="5400000" dist="127000"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normAutofit/>
                </a:bodyPr>
                <a:lstStyle/>
                <a:p>
                  <a:pPr algn="l">
                    <a:lnSpc>
                      <a:spcPct val="120000"/>
                    </a:lnSpc>
                  </a:pPr>
                  <a:r>
                    <a:rPr b="true" i="false" lang="en-US" sz="1800" u="none">
                      <a:solidFill>
                        <a:srgbClr val="2F2F2F"/>
                      </a:solidFill>
                      <a:ea typeface="微软雅黑"/>
                    </a:rPr>
                    <a:t>确定最优债务比例</a:t>
                  </a:r>
                </a:p>
              </p:txBody>
            </p:sp>
            <p:sp>
              <p:nvSpPr>
                <p:cNvPr descr="ccbe754d-8f96-46a3-8da9-e84581614b56" id="13" name="Text2">
                  <a:extLst>
                    <a:ext uri="{FF2B5EF4-FFF2-40B4-BE49-F238E27FC236}">
                      <a16:creationId id="{C2888355-3AC6-3E0F-B9C4-11F653C1C03A}"/>
                    </a:ext>
                  </a:extLst>
                </p:cNvPr>
                <p:cNvSpPr/>
                <p:nvPr/>
              </p:nvSpPr>
              <p:spPr>
                <a:xfrm flipH="false" flipV="false">
                  <a:off x="6430274" y="3744687"/>
                  <a:ext cx="4508500" cy="2345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rtlCol="0" wrap="square">
                  <a:normAutofit/>
                </a:bodyPr>
                <a:lstStyle/>
                <a:p>
                  <a:pPr algn="l">
                    <a:lnSpc>
                      <a:spcPct val="120000"/>
                    </a:lnSpc>
                  </a:pPr>
                  <a:r>
                    <a:rPr b="false" i="false" lang="en-US" sz="1200" u="none">
                      <a:solidFill>
                        <a:srgbClr val="2F2F2F"/>
                      </a:solidFill>
                      <a:ea typeface="微软雅黑"/>
                    </a:rPr>
                    <a:t>通过分析企业的经营状况、行业特点和市场环境等因素，确定最优的债务比例，以实现企业价值最大化。</a:t>
                  </a:r>
                </a:p>
              </p:txBody>
            </p:sp>
            <p:sp>
              <p:nvSpPr>
                <p:cNvPr descr="95f4edc2-4896-4eb5-a229-74e86d0678bf" id="14" name="Number2">
                  <a:extLst>
                    <a:ext uri="{FF2B5EF4-FFF2-40B4-BE49-F238E27FC236}">
                      <a16:creationId id="{800440B4-1A53-CDA4-CDCB-60640A1788F4}"/>
                    </a:ext>
                  </a:extLst>
                </p:cNvPr>
                <p:cNvSpPr/>
                <p:nvPr/>
              </p:nvSpPr>
              <p:spPr>
                <a:xfrm flipH="false" flipV="false">
                  <a:off x="8227500" y="2731243"/>
                  <a:ext cx="914048" cy="360000"/>
                </a:xfrm>
                <a:prstGeom prst="rect">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none">
                  <a:normAutofit/>
                </a:bodyPr>
                <a:lstStyle/>
                <a:p>
                  <a:pPr algn="ctr"/>
                  <a:r>
                    <a:rPr b="false" i="false" lang="en-US" sz="1600" u="none">
                      <a:solidFill>
                        <a:srgbClr val="FFFFFF"/>
                      </a:solidFill>
                      <a:latin typeface="Arial"/>
                    </a:rPr>
                    <a:t>2</a:t>
                  </a:r>
                </a:p>
              </p:txBody>
            </p:sp>
          </p:grpSp>
        </p:grpSp>
        <p:cxnSp>
          <p:nvCxnSpPr>
            <p:cNvPr descr="b84b5a68-d9ff-4767-9881-f241c1ed2083" id="15" name="连接符: 肘形 14">
              <a:extLst>
                <a:ext uri="{FF2B5EF4-FFF2-40B4-BE49-F238E27FC236}">
                  <a16:creationId id="{3AC4EADF-DEB0-D5F0-811C-2BF085340B09}"/>
                </a:ext>
              </a:extLst>
            </p:cNvPr>
            <p:cNvCxnSpPr>
              <a:stCxn id="4" idx="2"/>
              <a:endCxn id="8" idx="0"/>
            </p:cNvCxnSpPr>
            <p:nvPr/>
          </p:nvCxnSpPr>
          <p:spPr>
            <a:xfrm flipH="false" flipV="false" rot="5400000">
              <a:off x="4351743" y="993335"/>
              <a:ext cx="880943" cy="2594873"/>
            </a:xfrm>
            <a:prstGeom prst="bentConnector3">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descr="c950ec5e-1843-4013-8be2-71f08dc59800" id="17" name="连接符: 肘形 16">
              <a:extLst>
                <a:ext uri="{FF2B5EF4-FFF2-40B4-BE49-F238E27FC236}">
                  <a16:creationId id="{587E17C0-34A7-BA46-CF97-9AAE6F4B8CB7}"/>
                </a:ext>
              </a:extLst>
            </p:cNvPr>
            <p:cNvCxnSpPr>
              <a:cxnSpLocks/>
              <a:stCxn id="4" idx="2"/>
              <a:endCxn id="14" idx="0"/>
            </p:cNvCxnSpPr>
            <p:nvPr/>
          </p:nvCxnSpPr>
          <p:spPr>
            <a:xfrm flipH="true" flipV="false" rot="16200000">
              <a:off x="6946616" y="993334"/>
              <a:ext cx="880943" cy="2594874"/>
            </a:xfrm>
            <a:prstGeom prst="bentConnector3">
              <a:avLst>
                <a:gd fmla="val 50000" name="adj1"/>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基于权衡理论的策略</a:t>
            </a:r>
          </a:p>
        </p:txBody>
      </p:sp>
    </p:spTree>
  </p:cSld>
  <p:clrMapOvr>
    <a:masterClrMapping/>
  </p:clrMapOvr>
</p:sld>
</file>

<file path=ppt/slides/slide24.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300bff8c-2ec8-44ee-a1c2-00f5089f7fda" id="79" name="720d478c-9421-4f0f-9cb9-00c560b38fe9.source.2.zh-Hans.pptx">
            <a:extLst>
              <a:ext uri="{FF2B5EF4-FFF2-40B4-BE49-F238E27FC236}">
                <a16:creationId id="{C06E53D7-290D-C929-B441-EE95C6971F60}"/>
              </a:ext>
            </a:extLst>
          </p:cNvPr>
          <p:cNvGrpSpPr/>
          <p:nvPr/>
        </p:nvGrpSpPr>
        <p:grpSpPr>
          <a:xfrm>
            <a:off x="660400" y="1130301"/>
            <a:ext cx="10864850" cy="5003799"/>
            <a:chOff x="660400" y="1130301"/>
            <a:chExt cx="10864850" cy="5003799"/>
          </a:xfrm>
        </p:grpSpPr>
        <p:sp>
          <p:nvSpPr>
            <p:cNvPr descr="ddef9f25-e4ad-452a-8841-b0e8340f0115" id="59" name="Title">
              <a:extLst>
                <a:ext uri="{FF2B5EF4-FFF2-40B4-BE49-F238E27FC236}">
                  <a16:creationId id="{22BB8C5B-8FB8-4BAF-6C23-65266B0DE99F}"/>
                </a:ext>
              </a:extLst>
            </p:cNvPr>
            <p:cNvSpPr>
              <a:spLocks noChangeAspect="1"/>
            </p:cNvSpPr>
            <p:nvPr/>
          </p:nvSpPr>
          <p:spPr>
            <a:xfrm flipH="false" flipV="false">
              <a:off x="666750" y="1130301"/>
              <a:ext cx="10858500" cy="546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l"/>
              <a:r>
                <a:rPr b="true" i="false" lang="en-US" sz="2400" u="none">
                  <a:solidFill>
                    <a:srgbClr val="2F2F2F"/>
                  </a:solidFill>
                  <a:ea typeface="微软雅黑"/>
                </a:rPr>
                <a:t>依据代理成本理论优化资本结构</a:t>
              </a:r>
            </a:p>
          </p:txBody>
        </p:sp>
        <p:grpSp>
          <p:nvGrpSpPr>
            <p:cNvPr descr="db48d809-fff5-45b1-a2f5-95bc5e268aa6" id="60" name="组合 59">
              <a:extLst>
                <a:ext uri="{FF2B5EF4-FFF2-40B4-BE49-F238E27FC236}">
                  <a16:creationId id="{6875CBA7-2BE9-8718-98D3-065A20E9DF5E}"/>
                </a:ext>
              </a:extLst>
            </p:cNvPr>
            <p:cNvGrpSpPr/>
            <p:nvPr/>
          </p:nvGrpSpPr>
          <p:grpSpPr>
            <a:xfrm>
              <a:off x="660400" y="1715072"/>
              <a:ext cx="10858499" cy="2103531"/>
              <a:chOff x="1143981" y="1715072"/>
              <a:chExt cx="10858499" cy="2103531"/>
            </a:xfrm>
          </p:grpSpPr>
          <p:grpSp>
            <p:nvGrpSpPr>
              <p:cNvPr descr="66cebd93-7dff-4859-a406-222759ed7af2" id="73" name="组合 72">
                <a:extLst>
                  <a:ext uri="{FF2B5EF4-FFF2-40B4-BE49-F238E27FC236}">
                    <a16:creationId id="{56C25147-4ABF-FCBF-C9BE-B062B56A8DD7}"/>
                  </a:ext>
                </a:extLst>
              </p:cNvPr>
              <p:cNvGrpSpPr/>
              <p:nvPr/>
            </p:nvGrpSpPr>
            <p:grpSpPr>
              <a:xfrm>
                <a:off x="1362925" y="1715072"/>
                <a:ext cx="10639555" cy="2103531"/>
                <a:chOff x="660398" y="1715072"/>
                <a:chExt cx="10639555" cy="2103531"/>
              </a:xfrm>
            </p:grpSpPr>
            <p:sp>
              <p:nvSpPr>
                <p:cNvPr descr="0a8ada03-48cb-45ec-8ffb-9c55da57d554" id="75" name="ComponentBackground1">
                  <a:extLst>
                    <a:ext uri="{FF2B5EF4-FFF2-40B4-BE49-F238E27FC236}">
                      <a16:creationId id="{792D1ACB-EFC4-884C-6DCF-DBD350225D1F}"/>
                    </a:ext>
                  </a:extLst>
                </p:cNvPr>
                <p:cNvSpPr/>
                <p:nvPr/>
              </p:nvSpPr>
              <p:spPr>
                <a:xfrm flipH="false" flipV="false">
                  <a:off x="660398" y="1715072"/>
                  <a:ext cx="10639555" cy="2103531"/>
                </a:xfrm>
                <a:prstGeom prst="roundRect">
                  <a:avLst>
                    <a:gd fmla="val 8000" name="adj"/>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anchor="ctr" anchorCtr="false" bIns="45720" lIns="91440" rIns="91440" tIns="45720" wrap="square">
                  <a:normAutofit/>
                </a:bodyPr>
                <a:lstStyle/>
                <a:p>
                  <a:pPr algn="ctr">
                    <a:lnSpc>
                      <a:spcPct val="120000"/>
                    </a:lnSpc>
                  </a:pPr>
                </a:p>
              </p:txBody>
            </p:sp>
            <p:sp>
              <p:nvSpPr>
                <p:cNvPr descr="abb941c2-d8f5-462d-8be7-77e0adf1bc8a" id="76" name="Text1">
                  <a:extLst>
                    <a:ext uri="{FF2B5EF4-FFF2-40B4-BE49-F238E27FC236}">
                      <a16:creationId id="{C4914216-8D47-9A73-718A-B99AC4D2A212}"/>
                    </a:ext>
                  </a:extLst>
                </p:cNvPr>
                <p:cNvSpPr>
                  <a:spLocks/>
                </p:cNvSpPr>
                <p:nvPr/>
              </p:nvSpPr>
              <p:spPr>
                <a:xfrm flipH="false" flipV="false">
                  <a:off x="942123" y="2195528"/>
                  <a:ext cx="10256882" cy="1528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lnSpc>
                      <a:spcPct val="120000"/>
                    </a:lnSpc>
                  </a:pPr>
                  <a:r>
                    <a:rPr b="false" i="false" lang="en-US" sz="1200" u="none">
                      <a:solidFill>
                        <a:srgbClr val="2F2F2F"/>
                      </a:solidFill>
                      <a:ea typeface="微软雅黑"/>
                    </a:rPr>
                    <a:t>适当增加债务融资，可以利用债务的约束作用，降低管理层代理成本，提高企业效率。</a:t>
                  </a:r>
                </a:p>
              </p:txBody>
            </p:sp>
            <p:sp>
              <p:nvSpPr>
                <p:cNvPr descr="80bef70a-1aab-47e8-8296-7e28fcafd0c2" id="77" name="Bullet1">
                  <a:extLst>
                    <a:ext uri="{FF2B5EF4-FFF2-40B4-BE49-F238E27FC236}">
                      <a16:creationId id="{7BDAD77B-03C6-8CCD-B317-73B02FF11068}"/>
                    </a:ext>
                  </a:extLst>
                </p:cNvPr>
                <p:cNvSpPr>
                  <a:spLocks/>
                </p:cNvSpPr>
                <p:nvPr/>
              </p:nvSpPr>
              <p:spPr>
                <a:xfrm flipH="false" flipV="false">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l">
                    <a:lnSpc>
                      <a:spcPct val="120000"/>
                    </a:lnSpc>
                  </a:pPr>
                  <a:r>
                    <a:rPr b="true" i="false" lang="en-US" sz="1800" u="none">
                      <a:solidFill>
                        <a:srgbClr val="2F2F2F"/>
                      </a:solidFill>
                      <a:ea typeface="微软雅黑"/>
                    </a:rPr>
                    <a:t>利用债务约束降低代理成本</a:t>
                  </a:r>
                </a:p>
              </p:txBody>
            </p:sp>
          </p:grpSp>
          <p:sp>
            <p:nvSpPr>
              <p:cNvPr descr="07f62eb6-e86a-494f-86d6-af89bc297323" id="74" name="Number1">
                <a:extLst>
                  <a:ext uri="{FF2B5EF4-FFF2-40B4-BE49-F238E27FC236}">
                    <a16:creationId id="{F21DB6A3-095D-4645-5CF8-184FAE167C4D}"/>
                  </a:ext>
                </a:extLst>
              </p:cNvPr>
              <p:cNvSpPr>
                <a:spLocks/>
              </p:cNvSpPr>
              <p:nvPr/>
            </p:nvSpPr>
            <p:spPr>
              <a:xfrm flipH="false" flipV="false">
                <a:off x="1143981" y="1753484"/>
                <a:ext cx="442045" cy="442045"/>
              </a:xfrm>
              <a:prstGeom prst="roundRect">
                <a:avLst/>
              </a:prstGeom>
              <a:solidFill>
                <a:schemeClr val="accent1"/>
              </a:solidFill>
              <a:ln cap="flat" w="12700">
                <a:noFill/>
                <a:prstDash val="solid"/>
                <a:miter/>
              </a:ln>
            </p:spPr>
            <p:txBody>
              <a:bodyPr anchor="ctr" anchorCtr="false" rtlCol="0" wrap="none">
                <a:normAutofit/>
              </a:bodyPr>
              <a:lstStyle/>
              <a:p>
                <a:pPr algn="ctr"/>
                <a:r>
                  <a:rPr b="false" i="false" lang="en-US" sz="1600" u="none">
                    <a:solidFill>
                      <a:srgbClr val="FFFFFF"/>
                    </a:solidFill>
                    <a:latin typeface="Arial"/>
                  </a:rPr>
                  <a:t>1</a:t>
                </a:r>
              </a:p>
            </p:txBody>
          </p:sp>
        </p:grpSp>
        <p:grpSp>
          <p:nvGrpSpPr>
            <p:cNvPr descr="ad23c978-0021-4071-b342-df16a3e4caea" id="61" name="组合 60">
              <a:extLst>
                <a:ext uri="{FF2B5EF4-FFF2-40B4-BE49-F238E27FC236}">
                  <a16:creationId id="{76FFB0D5-641D-692A-BF22-AC8FEE9BAB26}"/>
                </a:ext>
              </a:extLst>
            </p:cNvPr>
            <p:cNvGrpSpPr/>
            <p:nvPr/>
          </p:nvGrpSpPr>
          <p:grpSpPr>
            <a:xfrm>
              <a:off x="660400" y="4030569"/>
              <a:ext cx="10858499" cy="2103531"/>
              <a:chOff x="1143981" y="1715072"/>
              <a:chExt cx="10858499" cy="2103531"/>
            </a:xfrm>
          </p:grpSpPr>
          <p:grpSp>
            <p:nvGrpSpPr>
              <p:cNvPr descr="9a438778-2e45-4210-a83f-c2d3d2c6b02d" id="68" name="组合 67">
                <a:extLst>
                  <a:ext uri="{FF2B5EF4-FFF2-40B4-BE49-F238E27FC236}">
                    <a16:creationId id="{FB6E00FF-A37C-9739-5296-B09C653437DA}"/>
                  </a:ext>
                </a:extLst>
              </p:cNvPr>
              <p:cNvGrpSpPr/>
              <p:nvPr/>
            </p:nvGrpSpPr>
            <p:grpSpPr>
              <a:xfrm>
                <a:off x="1362925" y="1715072"/>
                <a:ext cx="10639555" cy="2103531"/>
                <a:chOff x="660398" y="1715072"/>
                <a:chExt cx="10639555" cy="2103531"/>
              </a:xfrm>
            </p:grpSpPr>
            <p:sp>
              <p:nvSpPr>
                <p:cNvPr descr="672fd624-88a3-49b7-8498-7fe8be61fe0b" id="70" name="ComponentBackground2">
                  <a:extLst>
                    <a:ext uri="{FF2B5EF4-FFF2-40B4-BE49-F238E27FC236}">
                      <a16:creationId id="{B4CEA147-52E6-2E7A-5195-188D3F6AD602}"/>
                    </a:ext>
                  </a:extLst>
                </p:cNvPr>
                <p:cNvSpPr/>
                <p:nvPr/>
              </p:nvSpPr>
              <p:spPr>
                <a:xfrm flipH="false" flipV="false">
                  <a:off x="660398" y="1715072"/>
                  <a:ext cx="10639555" cy="2103531"/>
                </a:xfrm>
                <a:prstGeom prst="roundRect">
                  <a:avLst>
                    <a:gd fmla="val 8000" name="adj"/>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anchor="ctr" anchorCtr="false" bIns="45720" lIns="91440" rIns="91440" tIns="45720" wrap="square">
                  <a:normAutofit/>
                </a:bodyPr>
                <a:lstStyle/>
                <a:p>
                  <a:pPr algn="ctr">
                    <a:lnSpc>
                      <a:spcPct val="120000"/>
                    </a:lnSpc>
                  </a:pPr>
                </a:p>
              </p:txBody>
            </p:sp>
            <p:sp>
              <p:nvSpPr>
                <p:cNvPr descr="3a143eea-71df-43b2-9d63-6d1246fba83c" id="71" name="Text2">
                  <a:extLst>
                    <a:ext uri="{FF2B5EF4-FFF2-40B4-BE49-F238E27FC236}">
                      <a16:creationId id="{E9F7E195-574F-8347-AD1F-C4D3B57CF5DE}"/>
                    </a:ext>
                  </a:extLst>
                </p:cNvPr>
                <p:cNvSpPr>
                  <a:spLocks/>
                </p:cNvSpPr>
                <p:nvPr/>
              </p:nvSpPr>
              <p:spPr>
                <a:xfrm flipH="false" flipV="false">
                  <a:off x="942123" y="2195528"/>
                  <a:ext cx="10256882" cy="1528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false" bIns="45720" lIns="91440" rIns="91440" rtlCol="0" tIns="45720" wrap="square">
                  <a:normAutofit/>
                </a:bodyPr>
                <a:lstStyle>
                  <a:defPPr>
                    <a:defRPr lang="zh-CN"/>
                  </a:defPPr>
                  <a:lvl1pPr algn="l" defTabSz="914400" eaLnBrk="1" hangingPunct="1" latinLnBrk="0" marL="0" rtl="0">
                    <a:defRPr kern="1200" sz="1800">
                      <a:solidFill>
                        <a:schemeClr val="lt1"/>
                      </a:solidFill>
                    </a:defRPr>
                  </a:lvl1pPr>
                  <a:lvl2pPr algn="l" defTabSz="914400" eaLnBrk="1" hangingPunct="1" latinLnBrk="0" marL="457200" rtl="0">
                    <a:defRPr kern="1200" sz="1800">
                      <a:solidFill>
                        <a:schemeClr val="lt1"/>
                      </a:solidFill>
                    </a:defRPr>
                  </a:lvl2pPr>
                  <a:lvl3pPr algn="l" defTabSz="914400" eaLnBrk="1" hangingPunct="1" latinLnBrk="0" marL="914400" rtl="0">
                    <a:defRPr kern="1200" sz="1800">
                      <a:solidFill>
                        <a:schemeClr val="lt1"/>
                      </a:solidFill>
                    </a:defRPr>
                  </a:lvl3pPr>
                  <a:lvl4pPr algn="l" defTabSz="914400" eaLnBrk="1" hangingPunct="1" latinLnBrk="0" marL="1371600" rtl="0">
                    <a:defRPr kern="1200" sz="1800">
                      <a:solidFill>
                        <a:schemeClr val="lt1"/>
                      </a:solidFill>
                    </a:defRPr>
                  </a:lvl4pPr>
                  <a:lvl5pPr algn="l" defTabSz="914400" eaLnBrk="1" hangingPunct="1" latinLnBrk="0" marL="1828800" rtl="0">
                    <a:defRPr kern="1200" sz="1800">
                      <a:solidFill>
                        <a:schemeClr val="lt1"/>
                      </a:solidFill>
                    </a:defRPr>
                  </a:lvl5pPr>
                  <a:lvl6pPr algn="l" defTabSz="914400" eaLnBrk="1" hangingPunct="1" latinLnBrk="0" marL="2286000" rtl="0">
                    <a:defRPr kern="1200" sz="1800">
                      <a:solidFill>
                        <a:schemeClr val="lt1"/>
                      </a:solidFill>
                    </a:defRPr>
                  </a:lvl6pPr>
                  <a:lvl7pPr algn="l" defTabSz="914400" eaLnBrk="1" hangingPunct="1" latinLnBrk="0" marL="2743200" rtl="0">
                    <a:defRPr kern="1200" sz="1800">
                      <a:solidFill>
                        <a:schemeClr val="lt1"/>
                      </a:solidFill>
                    </a:defRPr>
                  </a:lvl7pPr>
                  <a:lvl8pPr algn="l" defTabSz="914400" eaLnBrk="1" hangingPunct="1" latinLnBrk="0" marL="3200400" rtl="0">
                    <a:defRPr kern="1200" sz="1800">
                      <a:solidFill>
                        <a:schemeClr val="lt1"/>
                      </a:solidFill>
                    </a:defRPr>
                  </a:lvl8pPr>
                  <a:lvl9pPr algn="l" defTabSz="914400" eaLnBrk="1" hangingPunct="1" latinLnBrk="0" marL="3657600" rtl="0">
                    <a:defRPr kern="1200" sz="1800">
                      <a:solidFill>
                        <a:schemeClr val="lt1"/>
                      </a:solidFill>
                    </a:defRPr>
                  </a:lvl9pPr>
                </a:lstStyle>
                <a:p>
                  <a:pPr algn="l">
                    <a:lnSpc>
                      <a:spcPct val="120000"/>
                    </a:lnSpc>
                  </a:pPr>
                  <a:r>
                    <a:rPr b="false" i="false" lang="en-US" sz="1200" u="none">
                      <a:solidFill>
                        <a:srgbClr val="2F2F2F"/>
                      </a:solidFill>
                      <a:ea typeface="微软雅黑"/>
                    </a:rPr>
                    <a:t>设计合理的激励机制，使管理层的利益与企业股东的利益保持一致，减少代理问题，优化资本结构。</a:t>
                  </a:r>
                </a:p>
              </p:txBody>
            </p:sp>
            <p:sp>
              <p:nvSpPr>
                <p:cNvPr descr="c6fe763c-bee2-4a77-beaf-99fc686c983f" id="72" name="Bullet2">
                  <a:extLst>
                    <a:ext uri="{FF2B5EF4-FFF2-40B4-BE49-F238E27FC236}">
                      <a16:creationId id="{B1283C41-5ADB-E1F0-A32E-7D532D9FE011}"/>
                    </a:ext>
                  </a:extLst>
                </p:cNvPr>
                <p:cNvSpPr>
                  <a:spLocks/>
                </p:cNvSpPr>
                <p:nvPr/>
              </p:nvSpPr>
              <p:spPr>
                <a:xfrm flipH="false" flipV="false">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l">
                    <a:lnSpc>
                      <a:spcPct val="120000"/>
                    </a:lnSpc>
                  </a:pPr>
                  <a:r>
                    <a:rPr b="true" i="false" lang="en-US" sz="1800" u="none">
                      <a:solidFill>
                        <a:srgbClr val="2F2F2F"/>
                      </a:solidFill>
                      <a:ea typeface="微软雅黑"/>
                    </a:rPr>
                    <a:t>设计合理的激励机制</a:t>
                  </a:r>
                </a:p>
              </p:txBody>
            </p:sp>
          </p:grpSp>
          <p:sp>
            <p:nvSpPr>
              <p:cNvPr descr="6862c4b3-8434-4fc6-a5d5-6eb9b71e3b38" id="69" name="Number2">
                <a:extLst>
                  <a:ext uri="{FF2B5EF4-FFF2-40B4-BE49-F238E27FC236}">
                    <a16:creationId id="{52D7BBC8-BF90-E3B4-F901-3B296710040B}"/>
                  </a:ext>
                </a:extLst>
              </p:cNvPr>
              <p:cNvSpPr>
                <a:spLocks/>
              </p:cNvSpPr>
              <p:nvPr/>
            </p:nvSpPr>
            <p:spPr>
              <a:xfrm flipH="false" flipV="false">
                <a:off x="1143981" y="1753484"/>
                <a:ext cx="442045" cy="442045"/>
              </a:xfrm>
              <a:prstGeom prst="roundRect">
                <a:avLst/>
              </a:prstGeom>
              <a:solidFill>
                <a:schemeClr val="accent1"/>
              </a:solidFill>
              <a:ln cap="flat" w="12700">
                <a:noFill/>
                <a:prstDash val="solid"/>
                <a:miter/>
              </a:ln>
            </p:spPr>
            <p:txBody>
              <a:bodyPr anchor="ctr" anchorCtr="false" rtlCol="0" wrap="none">
                <a:normAutofit/>
              </a:bodyPr>
              <a:lstStyle/>
              <a:p>
                <a:pPr algn="ctr"/>
                <a:r>
                  <a:rPr b="false" i="false" lang="en-US" sz="1600" u="none">
                    <a:solidFill>
                      <a:srgbClr val="FFFFFF"/>
                    </a:solidFill>
                    <a:latin typeface="Arial"/>
                  </a:rPr>
                  <a:t>2</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基于代理成本理论的策略</a:t>
            </a:r>
          </a:p>
        </p:txBody>
      </p:sp>
    </p:spTree>
  </p:cSld>
  <p:clrMapOvr>
    <a:masterClrMapping/>
  </p:clrMapOvr>
</p:sld>
</file>

<file path=ppt/slides/slide25.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d8eaf17d-7d39-47ae-9bb6-5fcfe35124e4" id="28" name="41125766-fd80-4a3b-b9c3-f025cbdead34.source.3.zh-Hans.pptx">
            <a:extLst>
              <a:ext uri="{FF2B5EF4-FFF2-40B4-BE49-F238E27FC236}">
                <a16:creationId id="{BF94B400-AE10-2F67-8280-D9DC3FC31FA5}"/>
              </a:ext>
            </a:extLst>
          </p:cNvPr>
          <p:cNvGrpSpPr/>
          <p:nvPr/>
        </p:nvGrpSpPr>
        <p:grpSpPr>
          <a:xfrm>
            <a:off x="660400" y="1130300"/>
            <a:ext cx="10858500" cy="4162015"/>
            <a:chOff x="660400" y="1130300"/>
            <a:chExt cx="10858500" cy="4162015"/>
          </a:xfrm>
        </p:grpSpPr>
        <p:cxnSp>
          <p:nvCxnSpPr>
            <p:cNvPr descr="a2c2a9d0-30a9-463c-b770-3a64b48ff74a" id="6" name="îśḷiḍê">
              <a:extLst>
                <a:ext uri="{FF2B5EF4-FFF2-40B4-BE49-F238E27FC236}">
                  <a16:creationId id="{E72623CC-8E77-4708-9A2A-AC4EC83234C3}"/>
                </a:ext>
              </a:extLst>
            </p:cNvPr>
            <p:cNvCxnSpPr>
              <a:cxnSpLocks/>
            </p:cNvCxnSpPr>
            <p:nvPr/>
          </p:nvCxnSpPr>
          <p:spPr>
            <a:xfrm flipH="false" flipV="false">
              <a:off x="917862" y="4915941"/>
              <a:ext cx="2269779" cy="0"/>
            </a:xfrm>
            <a:prstGeom prst="line">
              <a:avLst/>
            </a:prstGeom>
            <a:ln w="635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descr="e44336ca-f865-4657-8108-db313e960647" id="16" name="í$ḻiḍe">
              <a:extLst>
                <a:ext uri="{FF2B5EF4-FFF2-40B4-BE49-F238E27FC236}">
                  <a16:creationId id="{AE05C761-5269-47DD-BC20-CA79220E4BD1}"/>
                </a:ext>
              </a:extLst>
            </p:cNvPr>
            <p:cNvCxnSpPr>
              <a:cxnSpLocks/>
            </p:cNvCxnSpPr>
            <p:nvPr/>
          </p:nvCxnSpPr>
          <p:spPr>
            <a:xfrm flipH="false" flipV="false">
              <a:off x="4631377" y="4915941"/>
              <a:ext cx="2269779" cy="0"/>
            </a:xfrm>
            <a:prstGeom prst="line">
              <a:avLst/>
            </a:prstGeom>
            <a:ln w="635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descr="90931bfb-3eff-4e60-ac97-c86931e9a010" id="22" name="iš1îḋe">
              <a:extLst>
                <a:ext uri="{FF2B5EF4-FFF2-40B4-BE49-F238E27FC236}">
                  <a16:creationId id="{39E1DF20-D028-4830-ACCD-F60C4C49962B}"/>
                </a:ext>
              </a:extLst>
            </p:cNvPr>
            <p:cNvCxnSpPr>
              <a:cxnSpLocks/>
            </p:cNvCxnSpPr>
            <p:nvPr/>
          </p:nvCxnSpPr>
          <p:spPr>
            <a:xfrm flipH="false" flipV="false">
              <a:off x="8344892" y="4915941"/>
              <a:ext cx="2269779" cy="0"/>
            </a:xfrm>
            <a:prstGeom prst="line">
              <a:avLst/>
            </a:prstGeom>
            <a:ln w="635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descr="c3194e99-56ae-4304-8c51-7f9c56fd7455" id="7" name="Title">
              <a:extLst>
                <a:ext uri="{FF2B5EF4-FFF2-40B4-BE49-F238E27FC236}">
                  <a16:creationId id="{CF0BB0B9-3FF8-7530-6591-5D199BBC2D20}"/>
                </a:ext>
              </a:extLst>
            </p:cNvPr>
            <p:cNvSpPr txBox="1"/>
            <p:nvPr/>
          </p:nvSpPr>
          <p:spPr>
            <a:xfrm flipH="false" flipV="false">
              <a:off x="660400" y="1130300"/>
              <a:ext cx="10858500" cy="461665"/>
            </a:xfrm>
            <a:prstGeom prst="rect">
              <a:avLst/>
            </a:prstGeom>
            <a:noFill/>
          </p:spPr>
          <p:txBody>
            <a:bodyPr anchor="t" anchorCtr="true" rtlCol="0" vert="horz" wrap="square">
              <a:normAutofit/>
            </a:bodyPr>
            <a:lstStyle/>
            <a:p>
              <a:pPr algn="ctr"/>
              <a:r>
                <a:rPr b="true" i="false" lang="en-US" sz="2400" u="none">
                  <a:solidFill>
                    <a:srgbClr val="2F2F2F"/>
                  </a:solidFill>
                  <a:ea typeface="微软雅黑"/>
                </a:rPr>
                <a:t>根据企业情况动态调整资本结构</a:t>
              </a:r>
            </a:p>
          </p:txBody>
        </p:sp>
        <p:grpSp>
          <p:nvGrpSpPr>
            <p:cNvPr descr="49e68925-a9d7-4b82-86a9-751e52ffdf3b" id="9" name="组合 8">
              <a:extLst>
                <a:ext uri="{FF2B5EF4-FFF2-40B4-BE49-F238E27FC236}">
                  <a16:creationId id="{0009EA9E-9976-C571-16B2-89724EB31FC3}"/>
                </a:ext>
              </a:extLst>
            </p:cNvPr>
            <p:cNvGrpSpPr/>
            <p:nvPr/>
          </p:nvGrpSpPr>
          <p:grpSpPr>
            <a:xfrm>
              <a:off x="660400" y="2480833"/>
              <a:ext cx="3281528" cy="2811482"/>
              <a:chOff x="660400" y="2752977"/>
              <a:chExt cx="3281528" cy="2811482"/>
            </a:xfrm>
          </p:grpSpPr>
          <p:sp>
            <p:nvSpPr>
              <p:cNvPr descr="e64e6ee0-b109-4654-bcf3-8216567ac3c6" id="3" name="ComponentBackground1">
                <a:extLst>
                  <a:ext uri="{FF2B5EF4-FFF2-40B4-BE49-F238E27FC236}">
                    <a16:creationId id="{1B345699-08BA-416A-8B62-D11427B3818B}"/>
                  </a:ext>
                </a:extLst>
              </p:cNvPr>
              <p:cNvSpPr/>
              <p:nvPr/>
            </p:nvSpPr>
            <p:spPr>
              <a:xfrm flipH="false" flipV="false">
                <a:off x="660400" y="2752977"/>
                <a:ext cx="3281528" cy="2811482"/>
              </a:xfrm>
              <a:prstGeom prst="roundRect">
                <a:avLst>
                  <a:gd fmla="val 4728" name="adj"/>
                </a:avLst>
              </a:prstGeom>
              <a:solidFill>
                <a:schemeClr val="tx2">
                  <a:alpha val="15000"/>
                </a:schemeClr>
              </a:solidFill>
              <a:ln cap="rnd" w="12700">
                <a:noFill/>
                <a:prstDash val="solid"/>
                <a:round/>
                <a:headEnd/>
                <a:tailEnd/>
              </a:ln>
              <a:effectLst>
                <a:outerShdw algn="ctr" blurRad="254000" dist="127000"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prstTxWarp prst="textNoShape">
                  <a:avLst/>
                </a:prstTxWarp>
                <a:normAutofit/>
              </a:bodyPr>
              <a:lstStyle/>
              <a:p>
                <a:pPr algn="ctr"/>
              </a:p>
            </p:txBody>
          </p:sp>
          <p:sp>
            <p:nvSpPr>
              <p:cNvPr descr="0f2bd463-5959-4385-bd53-870085eca0f3" id="4" name="Bullet1">
                <a:extLst>
                  <a:ext uri="{FF2B5EF4-FFF2-40B4-BE49-F238E27FC236}">
                    <a16:creationId id="{7857618E-6C77-4736-BAD3-E08B38DB8A5B}"/>
                  </a:ext>
                </a:extLst>
              </p:cNvPr>
              <p:cNvSpPr txBox="1"/>
              <p:nvPr/>
            </p:nvSpPr>
            <p:spPr>
              <a:xfrm flipH="false" flipV="false">
                <a:off x="823042" y="2976875"/>
                <a:ext cx="2928386" cy="657924"/>
              </a:xfrm>
              <a:prstGeom prst="rect">
                <a:avLst/>
              </a:prstGeom>
              <a:noFill/>
            </p:spPr>
            <p:txBody>
              <a:bodyPr anchor="b" anchorCtr="false" rtlCol="0" wrap="square">
                <a:normAutofit/>
              </a:bodyPr>
              <a:lstStyle/>
              <a:p>
                <a:pPr algn="l"/>
                <a:r>
                  <a:rPr b="true" i="false" lang="en-US" sz="1800" u="none">
                    <a:solidFill>
                      <a:srgbClr val="2F2F2F"/>
                    </a:solidFill>
                    <a:ea typeface="微软雅黑"/>
                  </a:rPr>
                  <a:t>根据经营状况调整</a:t>
                </a:r>
              </a:p>
            </p:txBody>
          </p:sp>
          <p:sp>
            <p:nvSpPr>
              <p:cNvPr descr="7fa2d2f3-6a80-4353-929c-37eabeeff244" id="5" name="Text1">
                <a:extLst>
                  <a:ext uri="{FF2B5EF4-FFF2-40B4-BE49-F238E27FC236}">
                    <a16:creationId id="{A4C9863D-C494-48C0-BF00-7FCA33A62BAA}"/>
                  </a:ext>
                </a:extLst>
              </p:cNvPr>
              <p:cNvSpPr txBox="1"/>
              <p:nvPr/>
            </p:nvSpPr>
            <p:spPr>
              <a:xfrm flipH="false" flipV="false">
                <a:off x="823042" y="3634797"/>
                <a:ext cx="2928386" cy="1271739"/>
              </a:xfrm>
              <a:prstGeom prst="rect">
                <a:avLst/>
              </a:prstGeom>
              <a:noFill/>
            </p:spPr>
            <p:txBody>
              <a:bodyPr anchorCtr="false" rtlCol="0" wrap="square">
                <a:normAutofit/>
              </a:bodyPr>
              <a:lstStyle/>
              <a:p>
                <a:pPr algn="l">
                  <a:lnSpc>
                    <a:spcPct val="120000"/>
                  </a:lnSpc>
                </a:pPr>
                <a:r>
                  <a:rPr b="false" i="false" lang="en-US" sz="1200" u="none">
                    <a:solidFill>
                      <a:srgbClr val="2F2F2F"/>
                    </a:solidFill>
                    <a:ea typeface="微软雅黑"/>
                  </a:rPr>
                  <a:t>当企业经营状况良好时，可适当增加债务融资，提高财务杠杆效益；当经营状况不佳时，应减少债务融资，降低财务风险。</a:t>
                </a:r>
              </a:p>
            </p:txBody>
          </p:sp>
          <p:sp>
            <p:nvSpPr>
              <p:cNvPr descr="14715f79-71a2-4c0f-b7bc-7c7bc475c173" id="10" name="Number1">
                <a:extLst>
                  <a:ext uri="{FF2B5EF4-FFF2-40B4-BE49-F238E27FC236}">
                    <a16:creationId id="{B90844BD-6534-46F7-A8B0-1281FBDC7B54}"/>
                  </a:ext>
                </a:extLst>
              </p:cNvPr>
              <p:cNvSpPr txBox="1"/>
              <p:nvPr/>
            </p:nvSpPr>
            <p:spPr>
              <a:xfrm flipH="false" flipV="false">
                <a:off x="3310282" y="5003419"/>
                <a:ext cx="441146" cy="369332"/>
              </a:xfrm>
              <a:prstGeom prst="rect">
                <a:avLst/>
              </a:prstGeom>
              <a:noFill/>
            </p:spPr>
            <p:txBody>
              <a:bodyPr anchorCtr="false" rtlCol="0" wrap="none">
                <a:spAutoFit/>
              </a:bodyPr>
              <a:lstStyle/>
              <a:p>
                <a:pPr algn="l"/>
                <a:r>
                  <a:rPr b="false" i="false" lang="en-US" sz="1800" u="none">
                    <a:solidFill>
                      <a:srgbClr val="2F2F2F"/>
                    </a:solidFill>
                    <a:latin typeface="Arial"/>
                  </a:rPr>
                  <a:t>01</a:t>
                </a:r>
              </a:p>
            </p:txBody>
          </p:sp>
        </p:grpSp>
        <p:grpSp>
          <p:nvGrpSpPr>
            <p:cNvPr descr="3cdd61e8-c414-42c8-8c6c-9a63371da2b4" id="24" name="组合 23">
              <a:extLst>
                <a:ext uri="{FF2B5EF4-FFF2-40B4-BE49-F238E27FC236}">
                  <a16:creationId id="{CCA17722-7061-A9E5-3EC5-254591BBA38B}"/>
                </a:ext>
              </a:extLst>
            </p:cNvPr>
            <p:cNvGrpSpPr/>
            <p:nvPr/>
          </p:nvGrpSpPr>
          <p:grpSpPr>
            <a:xfrm>
              <a:off x="4373915" y="2480833"/>
              <a:ext cx="3281528" cy="2811482"/>
              <a:chOff x="4373915" y="2752977"/>
              <a:chExt cx="3281528" cy="2811482"/>
            </a:xfrm>
          </p:grpSpPr>
          <p:sp>
            <p:nvSpPr>
              <p:cNvPr descr="792698b6-8492-4907-88b1-2a3023638bd4" id="13" name="ComponentBackground2">
                <a:extLst>
                  <a:ext uri="{FF2B5EF4-FFF2-40B4-BE49-F238E27FC236}">
                    <a16:creationId id="{29D0CD75-4E8C-431A-BDA7-9B87BBEFDA0C}"/>
                  </a:ext>
                </a:extLst>
              </p:cNvPr>
              <p:cNvSpPr/>
              <p:nvPr/>
            </p:nvSpPr>
            <p:spPr>
              <a:xfrm flipH="false" flipV="false">
                <a:off x="4373915" y="2752977"/>
                <a:ext cx="3281528" cy="2811482"/>
              </a:xfrm>
              <a:prstGeom prst="roundRect">
                <a:avLst>
                  <a:gd fmla="val 4728" name="adj"/>
                </a:avLst>
              </a:prstGeom>
              <a:solidFill>
                <a:schemeClr val="tx2">
                  <a:alpha val="15000"/>
                </a:schemeClr>
              </a:solidFill>
              <a:ln cap="rnd" w="12700">
                <a:noFill/>
                <a:prstDash val="solid"/>
                <a:round/>
                <a:headEnd/>
                <a:tailEnd/>
              </a:ln>
              <a:effectLst>
                <a:outerShdw algn="ctr" blurRad="254000" dist="127000"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prstTxWarp prst="textNoShape">
                  <a:avLst/>
                </a:prstTxWarp>
                <a:normAutofit/>
              </a:bodyPr>
              <a:lstStyle/>
              <a:p>
                <a:pPr algn="ctr"/>
              </a:p>
            </p:txBody>
          </p:sp>
          <p:sp>
            <p:nvSpPr>
              <p:cNvPr descr="33bc4620-68f6-4102-9806-b333f496c6fb" id="14" name="Bullet2">
                <a:extLst>
                  <a:ext uri="{FF2B5EF4-FFF2-40B4-BE49-F238E27FC236}">
                    <a16:creationId id="{95C7DC99-40FE-4085-8E27-DB81655A77CB}"/>
                  </a:ext>
                </a:extLst>
              </p:cNvPr>
              <p:cNvSpPr txBox="1"/>
              <p:nvPr/>
            </p:nvSpPr>
            <p:spPr>
              <a:xfrm flipH="false" flipV="false">
                <a:off x="4536557" y="2976875"/>
                <a:ext cx="2928386" cy="657924"/>
              </a:xfrm>
              <a:prstGeom prst="rect">
                <a:avLst/>
              </a:prstGeom>
              <a:noFill/>
            </p:spPr>
            <p:txBody>
              <a:bodyPr anchor="b" anchorCtr="false" rtlCol="0" wrap="square">
                <a:normAutofit/>
              </a:bodyPr>
              <a:lstStyle/>
              <a:p>
                <a:pPr algn="l"/>
                <a:r>
                  <a:rPr b="true" i="false" lang="en-US" sz="1800" u="none">
                    <a:solidFill>
                      <a:srgbClr val="2F2F2F"/>
                    </a:solidFill>
                    <a:ea typeface="微软雅黑"/>
                  </a:rPr>
                  <a:t>根据市场环境调整</a:t>
                </a:r>
              </a:p>
            </p:txBody>
          </p:sp>
          <p:sp>
            <p:nvSpPr>
              <p:cNvPr descr="2ade054c-3d58-4a7f-9739-3e3ceb39ce28" id="15" name="Text2">
                <a:extLst>
                  <a:ext uri="{FF2B5EF4-FFF2-40B4-BE49-F238E27FC236}">
                    <a16:creationId id="{083A819D-B17B-4D05-BE4F-9326230D8C65}"/>
                  </a:ext>
                </a:extLst>
              </p:cNvPr>
              <p:cNvSpPr txBox="1"/>
              <p:nvPr/>
            </p:nvSpPr>
            <p:spPr>
              <a:xfrm flipH="false" flipV="false">
                <a:off x="4536557" y="3634797"/>
                <a:ext cx="2928386" cy="1271739"/>
              </a:xfrm>
              <a:prstGeom prst="rect">
                <a:avLst/>
              </a:prstGeom>
              <a:noFill/>
            </p:spPr>
            <p:txBody>
              <a:bodyPr anchorCtr="false" rtlCol="0" wrap="square">
                <a:normAutofit/>
              </a:bodyPr>
              <a:lstStyle/>
              <a:p>
                <a:pPr algn="l">
                  <a:lnSpc>
                    <a:spcPct val="120000"/>
                  </a:lnSpc>
                </a:pPr>
                <a:r>
                  <a:rPr b="false" i="false" lang="en-US" sz="1200" u="none">
                    <a:solidFill>
                      <a:srgbClr val="2F2F2F"/>
                    </a:solidFill>
                    <a:ea typeface="微软雅黑"/>
                  </a:rPr>
                  <a:t>关注市场利率、通货膨胀率等因素的变化，及时调整资本结构，以降低融资成本，提高企业的竞争力。</a:t>
                </a:r>
              </a:p>
            </p:txBody>
          </p:sp>
          <p:sp>
            <p:nvSpPr>
              <p:cNvPr descr="3610448b-3bf2-4cf6-a1c4-e2fdf24dd38c" id="17" name="Number2">
                <a:extLst>
                  <a:ext uri="{FF2B5EF4-FFF2-40B4-BE49-F238E27FC236}">
                    <a16:creationId id="{5029CE43-3F3A-4F5C-9110-D55202351C63}"/>
                  </a:ext>
                </a:extLst>
              </p:cNvPr>
              <p:cNvSpPr txBox="1"/>
              <p:nvPr/>
            </p:nvSpPr>
            <p:spPr>
              <a:xfrm flipH="false" flipV="false">
                <a:off x="7023797" y="5003419"/>
                <a:ext cx="441146" cy="369332"/>
              </a:xfrm>
              <a:prstGeom prst="rect">
                <a:avLst/>
              </a:prstGeom>
              <a:noFill/>
            </p:spPr>
            <p:txBody>
              <a:bodyPr anchorCtr="false" rtlCol="0" wrap="none">
                <a:spAutoFit/>
              </a:bodyPr>
              <a:lstStyle/>
              <a:p>
                <a:pPr algn="l"/>
                <a:r>
                  <a:rPr b="false" i="false" lang="en-US" sz="1800" u="none">
                    <a:solidFill>
                      <a:srgbClr val="2F2F2F"/>
                    </a:solidFill>
                    <a:latin typeface="Arial"/>
                  </a:rPr>
                  <a:t>02</a:t>
                </a:r>
              </a:p>
            </p:txBody>
          </p:sp>
        </p:grpSp>
        <p:grpSp>
          <p:nvGrpSpPr>
            <p:cNvPr descr="f54758bb-4765-4553-acd9-75747dbe9032" id="25" name="组合 24">
              <a:extLst>
                <a:ext uri="{FF2B5EF4-FFF2-40B4-BE49-F238E27FC236}">
                  <a16:creationId id="{40427AC6-797D-4DEB-52F0-94D5A5502BDE}"/>
                </a:ext>
              </a:extLst>
            </p:cNvPr>
            <p:cNvGrpSpPr/>
            <p:nvPr/>
          </p:nvGrpSpPr>
          <p:grpSpPr>
            <a:xfrm>
              <a:off x="8087430" y="2480833"/>
              <a:ext cx="3281528" cy="2811482"/>
              <a:chOff x="8087430" y="2752977"/>
              <a:chExt cx="3281528" cy="2811482"/>
            </a:xfrm>
          </p:grpSpPr>
          <p:sp>
            <p:nvSpPr>
              <p:cNvPr descr="dd01d532-1ff1-4fdd-822a-e7da2c5bd9af" id="19" name="ComponentBackground3">
                <a:extLst>
                  <a:ext uri="{FF2B5EF4-FFF2-40B4-BE49-F238E27FC236}">
                    <a16:creationId id="{617F3D74-8D56-4F24-A373-CB6E26E54E41}"/>
                  </a:ext>
                </a:extLst>
              </p:cNvPr>
              <p:cNvSpPr/>
              <p:nvPr/>
            </p:nvSpPr>
            <p:spPr>
              <a:xfrm flipH="false" flipV="false">
                <a:off x="8087430" y="2752977"/>
                <a:ext cx="3281528" cy="2811482"/>
              </a:xfrm>
              <a:prstGeom prst="roundRect">
                <a:avLst>
                  <a:gd fmla="val 4728" name="adj"/>
                </a:avLst>
              </a:prstGeom>
              <a:solidFill>
                <a:schemeClr val="tx2">
                  <a:alpha val="15000"/>
                </a:schemeClr>
              </a:solidFill>
              <a:ln cap="rnd" w="12700">
                <a:noFill/>
                <a:prstDash val="solid"/>
                <a:round/>
                <a:headEnd/>
                <a:tailEnd/>
              </a:ln>
              <a:effectLst>
                <a:outerShdw algn="ctr" blurRad="254000" dist="127000"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square">
                <a:prstTxWarp prst="textNoShape">
                  <a:avLst/>
                </a:prstTxWarp>
                <a:normAutofit/>
              </a:bodyPr>
              <a:lstStyle/>
              <a:p>
                <a:pPr algn="ctr"/>
              </a:p>
            </p:txBody>
          </p:sp>
          <p:sp>
            <p:nvSpPr>
              <p:cNvPr descr="021b1918-cb7e-4677-a954-e014246ed296" id="20" name="Bullet3">
                <a:extLst>
                  <a:ext uri="{FF2B5EF4-FFF2-40B4-BE49-F238E27FC236}">
                    <a16:creationId id="{29EF533E-13E7-4BD5-B534-6ADDA5E87941}"/>
                  </a:ext>
                </a:extLst>
              </p:cNvPr>
              <p:cNvSpPr txBox="1"/>
              <p:nvPr/>
            </p:nvSpPr>
            <p:spPr>
              <a:xfrm flipH="false" flipV="false">
                <a:off x="8250072" y="2976875"/>
                <a:ext cx="2928386" cy="657924"/>
              </a:xfrm>
              <a:prstGeom prst="rect">
                <a:avLst/>
              </a:prstGeom>
              <a:noFill/>
            </p:spPr>
            <p:txBody>
              <a:bodyPr anchor="b" anchorCtr="false" rtlCol="0" wrap="square">
                <a:normAutofit/>
              </a:bodyPr>
              <a:lstStyle/>
              <a:p>
                <a:pPr algn="l"/>
                <a:r>
                  <a:rPr b="true" i="false" lang="en-US" sz="1800" u="none">
                    <a:solidFill>
                      <a:srgbClr val="2F2F2F"/>
                    </a:solidFill>
                    <a:ea typeface="微软雅黑"/>
                  </a:rPr>
                  <a:t>根据行业发展调整</a:t>
                </a:r>
              </a:p>
            </p:txBody>
          </p:sp>
          <p:sp>
            <p:nvSpPr>
              <p:cNvPr descr="224993c5-3c94-46ae-a697-4f69782e0a83" id="21" name="Text3">
                <a:extLst>
                  <a:ext uri="{FF2B5EF4-FFF2-40B4-BE49-F238E27FC236}">
                    <a16:creationId id="{B5DDBDF3-D5D1-425E-A380-A6A455D5B694}"/>
                  </a:ext>
                </a:extLst>
              </p:cNvPr>
              <p:cNvSpPr txBox="1"/>
              <p:nvPr/>
            </p:nvSpPr>
            <p:spPr>
              <a:xfrm flipH="false" flipV="false">
                <a:off x="8250072" y="3634797"/>
                <a:ext cx="2928386" cy="1271739"/>
              </a:xfrm>
              <a:prstGeom prst="rect">
                <a:avLst/>
              </a:prstGeom>
              <a:noFill/>
            </p:spPr>
            <p:txBody>
              <a:bodyPr anchorCtr="false" rtlCol="0" wrap="square">
                <a:normAutofit/>
              </a:bodyPr>
              <a:lstStyle/>
              <a:p>
                <a:pPr algn="l">
                  <a:lnSpc>
                    <a:spcPct val="120000"/>
                  </a:lnSpc>
                </a:pPr>
                <a:r>
                  <a:rPr b="false" i="false" lang="en-US" sz="1200" u="none">
                    <a:solidFill>
                      <a:srgbClr val="2F2F2F"/>
                    </a:solidFill>
                    <a:ea typeface="微软雅黑"/>
                  </a:rPr>
                  <a:t>不同行业的资本结构特点不同，企业应根据所在行业的发展趋势和竞争状况，调整资本结构，以适应行业需求。</a:t>
                </a:r>
              </a:p>
            </p:txBody>
          </p:sp>
          <p:sp>
            <p:nvSpPr>
              <p:cNvPr descr="210c14fe-5b37-4ace-aa7c-4dc5d79cf09f" id="23" name="Number3">
                <a:extLst>
                  <a:ext uri="{FF2B5EF4-FFF2-40B4-BE49-F238E27FC236}">
                    <a16:creationId id="{5510D14D-9F09-41C8-B093-1899C025F1BE}"/>
                  </a:ext>
                </a:extLst>
              </p:cNvPr>
              <p:cNvSpPr txBox="1"/>
              <p:nvPr/>
            </p:nvSpPr>
            <p:spPr>
              <a:xfrm flipH="false" flipV="false">
                <a:off x="10737312" y="5003419"/>
                <a:ext cx="441146" cy="369332"/>
              </a:xfrm>
              <a:prstGeom prst="rect">
                <a:avLst/>
              </a:prstGeom>
              <a:noFill/>
            </p:spPr>
            <p:txBody>
              <a:bodyPr anchorCtr="false" rtlCol="0" wrap="none">
                <a:spAutoFit/>
              </a:bodyPr>
              <a:lstStyle/>
              <a:p>
                <a:pPr algn="l"/>
                <a:r>
                  <a:rPr b="false" i="false" lang="en-US" sz="1800" u="none">
                    <a:solidFill>
                      <a:srgbClr val="2F2F2F"/>
                    </a:solidFill>
                    <a:latin typeface="Arial"/>
                  </a:rPr>
                  <a:t>03</a:t>
                </a:r>
              </a:p>
            </p:txBody>
          </p:sp>
        </p:gr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动态调整资本结构的策略</a:t>
            </a:r>
          </a:p>
        </p:txBody>
      </p:sp>
    </p:spTree>
  </p:cSld>
  <p:clrMapOvr>
    <a:masterClrMapping/>
  </p:clrMapOvr>
</p:sld>
</file>

<file path=ppt/slides/slide26.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1c4e745d-d1b6-4325-bad4-6bc3a7a0ebce" id="5" name=""/>
          <p:cNvSpPr>
            <a:spLocks noGrp="1"/>
          </p:cNvSpPr>
          <p:nvPr>
            <p:ph hasCustomPrompt="1" type="title"/>
          </p:nvPr>
        </p:nvSpPr>
        <p:spPr/>
        <p:txBody>
          <a:bodyPr anchorCtr="false"/>
          <a:lstStyle/>
          <a:p>
            <a:pPr algn="r">
              <a:lnSpc>
                <a:spcPct val="100000"/>
              </a:lnSpc>
              <a:spcBef>
                <a:spcPct val="0"/>
              </a:spcBef>
            </a:pPr>
            <a:r>
              <a:rPr b="true" i="false" lang="en-US" sz="3200" u="none">
                <a:solidFill>
                  <a:srgbClr val="2F2F2F"/>
                </a:solidFill>
                <a:ea typeface="微软雅黑"/>
              </a:rPr>
              <a:t>实际案例分析</a:t>
            </a:r>
          </a:p>
        </p:txBody>
      </p:sp>
      <p:sp>
        <p:nvSpPr>
          <p:cNvPr descr="86fb887e-410a-4576-994b-4880395bdc51" id="25" name=""/>
          <p:cNvSpPr>
            <a:spLocks noGrp="1"/>
          </p:cNvSpPr>
          <p:nvPr>
            <p:ph hasCustomPrompt="1" idx="1" sz="quarter" type="body"/>
          </p:nvPr>
        </p:nvSpPr>
        <p:spPr/>
        <p:txBody>
          <a:bodyPr anchorCtr="false"/>
          <a:lstStyle/>
          <a:p>
            <a:pPr algn="r">
              <a:lnSpc>
                <a:spcPct val="120000"/>
              </a:lnSpc>
              <a:spcBef>
                <a:spcPts val="1000"/>
              </a:spcBef>
            </a:pPr>
            <a:r>
              <a:rPr b="false" i="false" lang="en-US" sz="2000" u="none">
                <a:solidFill>
                  <a:srgbClr val="2F2F2F"/>
                </a:solidFill>
                <a:ea typeface="微软雅黑"/>
              </a:rPr>
              <a:t>通过案例理解偿债能力与资本管理</a:t>
            </a:r>
          </a:p>
        </p:txBody>
      </p:sp>
    </p:spTree>
  </p:cSld>
  <p:clrMapOvr>
    <a:masterClrMapping/>
  </p:clrMapOvr>
</p:sld>
</file>

<file path=ppt/slides/slide27.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848b3d6d-cc15-4ebe-a4f2-c505db9e57c5" id="10" name="25a7079e-161e-4c80-8680-b7da59c53ec5.source.3.zh-Hans.pptx">
            <a:extLst>
              <a:ext uri="{FF2B5EF4-FFF2-40B4-BE49-F238E27FC236}">
                <a16:creationId id="{F0A00058-EF90-C4C4-6EE9-DA5BCDAC311D}"/>
              </a:ext>
            </a:extLst>
          </p:cNvPr>
          <p:cNvGrpSpPr/>
          <p:nvPr/>
        </p:nvGrpSpPr>
        <p:grpSpPr>
          <a:xfrm>
            <a:off x="658813" y="1130304"/>
            <a:ext cx="10759282" cy="4926222"/>
            <a:chOff x="658813" y="1130304"/>
            <a:chExt cx="10759282" cy="4926222"/>
          </a:xfrm>
        </p:grpSpPr>
        <p:sp>
          <p:nvSpPr>
            <p:cNvPr descr="80b3c119-0a0c-4b72-aa89-ecebf9266ab3" id="118" name="Title">
              <a:extLst>
                <a:ext uri="{FF2B5EF4-FFF2-40B4-BE49-F238E27FC236}">
                  <a16:creationId id="{8639CD2A-BF1D-44A4-BA73-0F7CCCB103FF}"/>
                </a:ext>
              </a:extLst>
            </p:cNvPr>
            <p:cNvSpPr/>
            <p:nvPr/>
          </p:nvSpPr>
          <p:spPr>
            <a:xfrm flipH="false" flipV="false">
              <a:off x="660403" y="1130304"/>
              <a:ext cx="4319329" cy="970524"/>
            </a:xfrm>
            <a:prstGeom prst="rect">
              <a:avLst/>
            </a:prstGeom>
          </p:spPr>
          <p:txBody>
            <a:bodyPr anchor="t" anchorCtr="false" wrap="square">
              <a:normAutofit/>
            </a:bodyPr>
            <a:lstStyle/>
            <a:p>
              <a:pPr algn="l"/>
              <a:r>
                <a:rPr b="true" i="false" lang="en-US" sz="2400" u="none">
                  <a:solidFill>
                    <a:srgbClr val="2F2F2F"/>
                  </a:solidFill>
                  <a:ea typeface="微软雅黑"/>
                </a:rPr>
                <a:t>了解案例企业的基本情况</a:t>
              </a:r>
            </a:p>
          </p:txBody>
        </p:sp>
        <p:cxnSp>
          <p:nvCxnSpPr>
            <p:cNvPr descr="f24fd235-cc20-4f6f-b5ac-ebc1f84e1897" id="26" name="直接连接符 25">
              <a:extLst>
                <a:ext uri="{FF2B5EF4-FFF2-40B4-BE49-F238E27FC236}">
                  <a16:creationId id="{E63F8863-ECCB-4CA6-AE36-7F291E0277D8}"/>
                </a:ext>
              </a:extLst>
            </p:cNvPr>
            <p:cNvCxnSpPr>
              <a:cxnSpLocks/>
            </p:cNvCxnSpPr>
            <p:nvPr/>
          </p:nvCxnSpPr>
          <p:spPr>
            <a:xfrm flipH="false" flipV="false">
              <a:off x="658813" y="2158558"/>
              <a:ext cx="191438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descr="5d966919-637f-4d60-a4ec-3ff23d00278b" id="3" name="组合 2">
              <a:extLst>
                <a:ext uri="{FF2B5EF4-FFF2-40B4-BE49-F238E27FC236}">
                  <a16:creationId id="{74537629-CD69-4E72-B1E5-65910B6EB3C0}"/>
                </a:ext>
              </a:extLst>
            </p:cNvPr>
            <p:cNvGrpSpPr/>
            <p:nvPr/>
          </p:nvGrpSpPr>
          <p:grpSpPr>
            <a:xfrm>
              <a:off x="761205" y="2467470"/>
              <a:ext cx="5219703" cy="1524342"/>
              <a:chOff x="658813" y="2869140"/>
              <a:chExt cx="5219703" cy="1524342"/>
            </a:xfrm>
          </p:grpSpPr>
          <p:sp>
            <p:nvSpPr>
              <p:cNvPr descr="4affe4e6-cf74-4790-9178-a2b9818d9325" id="32" name="Bullet1">
                <a:extLst>
                  <a:ext uri="{FF2B5EF4-FFF2-40B4-BE49-F238E27FC236}">
                    <a16:creationId id="{BCE2628F-880B-4CBE-9A54-ED2EB281E034}"/>
                  </a:ext>
                </a:extLst>
              </p:cNvPr>
              <p:cNvSpPr txBox="1"/>
              <p:nvPr/>
            </p:nvSpPr>
            <p:spPr>
              <a:xfrm flipH="false" flipV="false">
                <a:off x="1256285" y="2869140"/>
                <a:ext cx="4622228" cy="598759"/>
              </a:xfrm>
              <a:prstGeom prst="rect">
                <a:avLst/>
              </a:prstGeom>
              <a:noFill/>
              <a:ln>
                <a:noFill/>
              </a:ln>
            </p:spPr>
            <p:txBody>
              <a:bodyPr anchor="b" anchorCtr="false" bIns="45720" lIns="91440" rIns="91440" tIns="45720" wrap="square">
                <a:normAutofit/>
              </a:bodyPr>
              <a:lstStyle/>
              <a:p>
                <a:pPr algn="l"/>
                <a:r>
                  <a:rPr b="true" i="false" lang="en-US" sz="1800" u="none">
                    <a:solidFill>
                      <a:srgbClr val="2F2F2F"/>
                    </a:solidFill>
                    <a:ea typeface="微软雅黑"/>
                  </a:rPr>
                  <a:t>企业基本情况</a:t>
                </a:r>
              </a:p>
            </p:txBody>
          </p:sp>
          <p:sp>
            <p:nvSpPr>
              <p:cNvPr descr="1838f679-b833-4eab-9f08-267ae82b8d46" id="33" name="Number1">
                <a:extLst>
                  <a:ext uri="{FF2B5EF4-FFF2-40B4-BE49-F238E27FC236}">
                    <a16:creationId id="{F1E125D1-0063-42B4-87F9-3EFEC386A998}"/>
                  </a:ext>
                </a:extLst>
              </p:cNvPr>
              <p:cNvSpPr/>
              <p:nvPr/>
            </p:nvSpPr>
            <p:spPr>
              <a:xfrm flipH="false" flipV="false">
                <a:off x="658813" y="3127613"/>
                <a:ext cx="512957" cy="512957"/>
              </a:xfrm>
              <a:prstGeom prst="rect">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true" bIns="45720" compatLnSpc="1" forceAA="0" fromWordArt="0" lIns="91440" numCol="1" rIns="91440" rot="0" rtlCol="0" spcCol="0" spcFirstLastPara="0" tIns="45720" vert="horz" wrap="square">
                <a:normAutofit/>
              </a:bodyPr>
              <a:lstStyle/>
              <a:p>
                <a:pPr algn="ctr"/>
                <a:r>
                  <a:rPr b="true" i="false" lang="en-US" sz="2000" u="none">
                    <a:solidFill>
                      <a:srgbClr val="FFFFFF"/>
                    </a:solidFill>
                    <a:latin typeface="Arial"/>
                  </a:rPr>
                  <a:t>01</a:t>
                </a:r>
              </a:p>
            </p:txBody>
          </p:sp>
          <p:sp>
            <p:nvSpPr>
              <p:cNvPr descr="16c837fb-cb2e-4740-a2a9-b82256672c97" id="37" name="Text1">
                <a:extLst>
                  <a:ext uri="{FF2B5EF4-FFF2-40B4-BE49-F238E27FC236}">
                    <a16:creationId id="{E671CFD3-76C9-4926-A4FD-5FBFE429633D}"/>
                  </a:ext>
                </a:extLst>
              </p:cNvPr>
              <p:cNvSpPr txBox="1"/>
              <p:nvPr/>
            </p:nvSpPr>
            <p:spPr>
              <a:xfrm flipH="false" flipV="false">
                <a:off x="1256286" y="3467900"/>
                <a:ext cx="4622230" cy="925582"/>
              </a:xfrm>
              <a:prstGeom prst="rect">
                <a:avLst/>
              </a:prstGeom>
              <a:noFill/>
            </p:spPr>
            <p:txBody>
              <a:bodyPr anchor="t" anchorCtr="false" rtlCol="0" wrap="square">
                <a:normAutofit/>
              </a:bodyPr>
              <a:lstStyle>
                <a:defPPr>
                  <a:defRPr lang="zh-CN"/>
                </a:defPPr>
                <a:lvl1pPr algn="ctr">
                  <a:lnSpc>
                    <a:spcPct val="150000"/>
                  </a:lnSpc>
                  <a:defRPr sz="1200">
                    <a:solidFill>
                      <a:schemeClr val="bg1">
                        <a:lumMod val="50000"/>
                      </a:schemeClr>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lnSpc>
                    <a:spcPct val="120000"/>
                  </a:lnSpc>
                </a:pPr>
                <a:r>
                  <a:rPr b="false" i="false" lang="en-US" sz="1200" u="none">
                    <a:solidFill>
                      <a:srgbClr val="2F2F2F"/>
                    </a:solidFill>
                    <a:ea typeface="微软雅黑"/>
                  </a:rPr>
                  <a:t>介绍案例企业的名称、所在行业、成立时间、规模等基本信息，为后续分析提供背景。</a:t>
                </a:r>
              </a:p>
            </p:txBody>
          </p:sp>
        </p:grpSp>
        <p:grpSp>
          <p:nvGrpSpPr>
            <p:cNvPr descr="efaa27ea-4f0d-4514-b8f0-318724b7018c" id="4" name="组合 3">
              <a:extLst>
                <a:ext uri="{FF2B5EF4-FFF2-40B4-BE49-F238E27FC236}">
                  <a16:creationId id="{F027F33D-303E-ED6B-AC09-0833755E00C9}"/>
                </a:ext>
              </a:extLst>
            </p:cNvPr>
            <p:cNvGrpSpPr/>
            <p:nvPr/>
          </p:nvGrpSpPr>
          <p:grpSpPr>
            <a:xfrm>
              <a:off x="6198392" y="2467470"/>
              <a:ext cx="5219703" cy="1524342"/>
              <a:chOff x="6096000" y="2708770"/>
              <a:chExt cx="5219703" cy="1524342"/>
            </a:xfrm>
          </p:grpSpPr>
          <p:sp>
            <p:nvSpPr>
              <p:cNvPr descr="bfb498f3-91fe-4d39-8eb0-dd04379aea13" id="5" name="Bullet2">
                <a:extLst>
                  <a:ext uri="{FF2B5EF4-FFF2-40B4-BE49-F238E27FC236}">
                    <a16:creationId id="{4FC8207A-4ED5-9F2A-1A1A-89DEA29AC199}"/>
                  </a:ext>
                </a:extLst>
              </p:cNvPr>
              <p:cNvSpPr txBox="1"/>
              <p:nvPr/>
            </p:nvSpPr>
            <p:spPr>
              <a:xfrm flipH="false" flipV="false">
                <a:off x="6693472" y="2708770"/>
                <a:ext cx="4622228" cy="598759"/>
              </a:xfrm>
              <a:prstGeom prst="rect">
                <a:avLst/>
              </a:prstGeom>
              <a:noFill/>
              <a:ln>
                <a:noFill/>
              </a:ln>
            </p:spPr>
            <p:txBody>
              <a:bodyPr anchor="b" anchorCtr="false" bIns="45720" lIns="91440" rIns="91440" tIns="45720" wrap="square">
                <a:normAutofit/>
              </a:bodyPr>
              <a:lstStyle/>
              <a:p>
                <a:pPr algn="l"/>
                <a:r>
                  <a:rPr b="true" i="false" lang="en-US" sz="1800" u="none">
                    <a:solidFill>
                      <a:srgbClr val="2F2F2F"/>
                    </a:solidFill>
                    <a:ea typeface="微软雅黑"/>
                  </a:rPr>
                  <a:t>所在行业特点</a:t>
                </a:r>
              </a:p>
            </p:txBody>
          </p:sp>
          <p:sp>
            <p:nvSpPr>
              <p:cNvPr descr="44cc14fb-66ec-4242-aecc-db27a9e838d0" id="11" name="Number2">
                <a:extLst>
                  <a:ext uri="{FF2B5EF4-FFF2-40B4-BE49-F238E27FC236}">
                    <a16:creationId id="{0BA371B3-F930-62C3-569B-EBE4C3B389C1}"/>
                  </a:ext>
                </a:extLst>
              </p:cNvPr>
              <p:cNvSpPr/>
              <p:nvPr/>
            </p:nvSpPr>
            <p:spPr>
              <a:xfrm flipH="false" flipV="false">
                <a:off x="6096000" y="2967243"/>
                <a:ext cx="512957" cy="512957"/>
              </a:xfrm>
              <a:prstGeom prst="rect">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true" bIns="45720" compatLnSpc="1" forceAA="0" fromWordArt="0" lIns="91440" numCol="1" rIns="91440" rot="0" rtlCol="0" spcCol="0" spcFirstLastPara="0" tIns="45720" vert="horz" wrap="square">
                <a:normAutofit/>
              </a:bodyPr>
              <a:lstStyle/>
              <a:p>
                <a:pPr algn="ctr"/>
                <a:r>
                  <a:rPr b="true" i="false" lang="en-US" sz="2000" u="none">
                    <a:solidFill>
                      <a:srgbClr val="FFFFFF"/>
                    </a:solidFill>
                    <a:latin typeface="Arial"/>
                  </a:rPr>
                  <a:t>02</a:t>
                </a:r>
              </a:p>
            </p:txBody>
          </p:sp>
          <p:sp>
            <p:nvSpPr>
              <p:cNvPr descr="f131016e-e596-434b-9179-2fe43d386546" id="12" name="Text2">
                <a:extLst>
                  <a:ext uri="{FF2B5EF4-FFF2-40B4-BE49-F238E27FC236}">
                    <a16:creationId id="{9B7F7D12-71E0-5E1B-27C5-B291FA6FC988}"/>
                  </a:ext>
                </a:extLst>
              </p:cNvPr>
              <p:cNvSpPr txBox="1"/>
              <p:nvPr/>
            </p:nvSpPr>
            <p:spPr>
              <a:xfrm flipH="false" flipV="false">
                <a:off x="6693473" y="3307530"/>
                <a:ext cx="4622230" cy="925582"/>
              </a:xfrm>
              <a:prstGeom prst="rect">
                <a:avLst/>
              </a:prstGeom>
              <a:noFill/>
            </p:spPr>
            <p:txBody>
              <a:bodyPr anchor="t" anchorCtr="false" rtlCol="0" wrap="square">
                <a:normAutofit/>
              </a:bodyPr>
              <a:lstStyle>
                <a:defPPr>
                  <a:defRPr lang="zh-CN"/>
                </a:defPPr>
                <a:lvl1pPr algn="ctr">
                  <a:lnSpc>
                    <a:spcPct val="150000"/>
                  </a:lnSpc>
                  <a:defRPr sz="1200">
                    <a:solidFill>
                      <a:schemeClr val="bg1">
                        <a:lumMod val="50000"/>
                      </a:schemeClr>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lnSpc>
                    <a:spcPct val="120000"/>
                  </a:lnSpc>
                </a:pPr>
                <a:r>
                  <a:rPr b="false" i="false" lang="en-US" sz="1200" u="none">
                    <a:solidFill>
                      <a:srgbClr val="2F2F2F"/>
                    </a:solidFill>
                    <a:ea typeface="微软雅黑"/>
                  </a:rPr>
                  <a:t>分析案例企业所在行业的发展趋势、竞争状况、盈利水平等特点，以便更好地理解企业的经营环境。</a:t>
                </a:r>
              </a:p>
            </p:txBody>
          </p:sp>
        </p:grpSp>
        <p:grpSp>
          <p:nvGrpSpPr>
            <p:cNvPr descr="9263ad35-bd12-4aa4-b810-85409da8a60d" id="6" name="组合 5">
              <a:extLst>
                <a:ext uri="{FF2B5EF4-FFF2-40B4-BE49-F238E27FC236}">
                  <a16:creationId id="{67B9AABE-5320-2693-CE87-DAC35AD797C4}"/>
                </a:ext>
              </a:extLst>
            </p:cNvPr>
            <p:cNvGrpSpPr/>
            <p:nvPr/>
          </p:nvGrpSpPr>
          <p:grpSpPr>
            <a:xfrm>
              <a:off x="3479798" y="4355758"/>
              <a:ext cx="5219703" cy="1524342"/>
              <a:chOff x="5064247" y="4609758"/>
              <a:chExt cx="5219703" cy="1524342"/>
            </a:xfrm>
          </p:grpSpPr>
          <p:sp>
            <p:nvSpPr>
              <p:cNvPr descr="c119dbb4-7367-42e8-a725-aa778641513a" id="13" name="Bullet3">
                <a:extLst>
                  <a:ext uri="{FF2B5EF4-FFF2-40B4-BE49-F238E27FC236}">
                    <a16:creationId id="{5ABEDE20-41B5-6000-7845-75BC77C3DBB6}"/>
                  </a:ext>
                </a:extLst>
              </p:cNvPr>
              <p:cNvSpPr txBox="1"/>
              <p:nvPr/>
            </p:nvSpPr>
            <p:spPr>
              <a:xfrm flipH="false" flipV="false">
                <a:off x="5661719" y="4609758"/>
                <a:ext cx="4622228" cy="598759"/>
              </a:xfrm>
              <a:prstGeom prst="rect">
                <a:avLst/>
              </a:prstGeom>
              <a:noFill/>
              <a:ln>
                <a:noFill/>
              </a:ln>
            </p:spPr>
            <p:txBody>
              <a:bodyPr anchor="b" anchorCtr="false" bIns="45720" lIns="91440" rIns="91440" tIns="45720" wrap="square">
                <a:normAutofit/>
              </a:bodyPr>
              <a:lstStyle/>
              <a:p>
                <a:pPr algn="l"/>
                <a:r>
                  <a:rPr b="true" i="false" lang="en-US" sz="1800" u="none">
                    <a:solidFill>
                      <a:srgbClr val="2F2F2F"/>
                    </a:solidFill>
                    <a:ea typeface="微软雅黑"/>
                  </a:rPr>
                  <a:t>企业发展战略</a:t>
                </a:r>
              </a:p>
            </p:txBody>
          </p:sp>
          <p:sp>
            <p:nvSpPr>
              <p:cNvPr descr="d179da2d-d978-4d5f-97de-174de96b686b" id="22" name="Number3">
                <a:extLst>
                  <a:ext uri="{FF2B5EF4-FFF2-40B4-BE49-F238E27FC236}">
                    <a16:creationId id="{E1C944BA-65E3-162B-B6BF-51E854455C9E}"/>
                  </a:ext>
                </a:extLst>
              </p:cNvPr>
              <p:cNvSpPr/>
              <p:nvPr/>
            </p:nvSpPr>
            <p:spPr>
              <a:xfrm flipH="false" flipV="false">
                <a:off x="5064247" y="4868231"/>
                <a:ext cx="512957" cy="512957"/>
              </a:xfrm>
              <a:prstGeom prst="rect">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true" bIns="45720" compatLnSpc="1" forceAA="0" fromWordArt="0" lIns="91440" numCol="1" rIns="91440" rot="0" rtlCol="0" spcCol="0" spcFirstLastPara="0" tIns="45720" vert="horz" wrap="square">
                <a:normAutofit/>
              </a:bodyPr>
              <a:lstStyle/>
              <a:p>
                <a:pPr algn="ctr"/>
                <a:r>
                  <a:rPr b="true" i="false" lang="en-US" sz="2000" u="none">
                    <a:solidFill>
                      <a:srgbClr val="FFFFFF"/>
                    </a:solidFill>
                    <a:latin typeface="Arial"/>
                  </a:rPr>
                  <a:t>03</a:t>
                </a:r>
              </a:p>
            </p:txBody>
          </p:sp>
          <p:sp>
            <p:nvSpPr>
              <p:cNvPr descr="9dc40b26-9ecd-4793-a644-ee9fd7cdaa95" id="23" name="Text3">
                <a:extLst>
                  <a:ext uri="{FF2B5EF4-FFF2-40B4-BE49-F238E27FC236}">
                    <a16:creationId id="{CD7998E8-9982-C6EF-A745-2DF5A98530D9}"/>
                  </a:ext>
                </a:extLst>
              </p:cNvPr>
              <p:cNvSpPr txBox="1"/>
              <p:nvPr/>
            </p:nvSpPr>
            <p:spPr>
              <a:xfrm flipH="false" flipV="false">
                <a:off x="5661720" y="5208518"/>
                <a:ext cx="4622230" cy="925582"/>
              </a:xfrm>
              <a:prstGeom prst="rect">
                <a:avLst/>
              </a:prstGeom>
              <a:noFill/>
            </p:spPr>
            <p:txBody>
              <a:bodyPr anchor="t" anchorCtr="false" rtlCol="0" wrap="square">
                <a:normAutofit/>
              </a:bodyPr>
              <a:lstStyle>
                <a:defPPr>
                  <a:defRPr lang="zh-CN"/>
                </a:defPPr>
                <a:lvl1pPr algn="ctr">
                  <a:lnSpc>
                    <a:spcPct val="150000"/>
                  </a:lnSpc>
                  <a:defRPr sz="1200">
                    <a:solidFill>
                      <a:schemeClr val="bg1">
                        <a:lumMod val="50000"/>
                      </a:schemeClr>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lnSpc>
                    <a:spcPct val="120000"/>
                  </a:lnSpc>
                </a:pPr>
                <a:r>
                  <a:rPr b="false" i="false" lang="en-US" sz="1200" u="none">
                    <a:solidFill>
                      <a:srgbClr val="2F2F2F"/>
                    </a:solidFill>
                    <a:ea typeface="微软雅黑"/>
                  </a:rPr>
                  <a:t>阐述案例企业的发展战略，如市场拓展、产品创新等，为分析其资本结构和偿债能力提供依据。</a:t>
                </a:r>
              </a:p>
            </p:txBody>
          </p:sp>
        </p:grpSp>
        <p:cxnSp>
          <p:nvCxnSpPr>
            <p:cNvPr descr="fd902b29-3d59-46fb-ada9-182f5c81a644" id="2" name="直接连接符 1">
              <a:extLst>
                <a:ext uri="{FF2B5EF4-FFF2-40B4-BE49-F238E27FC236}">
                  <a16:creationId id="{CC1E6B08-B752-83FE-5FA8-592AE6917F76}"/>
                </a:ext>
              </a:extLst>
            </p:cNvPr>
            <p:cNvCxnSpPr>
              <a:cxnSpLocks/>
            </p:cNvCxnSpPr>
            <p:nvPr/>
          </p:nvCxnSpPr>
          <p:spPr>
            <a:xfrm flipH="false" flipV="true">
              <a:off x="1014934" y="3238900"/>
              <a:ext cx="0" cy="929338"/>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descr="fe0a42fd-b611-410b-bb94-2b26c8baebb8" id="8" name="直接连接符 7">
              <a:extLst>
                <a:ext uri="{FF2B5EF4-FFF2-40B4-BE49-F238E27FC236}">
                  <a16:creationId id="{DD39135D-320D-6DBA-7B8A-5A40ACFD3AC5}"/>
                </a:ext>
              </a:extLst>
            </p:cNvPr>
            <p:cNvCxnSpPr>
              <a:cxnSpLocks/>
            </p:cNvCxnSpPr>
            <p:nvPr/>
          </p:nvCxnSpPr>
          <p:spPr>
            <a:xfrm flipH="false" flipV="true">
              <a:off x="3740899" y="5127188"/>
              <a:ext cx="0" cy="929338"/>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descr="e9452b2e-8a22-4678-91ae-32ce6c010203" id="9" name="直接连接符 8">
              <a:extLst>
                <a:ext uri="{FF2B5EF4-FFF2-40B4-BE49-F238E27FC236}">
                  <a16:creationId id="{DFA8480F-BCD3-907C-9551-D647DD7B76BE}"/>
                </a:ext>
              </a:extLst>
            </p:cNvPr>
            <p:cNvCxnSpPr>
              <a:cxnSpLocks/>
            </p:cNvCxnSpPr>
            <p:nvPr/>
          </p:nvCxnSpPr>
          <p:spPr>
            <a:xfrm flipH="false" flipV="true">
              <a:off x="6462328" y="3238900"/>
              <a:ext cx="0" cy="929338"/>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案例企业背景介绍</a:t>
            </a:r>
          </a:p>
        </p:txBody>
      </p:sp>
    </p:spTree>
  </p:cSld>
  <p:clrMapOvr>
    <a:masterClrMapping/>
  </p:clrMapOvr>
</p:sld>
</file>

<file path=ppt/slides/slide28.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042ffe20-1f4b-4131-853e-ab0266ab93f0" id="26" name="e879a752-9be4-47c0-a361-228ab7e229d2.source.3.zh-Hans.pptx">
            <a:extLst>
              <a:ext uri="{FF2B5EF4-FFF2-40B4-BE49-F238E27FC236}">
                <a16:creationId id="{F557F9E9-8A26-53E3-25D1-BE7D581F27F0}"/>
              </a:ext>
            </a:extLst>
          </p:cNvPr>
          <p:cNvGrpSpPr/>
          <p:nvPr/>
        </p:nvGrpSpPr>
        <p:grpSpPr>
          <a:xfrm>
            <a:off x="660400" y="1141397"/>
            <a:ext cx="10858500" cy="4992702"/>
            <a:chOff x="660400" y="1141397"/>
            <a:chExt cx="10858500" cy="4992702"/>
          </a:xfrm>
        </p:grpSpPr>
        <p:grpSp>
          <p:nvGrpSpPr>
            <p:cNvPr descr="f7e8e1e9-26f7-4c71-ba52-973a76960d58" id="2" name="组合 1">
              <a:extLst>
                <a:ext uri="{FF2B5EF4-FFF2-40B4-BE49-F238E27FC236}">
                  <a16:creationId id="{427652F3-6EBC-9B4D-4872-B1BF03F80A14}"/>
                </a:ext>
              </a:extLst>
            </p:cNvPr>
            <p:cNvGrpSpPr/>
            <p:nvPr/>
          </p:nvGrpSpPr>
          <p:grpSpPr>
            <a:xfrm>
              <a:off x="660400" y="1141397"/>
              <a:ext cx="10858500" cy="4992702"/>
              <a:chOff x="660400" y="1141397"/>
              <a:chExt cx="10858500" cy="4992702"/>
            </a:xfrm>
          </p:grpSpPr>
          <p:sp>
            <p:nvSpPr>
              <p:cNvPr descr="eeb30378-be19-49c2-814d-ae4abf9290e9" id="18" name="Title">
                <a:extLst>
                  <a:ext uri="{FF2B5EF4-FFF2-40B4-BE49-F238E27FC236}">
                    <a16:creationId id="{96D828C7-0F19-4481-0B04-BAF2A9FCBF1F}"/>
                  </a:ext>
                </a:extLst>
              </p:cNvPr>
              <p:cNvSpPr/>
              <p:nvPr/>
            </p:nvSpPr>
            <p:spPr>
              <a:xfrm flipH="false" flipV="false">
                <a:off x="660400" y="1141397"/>
                <a:ext cx="10858500" cy="853692"/>
              </a:xfrm>
              <a:prstGeom prst="roundRect">
                <a:avLst>
                  <a:gd fmla="val 14472" name="adj"/>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false" bIns="45720" lIns="91440" rIns="91440" rtlCol="0" tIns="45720" wrap="square">
                <a:normAutofit/>
              </a:bodyPr>
              <a:lstStyle/>
              <a:p>
                <a:pPr algn="l"/>
                <a:r>
                  <a:rPr b="true" i="false" lang="en-US" sz="2400" u="none">
                    <a:solidFill>
                      <a:srgbClr val="2F2F2F"/>
                    </a:solidFill>
                    <a:ea typeface="微软雅黑"/>
                  </a:rPr>
                  <a:t>评估案例企业的偿债能力状况</a:t>
                </a:r>
              </a:p>
            </p:txBody>
          </p:sp>
          <p:grpSp>
            <p:nvGrpSpPr>
              <p:cNvPr descr="fc3fb266-a86e-46dc-a650-9bf298ac8d18" id="22" name="组合 21">
                <a:extLst>
                  <a:ext uri="{FF2B5EF4-FFF2-40B4-BE49-F238E27FC236}">
                    <a16:creationId id="{C50EA280-9828-4219-8D7E-F42401402917}"/>
                  </a:ext>
                </a:extLst>
              </p:cNvPr>
              <p:cNvGrpSpPr/>
              <p:nvPr/>
            </p:nvGrpSpPr>
            <p:grpSpPr>
              <a:xfrm>
                <a:off x="660400" y="3347035"/>
                <a:ext cx="3402912" cy="2787064"/>
                <a:chOff x="660400" y="3347035"/>
                <a:chExt cx="3402912" cy="2787064"/>
              </a:xfrm>
            </p:grpSpPr>
            <p:sp>
              <p:nvSpPr>
                <p:cNvPr descr="3e8de7c6-8264-4302-b7ef-79d7a9da966a" id="7" name="Bullet1">
                  <a:extLst>
                    <a:ext uri="{FF2B5EF4-FFF2-40B4-BE49-F238E27FC236}">
                      <a16:creationId id="{C068C390-F138-0E57-2778-AC8E4E97854D}"/>
                    </a:ext>
                  </a:extLst>
                </p:cNvPr>
                <p:cNvSpPr>
                  <a:spLocks/>
                </p:cNvSpPr>
                <p:nvPr/>
              </p:nvSpPr>
              <p:spPr>
                <a:xfrm flipH="true" flipV="false">
                  <a:off x="1116067" y="3347035"/>
                  <a:ext cx="2947244" cy="438390"/>
                </a:xfrm>
                <a:prstGeom prst="rect">
                  <a:avLst/>
                </a:prstGeom>
                <a:noFill/>
              </p:spPr>
              <p:txBody>
                <a:bodyPr anchor="ctr"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z="1800" u="none">
                      <a:solidFill>
                        <a:srgbClr val="2F2F2F"/>
                      </a:solidFill>
                      <a:ea typeface="微软雅黑"/>
                    </a:rPr>
                    <a:t>短期偿债能力指标分析</a:t>
                  </a:r>
                </a:p>
              </p:txBody>
            </p:sp>
            <p:sp>
              <p:nvSpPr>
                <p:cNvPr descr="fc82a568-bda4-4de0-b19f-e8324fe55b41" id="8" name="Text1">
                  <a:extLst>
                    <a:ext uri="{FF2B5EF4-FFF2-40B4-BE49-F238E27FC236}">
                      <a16:creationId id="{8A7A270E-F7C5-6216-3E03-42EF7704C26B}"/>
                    </a:ext>
                  </a:extLst>
                </p:cNvPr>
                <p:cNvSpPr txBox="1">
                  <a:spLocks/>
                </p:cNvSpPr>
                <p:nvPr/>
              </p:nvSpPr>
              <p:spPr>
                <a:xfrm flipH="false" flipV="false">
                  <a:off x="1116068" y="3867978"/>
                  <a:ext cx="2947244" cy="2266121"/>
                </a:xfrm>
                <a:prstGeom prst="rect">
                  <a:avLst/>
                </a:prstGeom>
                <a:noFill/>
              </p:spPr>
              <p:txBody>
                <a:bodyPr anchor="t" anchorCtr="false" rtlCol="0" wrap="square">
                  <a:normAutofit/>
                </a:bodyPr>
                <a:lstStyle>
                  <a:defPPr>
                    <a:defRPr lang="zh-CN"/>
                  </a:defPPr>
                  <a:lvl1pPr algn="ctr" defTabSz="914400" eaLnBrk="1" hangingPunct="1" latinLnBrk="0" marL="0" rtl="0">
                    <a:lnSpc>
                      <a:spcPct val="150000"/>
                    </a:lnSpc>
                    <a:defRPr kern="1200" sz="1200">
                      <a:solidFill>
                        <a:schemeClr val="bg1">
                          <a:lumMod val="50000"/>
                        </a:schemeClr>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计算并分析案例企业的流动比率、速动比率等短期偿债能力指标，评估其短期偿债能力。</a:t>
                  </a:r>
                </a:p>
              </p:txBody>
            </p:sp>
            <p:sp>
              <p:nvSpPr>
                <p:cNvPr descr="437cb911-b388-4b3e-8af3-a358e1a33efc" id="9" name="Number1">
                  <a:extLst>
                    <a:ext uri="{FF2B5EF4-FFF2-40B4-BE49-F238E27FC236}">
                      <a16:creationId id="{75922AD0-8C5F-CE11-A78A-C069A8B87BDF}"/>
                    </a:ext>
                  </a:extLst>
                </p:cNvPr>
                <p:cNvSpPr/>
                <p:nvPr/>
              </p:nvSpPr>
              <p:spPr>
                <a:xfrm flipH="false" flipV="false">
                  <a:off x="660400" y="3347035"/>
                  <a:ext cx="455665" cy="457200"/>
                </a:xfrm>
                <a:prstGeom prst="ellipse">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non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r>
                    <a:rPr b="true" i="false" lang="en-US" sz="1400" u="none">
                      <a:solidFill>
                        <a:srgbClr val="FFFFFF"/>
                      </a:solidFill>
                      <a:latin typeface="Arial"/>
                    </a:rPr>
                    <a:t>1</a:t>
                  </a:r>
                </a:p>
              </p:txBody>
            </p:sp>
          </p:grpSp>
          <p:grpSp>
            <p:nvGrpSpPr>
              <p:cNvPr descr="cb3d9c68-55ee-45c1-b357-783f852c689a" id="23" name="组合 22">
                <a:extLst>
                  <a:ext uri="{FF2B5EF4-FFF2-40B4-BE49-F238E27FC236}">
                    <a16:creationId id="{7324449F-4767-FDAD-3D8A-4A15EFAFA475}"/>
                  </a:ext>
                </a:extLst>
              </p:cNvPr>
              <p:cNvGrpSpPr/>
              <p:nvPr/>
            </p:nvGrpSpPr>
            <p:grpSpPr>
              <a:xfrm>
                <a:off x="4388193" y="3347035"/>
                <a:ext cx="3402912" cy="2787064"/>
                <a:chOff x="4388193" y="3347035"/>
                <a:chExt cx="3402912" cy="2787064"/>
              </a:xfrm>
            </p:grpSpPr>
            <p:sp>
              <p:nvSpPr>
                <p:cNvPr descr="f8b795db-3e0c-49c1-b7b1-3c9d9bc0611d" id="11" name="Bullet2">
                  <a:extLst>
                    <a:ext uri="{FF2B5EF4-FFF2-40B4-BE49-F238E27FC236}">
                      <a16:creationId id="{66EE89EB-5F22-4889-29C3-E72F738C639A}"/>
                    </a:ext>
                  </a:extLst>
                </p:cNvPr>
                <p:cNvSpPr>
                  <a:spLocks/>
                </p:cNvSpPr>
                <p:nvPr/>
              </p:nvSpPr>
              <p:spPr>
                <a:xfrm flipH="true" flipV="false">
                  <a:off x="4843860" y="3347035"/>
                  <a:ext cx="2947244" cy="438390"/>
                </a:xfrm>
                <a:prstGeom prst="rect">
                  <a:avLst/>
                </a:prstGeom>
                <a:noFill/>
              </p:spPr>
              <p:txBody>
                <a:bodyPr anchor="ctr"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z="1800" u="none">
                      <a:solidFill>
                        <a:srgbClr val="2F2F2F"/>
                      </a:solidFill>
                      <a:ea typeface="微软雅黑"/>
                    </a:rPr>
                    <a:t>长期偿债能力指标分析</a:t>
                  </a:r>
                </a:p>
              </p:txBody>
            </p:sp>
            <p:sp>
              <p:nvSpPr>
                <p:cNvPr descr="3c176b47-df07-41cb-bd08-3357c6bab6f8" id="12" name="Text2">
                  <a:extLst>
                    <a:ext uri="{FF2B5EF4-FFF2-40B4-BE49-F238E27FC236}">
                      <a16:creationId id="{D0AF0EC0-C640-692B-84D1-EA2724C0AB10}"/>
                    </a:ext>
                  </a:extLst>
                </p:cNvPr>
                <p:cNvSpPr txBox="1">
                  <a:spLocks/>
                </p:cNvSpPr>
                <p:nvPr/>
              </p:nvSpPr>
              <p:spPr>
                <a:xfrm flipH="false" flipV="false">
                  <a:off x="4843861" y="3867978"/>
                  <a:ext cx="2947244" cy="2266121"/>
                </a:xfrm>
                <a:prstGeom prst="rect">
                  <a:avLst/>
                </a:prstGeom>
                <a:noFill/>
              </p:spPr>
              <p:txBody>
                <a:bodyPr anchor="t" anchorCtr="false" rtlCol="0" wrap="square">
                  <a:normAutofit/>
                </a:bodyPr>
                <a:lstStyle>
                  <a:defPPr>
                    <a:defRPr lang="zh-CN"/>
                  </a:defPPr>
                  <a:lvl1pPr algn="ctr" defTabSz="914400" eaLnBrk="1" hangingPunct="1" latinLnBrk="0" marL="0" rtl="0">
                    <a:lnSpc>
                      <a:spcPct val="150000"/>
                    </a:lnSpc>
                    <a:defRPr kern="1200" sz="1200">
                      <a:solidFill>
                        <a:schemeClr val="bg1">
                          <a:lumMod val="50000"/>
                        </a:schemeClr>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计算并分析案例企业的资产负债率、利息保障倍数等长期偿债能力指标，评估其长期偿债能力。</a:t>
                  </a:r>
                </a:p>
              </p:txBody>
            </p:sp>
            <p:sp>
              <p:nvSpPr>
                <p:cNvPr descr="571e2478-ef11-4cfe-a609-6743e7883300" id="13" name="Number2">
                  <a:extLst>
                    <a:ext uri="{FF2B5EF4-FFF2-40B4-BE49-F238E27FC236}">
                      <a16:creationId id="{E35C83D1-52FF-E07C-1761-C8A0A1B6E506}"/>
                    </a:ext>
                  </a:extLst>
                </p:cNvPr>
                <p:cNvSpPr/>
                <p:nvPr/>
              </p:nvSpPr>
              <p:spPr>
                <a:xfrm flipH="false" flipV="false">
                  <a:off x="4388193" y="3347035"/>
                  <a:ext cx="455665" cy="457200"/>
                </a:xfrm>
                <a:prstGeom prst="ellipse">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non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r>
                    <a:rPr b="true" i="false" lang="en-US" sz="1400" u="none">
                      <a:solidFill>
                        <a:srgbClr val="FFFFFF"/>
                      </a:solidFill>
                      <a:latin typeface="Arial"/>
                    </a:rPr>
                    <a:t>2</a:t>
                  </a:r>
                </a:p>
              </p:txBody>
            </p:sp>
          </p:grpSp>
          <p:grpSp>
            <p:nvGrpSpPr>
              <p:cNvPr descr="3b301fc2-da30-4da9-a669-ec79dbdf27b2" id="24" name="组合 23">
                <a:extLst>
                  <a:ext uri="{FF2B5EF4-FFF2-40B4-BE49-F238E27FC236}">
                    <a16:creationId id="{466444A3-1A63-BDB3-0B6C-45437CDF7737}"/>
                  </a:ext>
                </a:extLst>
              </p:cNvPr>
              <p:cNvGrpSpPr/>
              <p:nvPr/>
            </p:nvGrpSpPr>
            <p:grpSpPr>
              <a:xfrm>
                <a:off x="8115987" y="3347035"/>
                <a:ext cx="3402912" cy="2787064"/>
                <a:chOff x="8115987" y="3347035"/>
                <a:chExt cx="3402912" cy="2787064"/>
              </a:xfrm>
            </p:grpSpPr>
            <p:sp>
              <p:nvSpPr>
                <p:cNvPr descr="aac0359a-7787-41d6-b730-6bed4623501e" id="15" name="Bullet3">
                  <a:extLst>
                    <a:ext uri="{FF2B5EF4-FFF2-40B4-BE49-F238E27FC236}">
                      <a16:creationId id="{5B3A7C1D-5FA3-2D65-9C25-91050508C825}"/>
                    </a:ext>
                  </a:extLst>
                </p:cNvPr>
                <p:cNvSpPr>
                  <a:spLocks/>
                </p:cNvSpPr>
                <p:nvPr/>
              </p:nvSpPr>
              <p:spPr>
                <a:xfrm flipH="true" flipV="false">
                  <a:off x="8571654" y="3347035"/>
                  <a:ext cx="2947244" cy="438390"/>
                </a:xfrm>
                <a:prstGeom prst="rect">
                  <a:avLst/>
                </a:prstGeom>
                <a:noFill/>
              </p:spPr>
              <p:txBody>
                <a:bodyPr anchor="ctr" anchorCtr="false" bIns="45720" lIns="91440" rIns="91440" tIns="45720"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true" i="false" lang="en-US" sz="1800" u="none">
                      <a:solidFill>
                        <a:srgbClr val="2F2F2F"/>
                      </a:solidFill>
                      <a:ea typeface="微软雅黑"/>
                    </a:rPr>
                    <a:t>偿债能力综合评价</a:t>
                  </a:r>
                </a:p>
              </p:txBody>
            </p:sp>
            <p:sp>
              <p:nvSpPr>
                <p:cNvPr descr="83a52394-a94d-4ab4-994b-be12f549e4e7" id="16" name="Text3">
                  <a:extLst>
                    <a:ext uri="{FF2B5EF4-FFF2-40B4-BE49-F238E27FC236}">
                      <a16:creationId id="{3F64DAE0-4C96-D97A-D944-71DE5F126F06}"/>
                    </a:ext>
                  </a:extLst>
                </p:cNvPr>
                <p:cNvSpPr txBox="1">
                  <a:spLocks/>
                </p:cNvSpPr>
                <p:nvPr/>
              </p:nvSpPr>
              <p:spPr>
                <a:xfrm flipH="false" flipV="false">
                  <a:off x="8571655" y="3867978"/>
                  <a:ext cx="2947244" cy="2266121"/>
                </a:xfrm>
                <a:prstGeom prst="rect">
                  <a:avLst/>
                </a:prstGeom>
                <a:noFill/>
              </p:spPr>
              <p:txBody>
                <a:bodyPr anchor="t" anchorCtr="false" rtlCol="0" wrap="square">
                  <a:normAutofit/>
                </a:bodyPr>
                <a:lstStyle>
                  <a:defPPr>
                    <a:defRPr lang="zh-CN"/>
                  </a:defPPr>
                  <a:lvl1pPr algn="ctr" defTabSz="914400" eaLnBrk="1" hangingPunct="1" latinLnBrk="0" marL="0" rtl="0">
                    <a:lnSpc>
                      <a:spcPct val="150000"/>
                    </a:lnSpc>
                    <a:defRPr kern="1200" sz="1200">
                      <a:solidFill>
                        <a:schemeClr val="bg1">
                          <a:lumMod val="50000"/>
                        </a:schemeClr>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l">
                    <a:lnSpc>
                      <a:spcPct val="120000"/>
                    </a:lnSpc>
                  </a:pPr>
                  <a:r>
                    <a:rPr b="false" i="false" lang="en-US" sz="1200" u="none">
                      <a:solidFill>
                        <a:srgbClr val="2F2F2F"/>
                      </a:solidFill>
                      <a:ea typeface="微软雅黑"/>
                    </a:rPr>
                    <a:t>结合短期和长期偿债能力指标，对案例企业的偿债能力进行综合评价，找出存在的问题和优势。</a:t>
                  </a:r>
                </a:p>
              </p:txBody>
            </p:sp>
            <p:sp>
              <p:nvSpPr>
                <p:cNvPr descr="d53c4ea8-c359-4c1b-a507-0880577a94ed" id="17" name="Number3">
                  <a:extLst>
                    <a:ext uri="{FF2B5EF4-FFF2-40B4-BE49-F238E27FC236}">
                      <a16:creationId id="{D76FBA3F-8618-ABCD-B6F9-ADB80842EB74}"/>
                    </a:ext>
                  </a:extLst>
                </p:cNvPr>
                <p:cNvSpPr/>
                <p:nvPr/>
              </p:nvSpPr>
              <p:spPr>
                <a:xfrm flipH="false" flipV="false">
                  <a:off x="8115987" y="3347035"/>
                  <a:ext cx="455665" cy="457200"/>
                </a:xfrm>
                <a:prstGeom prst="ellipse">
                  <a:avLst/>
                </a:prstGeom>
                <a:solidFill>
                  <a:schemeClr val="accent1"/>
                </a:solidFill>
                <a:ln cap="rnd"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nchorCtr="false" bIns="45720" compatLnSpc="1" forceAA="0" fromWordArt="0" lIns="91440" numCol="1" rIns="91440" rot="0" rtlCol="0" spcCol="0" spcFirstLastPara="0" tIns="45720" vert="horz" wrap="none">
                  <a:norm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r>
                    <a:rPr b="true" i="false" lang="en-US" sz="1400" u="none">
                      <a:solidFill>
                        <a:srgbClr val="FFFFFF"/>
                      </a:solidFill>
                      <a:latin typeface="Arial"/>
                    </a:rPr>
                    <a:t>3</a:t>
                  </a:r>
                </a:p>
              </p:txBody>
            </p:sp>
          </p:grpSp>
        </p:grpSp>
        <p:cxnSp>
          <p:nvCxnSpPr>
            <p:cNvPr descr="0158ddb5-7d87-43e2-a2a2-3875e344ff8c" id="3" name="连接符: 肘形 2">
              <a:extLst>
                <a:ext uri="{FF2B5EF4-FFF2-40B4-BE49-F238E27FC236}">
                  <a16:creationId id="{58CA1AC5-6447-1E4F-3FBF-2918BE011F45}"/>
                </a:ext>
              </a:extLst>
            </p:cNvPr>
            <p:cNvCxnSpPr>
              <a:cxnSpLocks/>
              <a:stCxn id="9" idx="0"/>
              <a:endCxn id="17" idx="0"/>
            </p:cNvCxnSpPr>
            <p:nvPr/>
          </p:nvCxnSpPr>
          <p:spPr>
            <a:xfrm flipH="true" flipV="true" rot="5400000">
              <a:off x="4616026" y="-380758"/>
              <a:ext cx="12700" cy="7455587"/>
            </a:xfrm>
            <a:prstGeom prst="bentConnector3">
              <a:avLst>
                <a:gd fmla="val 1800000" name="adj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descr="edd486f1-1763-4e15-9a6f-b00aaf4d9ddb" id="21" name="直接箭头连接符 20">
              <a:extLst>
                <a:ext uri="{FF2B5EF4-FFF2-40B4-BE49-F238E27FC236}">
                  <a16:creationId id="{FFC0428F-8E2D-445B-7C26-75CB6B033051}"/>
                </a:ext>
              </a:extLst>
            </p:cNvPr>
            <p:cNvCxnSpPr>
              <a:cxnSpLocks/>
              <a:endCxn id="13" idx="0"/>
            </p:cNvCxnSpPr>
            <p:nvPr/>
          </p:nvCxnSpPr>
          <p:spPr>
            <a:xfrm flipH="false" flipV="false">
              <a:off x="4616026" y="2632841"/>
              <a:ext cx="0" cy="714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案例企业偿债能力分析</a:t>
            </a:r>
          </a:p>
        </p:txBody>
      </p:sp>
    </p:spTree>
  </p:cSld>
  <p:clrMapOvr>
    <a:masterClrMapping/>
  </p:clrMapOvr>
</p:sld>
</file>

<file path=ppt/slides/slide2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xfrm>
      </p:grpSpPr>
      <p:grpSp>
        <p:nvGrpSpPr>
          <p:cNvPr descr="7f661e67-9363-4820-9c24-a71a0d27b18d" id="5" name="18d68481-2061-4094-8df5-87c5d1a3202d.source.2.zh-Hans.pptx">
            <a:extLst>
              <a:ext uri="{FF2B5EF4-FFF2-40B4-BE49-F238E27FC236}">
                <a16:creationId id="{27708B98-2691-520A-CCD7-E3F838688D4C}"/>
              </a:ext>
            </a:extLst>
          </p:cNvPr>
          <p:cNvGrpSpPr/>
          <p:nvPr/>
        </p:nvGrpSpPr>
        <p:grpSpPr>
          <a:xfrm>
            <a:off x="660400" y="1130300"/>
            <a:ext cx="10858500" cy="5003800"/>
            <a:chOff x="660400" y="1130300"/>
            <a:chExt cx="10858500" cy="5003800"/>
          </a:xfrm>
        </p:grpSpPr>
        <p:cxnSp>
          <p:nvCxnSpPr>
            <p:cNvPr descr="e9cf612b-2025-4aa8-b6ce-c9511d0bbf9a" id="59" name="直接连接符 58">
              <a:extLst>
                <a:ext uri="{FF2B5EF4-FFF2-40B4-BE49-F238E27FC236}">
                  <a16:creationId id="{F981BAFF-F53B-9AE9-0A5C-6AA54E8B96FD}"/>
                </a:ext>
              </a:extLst>
            </p:cNvPr>
            <p:cNvCxnSpPr>
              <a:cxnSpLocks/>
            </p:cNvCxnSpPr>
            <p:nvPr/>
          </p:nvCxnSpPr>
          <p:spPr>
            <a:xfrm flipH="false" flipV="false">
              <a:off x="6089650" y="1977390"/>
              <a:ext cx="0" cy="41567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descr="2a42af17-743b-4f9c-9bca-1741827d38e7" id="79" name="IconMisc1">
              <a:extLst>
                <a:ext uri="{FF2B5EF4-FFF2-40B4-BE49-F238E27FC236}">
                  <a16:creationId id="{1BE8C85C-B65B-6E8F-3ECB-CDF359DB4A65}"/>
                </a:ext>
              </a:extLst>
            </p:cNvPr>
            <p:cNvSpPr/>
            <p:nvPr/>
          </p:nvSpPr>
          <p:spPr>
            <a:xfrm flipH="false" flipV="false">
              <a:off x="5850413" y="1963419"/>
              <a:ext cx="471011" cy="471011"/>
            </a:xfrm>
            <a:custGeom>
              <a:avLst/>
              <a:gdLst/>
              <a:ahLst/>
              <a:cxnLst>
                <a:cxn ang="0">
                  <a:pos x="wd2" y="hd2"/>
                </a:cxn>
                <a:cxn ang="5400000">
                  <a:pos x="wd2" y="hd2"/>
                </a:cxn>
                <a:cxn ang="10800000">
                  <a:pos x="wd2" y="hd2"/>
                </a:cxn>
                <a:cxn ang="16200000">
                  <a:pos x="wd2" y="hd2"/>
                </a:cxn>
              </a:cxnLst>
              <a:rect b="b" l="0" r="r" t="0"/>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chemeClr val="bg1">
                <a:lumMod val="100000"/>
              </a:schemeClr>
            </a:solidFill>
            <a:ln w="6350">
              <a:solidFill>
                <a:schemeClr val="accent1"/>
              </a:solidFill>
              <a:miter lim="400000"/>
            </a:ln>
          </p:spPr>
          <p:txBody>
            <a:bodyPr anchor="ctr" anchorCtr="false" bIns="45720" lIns="91440" rIns="91440" tIns="45720" wrap="none">
              <a:normAutofit/>
            </a:bodyPr>
            <a:lstStyle/>
            <a:p>
              <a:pPr algn="ctr"/>
              <a:r>
                <a:rPr b="true" i="false" lang="en-US" sz="1400" u="none">
                  <a:solidFill>
                    <a:srgbClr val="2F2F2F"/>
                  </a:solidFill>
                  <a:latin typeface="Arial"/>
                </a:rPr>
                <a:t>1</a:t>
              </a:r>
            </a:p>
          </p:txBody>
        </p:sp>
        <p:grpSp>
          <p:nvGrpSpPr>
            <p:cNvPr descr="f05344da-ad54-432c-a6e4-e706386c49ef" id="89" name="组合 88">
              <a:extLst>
                <a:ext uri="{FF2B5EF4-FFF2-40B4-BE49-F238E27FC236}">
                  <a16:creationId id="{8595F2DC-5EB3-8350-C785-9C683856E413}"/>
                </a:ext>
              </a:extLst>
            </p:cNvPr>
            <p:cNvGrpSpPr/>
            <p:nvPr/>
          </p:nvGrpSpPr>
          <p:grpSpPr>
            <a:xfrm>
              <a:off x="660400" y="1963420"/>
              <a:ext cx="4579257" cy="4170680"/>
              <a:chOff x="660400" y="1963420"/>
              <a:chExt cx="4579257" cy="4170680"/>
            </a:xfrm>
          </p:grpSpPr>
          <p:sp>
            <p:nvSpPr>
              <p:cNvPr descr="d8fbd316-44fc-4ded-9cb5-457c8e6cd528" id="80" name="Text1">
                <a:extLst>
                  <a:ext uri="{FF2B5EF4-FFF2-40B4-BE49-F238E27FC236}">
                    <a16:creationId id="{5ABDBD19-F372-87F8-D78C-4A08D8753E65}"/>
                  </a:ext>
                </a:extLst>
              </p:cNvPr>
              <p:cNvSpPr txBox="1"/>
              <p:nvPr/>
            </p:nvSpPr>
            <p:spPr>
              <a:xfrm flipH="false" flipV="false">
                <a:off x="660400" y="2422201"/>
                <a:ext cx="4579257" cy="3711899"/>
              </a:xfrm>
              <a:prstGeom prst="rect">
                <a:avLst/>
              </a:prstGeom>
              <a:noFill/>
            </p:spPr>
            <p:txBody>
              <a:bodyPr anchor="t" anchorCtr="false" bIns="45720" lIns="91440" rIns="91440" tIns="45720" wrap="square">
                <a:normAutofit/>
              </a:bodyPr>
              <a:lstStyle>
                <a:defPPr>
                  <a:defRPr lang="zh-CN"/>
                </a:defPPr>
                <a:lvl1pPr algn="l" defTabSz="914400" eaLnBrk="1" hangingPunct="1" latinLnBrk="0" marL="0" rtl="0">
                  <a:defRPr kern="1200" sz="1800">
                    <a:solidFill>
                      <a:schemeClr val="tx1"/>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lnSpc>
                    <a:spcPct val="120000"/>
                  </a:lnSpc>
                  <a:spcBef>
                    <a:spcPct val="0"/>
                  </a:spcBef>
                </a:pPr>
                <a:r>
                  <a:rPr b="false" i="false" lang="en-US" sz="1200" u="none">
                    <a:solidFill>
                      <a:srgbClr val="2F2F2F"/>
                    </a:solidFill>
                    <a:ea typeface="微软雅黑"/>
                  </a:rPr>
                  <a:t>分析案例企业资本结构中权益资本和债务资本的比例关系，了解其资本结构的现状。</a:t>
                </a:r>
              </a:p>
            </p:txBody>
          </p:sp>
          <p:sp>
            <p:nvSpPr>
              <p:cNvPr descr="30785eb0-8b3e-4ed5-a7be-a39d8b4a93fd" id="81" name="Bullet1">
                <a:extLst>
                  <a:ext uri="{FF2B5EF4-FFF2-40B4-BE49-F238E27FC236}">
                    <a16:creationId id="{AE9AD21E-5DE7-5A44-5410-772F9DC0F36D}"/>
                  </a:ext>
                </a:extLst>
              </p:cNvPr>
              <p:cNvSpPr txBox="1"/>
              <p:nvPr/>
            </p:nvSpPr>
            <p:spPr>
              <a:xfrm flipH="false" flipV="false">
                <a:off x="660400" y="1963420"/>
                <a:ext cx="4579257" cy="458781"/>
              </a:xfrm>
              <a:prstGeom prst="rect">
                <a:avLst/>
              </a:prstGeom>
              <a:noFill/>
            </p:spPr>
            <p:txBody>
              <a:bodyPr anchor="ctr" anchorCtr="false" bIns="45720" lIns="91440" rIns="91440" tIns="45720" wrap="square">
                <a:normAutofit/>
              </a:bodyPr>
              <a:lstStyle>
                <a:defPPr>
                  <a:defRPr lang="zh-CN"/>
                </a:defPPr>
                <a:lvl1pPr algn="l" defTabSz="914400" eaLnBrk="1" hangingPunct="1" latinLnBrk="0" marL="0" rtl="0">
                  <a:defRPr kern="1200" sz="1800">
                    <a:solidFill>
                      <a:schemeClr val="tx1"/>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r>
                  <a:rPr b="true" i="false" lang="en-US" sz="1800" u="none">
                    <a:solidFill>
                      <a:srgbClr val="2F2F2F"/>
                    </a:solidFill>
                    <a:ea typeface="微软雅黑"/>
                  </a:rPr>
                  <a:t>资本结构现状</a:t>
                </a:r>
              </a:p>
            </p:txBody>
          </p:sp>
        </p:grpSp>
        <p:grpSp>
          <p:nvGrpSpPr>
            <p:cNvPr descr="fd448503-8ea0-43cb-a90b-14e4b9c69736" id="87" name="组合 86">
              <a:extLst>
                <a:ext uri="{FF2B5EF4-FFF2-40B4-BE49-F238E27FC236}">
                  <a16:creationId id="{961BD2C6-F601-6A93-4409-3B01532D4BF4}"/>
                </a:ext>
              </a:extLst>
            </p:cNvPr>
            <p:cNvGrpSpPr/>
            <p:nvPr/>
          </p:nvGrpSpPr>
          <p:grpSpPr>
            <a:xfrm>
              <a:off x="6939643" y="1963420"/>
              <a:ext cx="4579257" cy="4170680"/>
              <a:chOff x="6939643" y="1963420"/>
              <a:chExt cx="4579257" cy="4170680"/>
            </a:xfrm>
          </p:grpSpPr>
          <p:sp>
            <p:nvSpPr>
              <p:cNvPr descr="c7d797ef-df6c-4adc-a9ba-5245fe58f57c" id="82" name="Text2">
                <a:extLst>
                  <a:ext uri="{FF2B5EF4-FFF2-40B4-BE49-F238E27FC236}">
                    <a16:creationId id="{40AE48FB-9B8A-C73E-E24A-F822E09437B8}"/>
                  </a:ext>
                </a:extLst>
              </p:cNvPr>
              <p:cNvSpPr txBox="1"/>
              <p:nvPr/>
            </p:nvSpPr>
            <p:spPr>
              <a:xfrm flipH="false" flipV="false">
                <a:off x="6939643" y="2422201"/>
                <a:ext cx="4579257" cy="3711899"/>
              </a:xfrm>
              <a:prstGeom prst="rect">
                <a:avLst/>
              </a:prstGeom>
              <a:noFill/>
            </p:spPr>
            <p:txBody>
              <a:bodyPr anchor="t" anchorCtr="false" bIns="45720" lIns="91440" rIns="91440" tIns="45720" wrap="square">
                <a:normAutofit/>
              </a:bodyPr>
              <a:lstStyle>
                <a:defPPr>
                  <a:defRPr lang="zh-CN"/>
                </a:defPPr>
                <a:lvl1pPr algn="l" defTabSz="914400" eaLnBrk="1" hangingPunct="1" latinLnBrk="0" marL="0" rtl="0">
                  <a:defRPr kern="1200" sz="1800">
                    <a:solidFill>
                      <a:schemeClr val="tx1"/>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lnSpc>
                    <a:spcPct val="120000"/>
                  </a:lnSpc>
                  <a:spcBef>
                    <a:spcPct val="0"/>
                  </a:spcBef>
                </a:pPr>
                <a:r>
                  <a:rPr b="false" i="false" lang="en-US" sz="1200" u="none">
                    <a:solidFill>
                      <a:srgbClr val="2F2F2F"/>
                    </a:solidFill>
                    <a:ea typeface="微软雅黑"/>
                  </a:rPr>
                  <a:t>找出案例企业资本结构存在的问</a:t>
                </a:r>
              </a:p>
            </p:txBody>
          </p:sp>
          <p:sp>
            <p:nvSpPr>
              <p:cNvPr descr="b8185d7d-1d80-42ed-8532-55e7789b92a7" id="83" name="Bullet2">
                <a:extLst>
                  <a:ext uri="{FF2B5EF4-FFF2-40B4-BE49-F238E27FC236}">
                    <a16:creationId id="{32FEE6F5-C3C1-BAFC-EC5C-D936A46EDBE2}"/>
                  </a:ext>
                </a:extLst>
              </p:cNvPr>
              <p:cNvSpPr txBox="1"/>
              <p:nvPr/>
            </p:nvSpPr>
            <p:spPr>
              <a:xfrm flipH="false" flipV="false">
                <a:off x="6939643" y="1963420"/>
                <a:ext cx="4579257" cy="458781"/>
              </a:xfrm>
              <a:prstGeom prst="rect">
                <a:avLst/>
              </a:prstGeom>
              <a:noFill/>
            </p:spPr>
            <p:txBody>
              <a:bodyPr anchor="ctr" anchorCtr="false" bIns="45720" lIns="91440" rIns="91440" tIns="45720" wrap="square">
                <a:normAutofit/>
              </a:bodyPr>
              <a:lstStyle>
                <a:defPPr>
                  <a:defRPr lang="zh-CN"/>
                </a:defPPr>
                <a:lvl1pPr algn="l" defTabSz="914400" eaLnBrk="1" hangingPunct="1" latinLnBrk="0" marL="0" rtl="0">
                  <a:defRPr kern="1200" sz="1800">
                    <a:solidFill>
                      <a:schemeClr val="tx1"/>
                    </a:solidFill>
                  </a:defRPr>
                </a:lvl1pPr>
                <a:lvl2pPr algn="l" defTabSz="914400" eaLnBrk="1" hangingPunct="1" latinLnBrk="0" marL="457200" rtl="0">
                  <a:defRPr kern="1200" sz="1800">
                    <a:solidFill>
                      <a:schemeClr val="tx1"/>
                    </a:solidFill>
                  </a:defRPr>
                </a:lvl2pPr>
                <a:lvl3pPr algn="l" defTabSz="914400" eaLnBrk="1" hangingPunct="1" latinLnBrk="0" marL="914400" rtl="0">
                  <a:defRPr kern="1200" sz="1800">
                    <a:solidFill>
                      <a:schemeClr val="tx1"/>
                    </a:solidFill>
                  </a:defRPr>
                </a:lvl3pPr>
                <a:lvl4pPr algn="l" defTabSz="914400" eaLnBrk="1" hangingPunct="1" latinLnBrk="0" marL="1371600" rtl="0">
                  <a:defRPr kern="1200" sz="1800">
                    <a:solidFill>
                      <a:schemeClr val="tx1"/>
                    </a:solidFill>
                  </a:defRPr>
                </a:lvl4pPr>
                <a:lvl5pPr algn="l" defTabSz="914400" eaLnBrk="1" hangingPunct="1" latinLnBrk="0" marL="1828800" rtl="0">
                  <a:defRPr kern="1200" sz="1800">
                    <a:solidFill>
                      <a:schemeClr val="tx1"/>
                    </a:solidFill>
                  </a:defRPr>
                </a:lvl5pPr>
                <a:lvl6pPr algn="l" defTabSz="914400" eaLnBrk="1" hangingPunct="1" latinLnBrk="0" marL="2286000" rtl="0">
                  <a:defRPr kern="1200" sz="1800">
                    <a:solidFill>
                      <a:schemeClr val="tx1"/>
                    </a:solidFill>
                  </a:defRPr>
                </a:lvl6pPr>
                <a:lvl7pPr algn="l" defTabSz="914400" eaLnBrk="1" hangingPunct="1" latinLnBrk="0" marL="2743200" rtl="0">
                  <a:defRPr kern="1200" sz="1800">
                    <a:solidFill>
                      <a:schemeClr val="tx1"/>
                    </a:solidFill>
                  </a:defRPr>
                </a:lvl7pPr>
                <a:lvl8pPr algn="l" defTabSz="914400" eaLnBrk="1" hangingPunct="1" latinLnBrk="0" marL="3200400" rtl="0">
                  <a:defRPr kern="1200" sz="1800">
                    <a:solidFill>
                      <a:schemeClr val="tx1"/>
                    </a:solidFill>
                  </a:defRPr>
                </a:lvl8pPr>
                <a:lvl9pPr algn="l" defTabSz="914400" eaLnBrk="1" hangingPunct="1" latinLnBrk="0" marL="3657600" rtl="0">
                  <a:defRPr kern="1200" sz="1800">
                    <a:solidFill>
                      <a:schemeClr val="tx1"/>
                    </a:solidFill>
                  </a:defRPr>
                </a:lvl9pPr>
              </a:lstStyle>
              <a:p>
                <a:pPr algn="l"/>
                <a:r>
                  <a:rPr b="true" i="false" lang="en-US" sz="1800" u="none">
                    <a:solidFill>
                      <a:srgbClr val="2F2F2F"/>
                    </a:solidFill>
                    <a:ea typeface="微软雅黑"/>
                  </a:rPr>
                  <a:t>资本结构存在的问题</a:t>
                </a:r>
              </a:p>
            </p:txBody>
          </p:sp>
        </p:grpSp>
        <p:sp>
          <p:nvSpPr>
            <p:cNvPr descr="31df6ddb-77f7-4376-bed8-45f592a589f9" id="97" name="Title">
              <a:extLst>
                <a:ext uri="{FF2B5EF4-FFF2-40B4-BE49-F238E27FC236}">
                  <a16:creationId id="{8FD949F5-DE81-23CF-D837-47F2D0D140A0}"/>
                </a:ext>
              </a:extLst>
            </p:cNvPr>
            <p:cNvSpPr txBox="1"/>
            <p:nvPr/>
          </p:nvSpPr>
          <p:spPr>
            <a:xfrm flipH="false" flipV="false">
              <a:off x="660400" y="1130300"/>
              <a:ext cx="10858500" cy="533400"/>
            </a:xfrm>
            <a:prstGeom prst="rect">
              <a:avLst/>
            </a:prstGeom>
            <a:noFill/>
          </p:spPr>
          <p:txBody>
            <a:bodyPr anchor="ctr" anchorCtr="false" rtlCol="0" vert="horz" wrap="square">
              <a:normAutofit/>
            </a:bodyPr>
            <a:lstStyle/>
            <a:p>
              <a:pPr algn="l"/>
              <a:r>
                <a:rPr b="true" i="false" lang="en-US" sz="2400" u="none">
                  <a:solidFill>
                    <a:srgbClr val="2F2F2F"/>
                  </a:solidFill>
                  <a:ea typeface="微软雅黑"/>
                </a:rPr>
                <a:t>剖析案例企业的资本结构情况</a:t>
              </a:r>
            </a:p>
          </p:txBody>
        </p:sp>
      </p:grpSp>
      <p:sp>
        <p:nvSpPr>
          <p:cNvPr descr="37cb39cb-f27c-49b4-a3c6-d0c4ba5b1cd1" id="2" name=""/>
          <p:cNvSpPr>
            <a:spLocks noGrp="1"/>
          </p:cNvSpPr>
          <p:nvPr>
            <p:ph hasCustomPrompt="1" type="title"/>
          </p:nvPr>
        </p:nvSpPr>
        <p:spPr/>
        <p:txBody>
          <a:bodyPr anchorCtr="false"/>
          <a:lstStyle/>
          <a:p>
            <a:pPr algn="l">
              <a:lnSpc>
                <a:spcPct val="100000"/>
              </a:lnSpc>
              <a:spcBef>
                <a:spcPct val="0"/>
              </a:spcBef>
            </a:pPr>
            <a:r>
              <a:rPr b="true" i="false" lang="en-US" sz="2800" u="none">
                <a:solidFill>
                  <a:srgbClr val="2F2F2F"/>
                </a:solidFill>
                <a:ea typeface="微软雅黑"/>
              </a:rPr>
              <a:t>案例企业资本结构分析</a:t>
            </a:r>
          </a:p>
        </p:txBody>
      </p:sp>
    </p:spTree>
  </p:cSld>
  <p:clrMapOvr>
    <a:masterClrMapping/>
  </p:clrMapOvr>
</p:sld>
</file>

<file path=ppt/slides/slide30.xml><?xml version="1.0" encoding="utf-8"?>
<p:sld xmlns:a="http://schemas.openxmlformats.org/drawingml/2006/main" xmlns:p="http://schemas.openxmlformats.org/presentationml/2006/main">
  <p:cSld>
    <p:spTree>
      <p:nvGrpSpPr>
        <p:cNvPr id="1" name=""/>
        <p:cNvGrpSpPr/>
        <p:nvPr/>
      </p:nvGrpSpPr>
      <p:grpSpPr>
        <a:xfrm>
          <a:off x="0" y="0"/>
          <a:ext cx="0" cy="0"/>
        </a:xfrm>
      </p:grpSpPr>
      <p:sp>
        <p:nvSpPr>
          <p:cNvPr descr="e013ac65-58ab-4656-b699-a1d603afa277" id="5" name=""/>
          <p:cNvSpPr>
            <a:spLocks noGrp="1"/>
          </p:cNvSpPr>
          <p:nvPr>
            <p:ph hasCustomPrompt="1" type="title"/>
          </p:nvPr>
        </p:nvSpPr>
        <p:spPr/>
        <p:txBody>
          <a:bodyPr anchorCtr="false"/>
          <a:lstStyle/>
          <a:p>
            <a:pPr algn="l">
              <a:lnSpc>
                <a:spcPct val="100000"/>
              </a:lnSpc>
              <a:spcBef>
                <a:spcPct val="0"/>
              </a:spcBef>
            </a:pPr>
            <a:r>
              <a:rPr b="true" i="false" lang="en-US" sz="5400" u="none">
                <a:solidFill>
                  <a:srgbClr val="2F2F2F"/>
                </a:solidFill>
                <a:ea typeface="微软雅黑"/>
              </a:rPr>
              <a:t>谢谢观看</a:t>
            </a:r>
          </a:p>
        </p:txBody>
      </p:sp>
      <p:sp>
        <p:nvSpPr>
          <p:cNvPr descr="545e0873-f4df-462a-bdee-f5d58a5b6255" id="4" name=""/>
          <p:cNvSpPr>
            <a:spLocks noGrp="1"/>
          </p:cNvSpPr>
          <p:nvPr>
            <p:ph hasCustomPrompt="1" idx="13" sz="quarter" type="body"/>
          </p:nvPr>
        </p:nvSpPr>
        <p:spPr/>
        <p:txBody>
          <a:bodyPr anchorCtr="false"/>
          <a:lstStyle/>
          <a:p>
            <a:pPr algn="l">
              <a:lnSpc>
                <a:spcPct val="100000"/>
              </a:lnSpc>
              <a:spcBef>
                <a:spcPts val="1000"/>
              </a:spcBef>
            </a:pPr>
            <a:r>
              <a:rPr b="false" i="false" lang="en-US" sz="1200" u="none">
                <a:solidFill>
                  <a:srgbClr val="2F2F2F"/>
                </a:solidFill>
                <a:ea typeface="微软雅黑"/>
              </a:rPr>
              <a:t>报告人名称</a:t>
            </a:r>
          </a:p>
        </p:txBody>
      </p:sp>
      <p:sp>
        <p:nvSpPr>
          <p:cNvPr descr="2b58c539-8131-487d-aad8-5aa634558f80" id="7" name=""/>
          <p:cNvSpPr>
            <a:spLocks noGrp="1"/>
          </p:cNvSpPr>
          <p:nvPr>
            <p:ph hasCustomPrompt="1" idx="14" sz="quarter" type="body"/>
          </p:nvPr>
        </p:nvSpPr>
        <p:spPr/>
        <p:txBody>
          <a:bodyPr anchorCtr="false"/>
          <a:lstStyle/>
          <a:p>
            <a:pPr algn="l">
              <a:lnSpc>
                <a:spcPct val="100000"/>
              </a:lnSpc>
              <a:spcBef>
                <a:spcPts val="1000"/>
              </a:spcBef>
            </a:pPr>
            <a:r>
              <a:rPr lang="en-US">
                <a:latin typeface="微软雅黑"/>
              </a:rPr>
              <a:t>20xx.xx.xx</a:t>
            </a:r>
          </a:p>
        </p:txBody>
      </p:sp>
      <p:sp>
        <p:nvSpPr>
          <p:cNvPr name="TextBox 2" id="2"/>
          <p:cNvSpPr txBox="true"/>
          <p:nvPr/>
        </p:nvSpPr>
        <p:spPr>
          <a:xfrm>
            <a:off x="10756900" y="6413500"/>
            <a:ext cx="1371600" cy="381000"/>
          </a:xfrm>
          <a:prstGeom prst="roundRect">
            <a:avLst/>
          </a:prstGeom>
          <a:solidFill>
            <a:srgbClr val="FFFFFF"/>
          </a:solidFill>
        </p:spPr>
        <p:txBody>
          <a:bodyPr anchor="ctr" rtlCol="false" wrap="none"/>
          <a:lstStyle/>
          <a:p>
            <a:pPr algn="ctr">
              <a:defRPr/>
            </a:pPr>
            <a:r>
              <a:rPr lang="en-US" sz="1200">
                <a:solidFill>
                  <a:srgbClr val="000000"/>
                </a:solidFill>
              </a:rPr>
              <a:t>内容由千问AI生成</a:t>
            </a:r>
            <a:endParaRPr lang="zh-CN"/>
          </a:p>
        </p:txBody>
      </p:sp>
    </p:spTree>
  </p:cSld>
  <p:clrMapOvr>
    <a:masterClrMapping/>
  </p:clrMapOvr>
</p:sld>
</file>

<file path=ppt/tags/tag1.xml><?xml version="1.0" encoding="utf-8"?>
<p:tagLst xmlns:p="http://schemas.openxmlformats.org/presentationml/2006/main">
  <p:tag name="AS_NET" val="8.0.8"/>
  <p:tag name="AS_OS" val="Microsoft Windows NT 10.0.22631.0"/>
  <p:tag name="AS_RELEASE_DATE" val="2024.08.14"/>
  <p:tag name="AS_TITLE" val="Aspose.Slides for .NET6"/>
  <p:tag name="AS_VERSION" val="24.8"/>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ags/tag111.xml><?xml version="1.0" encoding="utf-8"?>
<p:tagLst xmlns:a="http://schemas.openxmlformats.org/drawingml/2006/main" xmlns:r="http://schemas.openxmlformats.org/officeDocument/2006/relationships" xmlns:p="http://schemas.openxmlformats.org/presentationml/2006/main">
  <p:tag name="ISLIDE.ICON" val="#469320;"/>
</p:tagLst>
</file>

<file path=ppt/tags/tag112.xml><?xml version="1.0" encoding="utf-8"?>
<p:tagLst xmlns:a="http://schemas.openxmlformats.org/drawingml/2006/main" xmlns:r="http://schemas.openxmlformats.org/officeDocument/2006/relationships" xmlns:p="http://schemas.openxmlformats.org/presentationml/2006/main">
  <p:tag name="ISLIDE.VECTOR" val="#254567;#254543;#275490;"/>
</p:tagLst>
</file>

<file path=ppt/tags/tag229.xml><?xml version="1.0" encoding="utf-8"?>
<p:tagLst xmlns:a="http://schemas.openxmlformats.org/drawingml/2006/main" xmlns:r="http://schemas.openxmlformats.org/officeDocument/2006/relationships" xmlns:p="http://schemas.openxmlformats.org/presentationml/2006/main">
  <p:tag name="DIAGRAMSTYLE" val="simple"/>
</p:tagLst>
</file>

<file path=ppt/tags/tag1028.xml><?xml version="1.0" encoding="utf-8"?>
<p:tagLst xmlns:a="http://schemas.openxmlformats.org/drawingml/2006/main" xmlns:r="http://schemas.openxmlformats.org/officeDocument/2006/relationships" xmlns:p="http://schemas.openxmlformats.org/presentationml/2006/main">
  <p:tag name="DIAGRAMSTYLE" val="simple"/>
</p:tagLst>
</file>

<file path=ppt/tags/tag2523.xml><?xml version="1.0" encoding="utf-8"?>
<p:tagLst xmlns:a="http://schemas.openxmlformats.org/drawingml/2006/main" xmlns:r="http://schemas.openxmlformats.org/officeDocument/2006/relationships" xmlns:p="http://schemas.openxmlformats.org/presentationml/2006/main">
  <p:tag name="DIAGRAMSTYLE" val="simple"/>
</p:tagLst>
</file>

<file path=ppt/tags/tag3127.xml><?xml version="1.0" encoding="utf-8"?>
<p:tagLst xmlns:a="http://schemas.openxmlformats.org/drawingml/2006/main" xmlns:r="http://schemas.openxmlformats.org/officeDocument/2006/relationships" xmlns:p="http://schemas.openxmlformats.org/presentationml/2006/main">
  <p:tag name="DIAGRAMSTYLE" val="simple"/>
</p:tagLst>
</file>

<file path=ppt/tags/tag3826.xml><?xml version="1.0" encoding="utf-8"?>
<p:tagLst xmlns:a="http://schemas.openxmlformats.org/drawingml/2006/main" xmlns:r="http://schemas.openxmlformats.org/officeDocument/2006/relationships" xmlns:p="http://schemas.openxmlformats.org/presentationml/2006/main">
  <p:tag name="DIAGRAMSTYLE" val="simple"/>
</p:tagLst>
</file>

<file path=ppt/tags/tag5025.xml><?xml version="1.0" encoding="utf-8"?>
<p:tagLst xmlns:a="http://schemas.openxmlformats.org/drawingml/2006/main" xmlns:r="http://schemas.openxmlformats.org/officeDocument/2006/relationships" xmlns:p="http://schemas.openxmlformats.org/presentationml/2006/main">
  <p:tag name="DIAGRAMSTYLE" val="simple"/>
</p:tagLst>
</file>

<file path=ppt/tags/tag5322.xml><?xml version="1.0" encoding="utf-8"?>
<p:tagLst xmlns:a="http://schemas.openxmlformats.org/drawingml/2006/main" xmlns:r="http://schemas.openxmlformats.org/officeDocument/2006/relationships" xmlns:p="http://schemas.openxmlformats.org/presentationml/2006/main">
  <p:tag name="DIAGRAMSTYLE" val="simple"/>
</p:tagLst>
</file>

<file path=ppt/tags/tag15924.xml><?xml version="1.0" encoding="utf-8"?>
<p:tagLst xmlns:a="http://schemas.openxmlformats.org/drawingml/2006/main" xmlns:r="http://schemas.openxmlformats.org/officeDocument/2006/relationships" xmlns:p="http://schemas.openxmlformats.org/presentationml/2006/main">
  <p:tag name="DIAGRAMSTYLE" val="simple"/>
</p:tagLst>
</file>

<file path=ppt/tags/tag37210.xml><?xml version="1.0" encoding="utf-8"?>
<p:tagLst xmlns:a="http://schemas.openxmlformats.org/drawingml/2006/main" xmlns:r="http://schemas.openxmlformats.org/officeDocument/2006/relationships" xmlns:p="http://schemas.openxmlformats.org/presentationml/2006/main">
  <p:tag name="DIAGRAMSTYLE" val="simple"/>
</p:tagLst>
</file>

<file path=ppt/tags/tag44214.xml><?xml version="1.0" encoding="utf-8"?>
<p:tagLst xmlns:a="http://schemas.openxmlformats.org/drawingml/2006/main" xmlns:r="http://schemas.openxmlformats.org/officeDocument/2006/relationships" xmlns:p="http://schemas.openxmlformats.org/presentationml/2006/main">
  <p:tag name="DIAGRAMSTYLE" val="simple"/>
</p:tagLst>
</file>

<file path=ppt/tags/tag66213.xml><?xml version="1.0" encoding="utf-8"?>
<p:tagLst xmlns:a="http://schemas.openxmlformats.org/drawingml/2006/main" xmlns:r="http://schemas.openxmlformats.org/officeDocument/2006/relationships" xmlns:p="http://schemas.openxmlformats.org/presentationml/2006/main">
  <p:tag name="DIAGRAMSTYLE" val="simple"/>
</p:tagLst>
</file>

<file path=ppt/theme/theme1.xml><?xml version="1.0" encoding="utf-8"?>
<a:theme xmlns:r="http://schemas.openxmlformats.org/officeDocument/2006/relationships" xmlns:a="http://schemas.openxmlformats.org/drawingml/2006/main" name="Slide Master">
  <a:themeElements>
    <a:clrScheme name="iSlide">
      <a:dk1>
        <a:srgbClr val="2F2F2F"/>
      </a:dk1>
      <a:lt1>
        <a:srgbClr val="FFFFFF"/>
      </a:lt1>
      <a:dk2>
        <a:srgbClr val="778495"/>
      </a:dk2>
      <a:lt2>
        <a:srgbClr val="F0F0F0"/>
      </a:lt2>
      <a:accent1>
        <a:srgbClr val="4190FF"/>
      </a:accent1>
      <a:accent2>
        <a:srgbClr val="9B5DE7"/>
      </a:accent2>
      <a:accent3>
        <a:srgbClr val="A8A8A8"/>
      </a:accent3>
      <a:accent4>
        <a:srgbClr val="A1A1A1"/>
      </a:accent4>
      <a:accent5>
        <a:srgbClr val="A0A0A0"/>
      </a:accent5>
      <a:accent6>
        <a:srgbClr val="5F5F5F"/>
      </a:accent6>
      <a:hlink>
        <a:srgbClr val="F84D4D"/>
      </a:hlink>
      <a:folHlink>
        <a:srgbClr val="979797"/>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iSlid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Template>iSlide Presentation Template</Template>
  <Manager>iSlide</Manager>
  <Company>iSlide</Company>
  <PresentationFormat>宽屏</PresentationFormat>
  <Paragraphs>102</Paragraphs>
  <Slides>12</Slides>
  <Notes>0</Notes>
  <TotalTime>187</TotalTime>
  <HiddenSlides>7</HiddenSlides>
  <MMClips>0</MMClips>
  <ScaleCrop>0</ScaleCrop>
  <HeadingPairs>
    <vt:vector baseType="variant" size="6">
      <vt:variant>
        <vt:lpstr>Fonts used</vt:lpstr>
      </vt:variant>
      <vt:variant>
        <vt:i4>2</vt:i4>
      </vt:variant>
      <vt:variant>
        <vt:lpstr>Theme</vt:lpstr>
      </vt:variant>
      <vt:variant>
        <vt:i4>1</vt:i4>
      </vt:variant>
      <vt:variant>
        <vt:lpstr>Slide Titles</vt:lpstr>
      </vt:variant>
      <vt:variant>
        <vt:i4>12</vt:i4>
      </vt:variant>
    </vt:vector>
  </HeadingPairs>
  <TitlesOfParts>
    <vt:vector baseType="lpstr" size="15">
      <vt:lpstr>Arial</vt:lpstr>
      <vt:lpstr>微软雅黑</vt:lpstr>
      <vt:lpstr>Slide Master</vt:lpstr>
      <vt:lpstr>Presentation Title Goes Here</vt:lpstr>
      <vt:lpstr>Agenda</vt:lpstr>
      <vt:lpstr>Click to add title</vt:lpstr>
      <vt:lpstr>Click to add title</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24.0800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2024-04-16T00:00:00Z</dcterms:created>
  <dc:creator>iSlide</dc:creator>
  <cp:lastModifiedBy>iSlide</cp:lastModifiedBy>
  <cp:lastPrinted>2024-04-16T00:00:00Z</cp:lastPrinted>
  <dcterms:modified xsi:type="dcterms:W3CDTF">2024-08-22T09:54:35Z</dcterms:modified>
  <cp:revision>1</cp:revision>
</cp:coreProperties>
</file>

<file path=docProps/custom.xml><?xml version="1.0" encoding="utf-8"?>
<Properties xmlns:vt="http://schemas.openxmlformats.org/officeDocument/2006/docPropsVTypes" xmlns="http://schemas.openxmlformats.org/officeDocument/2006/custom-properties">
  <property fmtid="{D5CDD505-2E9C-101B-9397-08002B2CF9AE}" pid="2" name="ISLIDE.THEME">
    <vt:lpwstr>55671711-3104-448e-b6b7-625114e8ef69</vt:lpwstr>
  </property>
</Properties>
</file>